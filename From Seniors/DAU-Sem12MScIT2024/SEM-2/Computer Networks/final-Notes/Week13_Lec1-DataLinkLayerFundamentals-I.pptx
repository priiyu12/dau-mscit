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2" r:id="rId3"/>
    <p:sldId id="1047" r:id="rId4"/>
    <p:sldId id="259" r:id="rId5"/>
    <p:sldId id="260" r:id="rId6"/>
    <p:sldId id="263" r:id="rId7"/>
    <p:sldId id="275" r:id="rId8"/>
    <p:sldId id="261" r:id="rId9"/>
    <p:sldId id="262" r:id="rId10"/>
    <p:sldId id="264" r:id="rId11"/>
    <p:sldId id="267" r:id="rId12"/>
    <p:sldId id="1180" r:id="rId13"/>
    <p:sldId id="1181" r:id="rId14"/>
    <p:sldId id="1183" r:id="rId15"/>
    <p:sldId id="11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6" autoAdjust="0"/>
    <p:restoredTop sz="94660"/>
  </p:normalViewPr>
  <p:slideViewPr>
    <p:cSldViewPr snapToGrid="0">
      <p:cViewPr varScale="1">
        <p:scale>
          <a:sx n="133" d="100"/>
          <a:sy n="133" d="100"/>
        </p:scale>
        <p:origin x="66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B65EA3-9624-4975-A891-F03D81D8194D}" type="datetimeFigureOut">
              <a:rPr lang="en-IN" smtClean="0"/>
              <a:t>11/04/25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FB613-2EAB-4FD2-887B-5C43532B47DD}" type="slidenum">
              <a:rPr lang="en-IN" smtClean="0"/>
              <a:t>‹#›</a:t>
            </a:fld>
            <a:endParaRPr lang="en-IN"/>
          </a:p>
        </p:txBody>
      </p:sp>
    </p:spTree>
    <p:extLst>
      <p:ext uri="{BB962C8B-B14F-4D97-AF65-F5344CB8AC3E}">
        <p14:creationId xmlns:p14="http://schemas.microsoft.com/office/powerpoint/2010/main" val="159093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638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The Ethernet capabilities are either integrated into the motherboard chipset or implemented via a low-cost dedicated Ethernet chip. For the most part, the link layer is implemented on a chip called the </a:t>
            </a:r>
            <a:r>
              <a:rPr lang="en-US" sz="1800" b="1" dirty="0">
                <a:effectLst/>
                <a:latin typeface="TimesLTPro"/>
              </a:rPr>
              <a:t>network adapter</a:t>
            </a:r>
            <a:r>
              <a:rPr lang="en-US" sz="1800" dirty="0">
                <a:effectLst/>
                <a:latin typeface="TimesLTPro"/>
              </a:rPr>
              <a:t>, also sometimes known as a </a:t>
            </a:r>
            <a:r>
              <a:rPr lang="en-US" sz="1800" b="1" dirty="0">
                <a:effectLst/>
                <a:latin typeface="TimesLTPro"/>
              </a:rPr>
              <a:t>network interface controller (NIC)</a:t>
            </a:r>
            <a:r>
              <a:rPr lang="en-US" sz="1800" dirty="0">
                <a:effectLst/>
                <a:latin typeface="TimesLTPro"/>
              </a:rPr>
              <a:t>. The network adapter implements many link layer services including framing, link access, error detection, and so on. Thus, much of a link-layer controller’s functionality is implemented in hardware. For example, Intel’s 700 series adapters [Intel 2020] implements the Ethernet protocols we’ll study in Section 6.5; the Atheros AR5006 [Atheros 2020] controller implements the 802.11 WiFi protocols we’ll study in Chapter 7. </a:t>
            </a:r>
            <a:endParaRPr lang="en-US" dirty="0">
              <a:effectLst/>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Figure 6.2 shows that while most of the link layer is implemented in hardware, part of the link layer is implemented in software that runs on the host’s CPU. The software components of the link layer implement higher-level link-layer functionality such as assembling link-layer addressing information and activating the controller hardware. On the receiving side, link-layer software responds to con- troller interrupts (for example, due to the receipt of one or more frames), handling error conditions and passing a datagram up to the network layer. Thus, the link layer is a combination of hardware and software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5" name="Slide Number Placeholder 4">
            <a:extLst>
              <a:ext uri="{FF2B5EF4-FFF2-40B4-BE49-F238E27FC236}">
                <a16:creationId xmlns:a16="http://schemas.microsoft.com/office/drawing/2014/main" id="{5FC0B56E-1933-678B-BFC9-57C5523AB0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2470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70E5216A-12E6-9573-1D59-3C5954ED68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6612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58548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69704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920FE225-C86D-9F24-799B-3EBAAF8EB29B}"/>
              </a:ext>
            </a:extLst>
          </p:cNvPr>
          <p:cNvSpPr>
            <a:spLocks noGrp="1"/>
          </p:cNvSpPr>
          <p:nvPr>
            <p:ph type="sldNum" sz="quarter" idx="5"/>
          </p:nvPr>
        </p:nvSpPr>
        <p:spPr/>
        <p:txBody>
          <a:bodyPr/>
          <a:lstStyle/>
          <a:p>
            <a:fld id="{D16EA1AD-6EA3-1049-AB4E-FC15F4DC35F9}" type="slidenum">
              <a:rPr lang="en-US" smtClean="0"/>
              <a:t>8</a:t>
            </a:fld>
            <a:endParaRPr lang="en-US" dirty="0"/>
          </a:p>
        </p:txBody>
      </p:sp>
    </p:spTree>
    <p:extLst>
      <p:ext uri="{BB962C8B-B14F-4D97-AF65-F5344CB8AC3E}">
        <p14:creationId xmlns:p14="http://schemas.microsoft.com/office/powerpoint/2010/main" val="937875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9DE73137-0C63-196B-975B-3F8C95B7DB8C}"/>
              </a:ext>
            </a:extLst>
          </p:cNvPr>
          <p:cNvSpPr>
            <a:spLocks noGrp="1"/>
          </p:cNvSpPr>
          <p:nvPr>
            <p:ph type="sldNum" sz="quarter" idx="5"/>
          </p:nvPr>
        </p:nvSpPr>
        <p:spPr/>
        <p:txBody>
          <a:bodyPr/>
          <a:lstStyle/>
          <a:p>
            <a:fld id="{D16EA1AD-6EA3-1049-AB4E-FC15F4DC35F9}" type="slidenum">
              <a:rPr lang="en-US" smtClean="0"/>
              <a:t>9</a:t>
            </a:fld>
            <a:endParaRPr lang="en-US" dirty="0"/>
          </a:p>
        </p:txBody>
      </p:sp>
    </p:spTree>
    <p:extLst>
      <p:ext uri="{BB962C8B-B14F-4D97-AF65-F5344CB8AC3E}">
        <p14:creationId xmlns:p14="http://schemas.microsoft.com/office/powerpoint/2010/main" val="251750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FC7CBC83-90C1-02AE-EA84-69F7209B6F0E}"/>
              </a:ext>
            </a:extLst>
          </p:cNvPr>
          <p:cNvSpPr>
            <a:spLocks noGrp="1"/>
          </p:cNvSpPr>
          <p:nvPr>
            <p:ph type="sldNum" sz="quarter" idx="5"/>
          </p:nvPr>
        </p:nvSpPr>
        <p:spPr/>
        <p:txBody>
          <a:bodyPr/>
          <a:lstStyle/>
          <a:p>
            <a:fld id="{D16EA1AD-6EA3-1049-AB4E-FC15F4DC35F9}" type="slidenum">
              <a:rPr lang="en-US" smtClean="0"/>
              <a:t>10</a:t>
            </a:fld>
            <a:endParaRPr lang="en-US" dirty="0"/>
          </a:p>
        </p:txBody>
      </p:sp>
    </p:spTree>
    <p:extLst>
      <p:ext uri="{BB962C8B-B14F-4D97-AF65-F5344CB8AC3E}">
        <p14:creationId xmlns:p14="http://schemas.microsoft.com/office/powerpoint/2010/main" val="2350764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B95A51E7-CB89-D2FC-5F14-BDBDF78C968A}"/>
              </a:ext>
            </a:extLst>
          </p:cNvPr>
          <p:cNvSpPr>
            <a:spLocks noGrp="1"/>
          </p:cNvSpPr>
          <p:nvPr>
            <p:ph type="sldNum" sz="quarter" idx="5"/>
          </p:nvPr>
        </p:nvSpPr>
        <p:spPr/>
        <p:txBody>
          <a:bodyPr/>
          <a:lstStyle/>
          <a:p>
            <a:fld id="{D16EA1AD-6EA3-1049-AB4E-FC15F4DC35F9}" type="slidenum">
              <a:rPr lang="en-US" smtClean="0"/>
              <a:t>11</a:t>
            </a:fld>
            <a:endParaRPr lang="en-US" dirty="0"/>
          </a:p>
        </p:txBody>
      </p:sp>
    </p:spTree>
    <p:extLst>
      <p:ext uri="{BB962C8B-B14F-4D97-AF65-F5344CB8AC3E}">
        <p14:creationId xmlns:p14="http://schemas.microsoft.com/office/powerpoint/2010/main" val="1240847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A996959A-EB6D-610C-EEE2-E3E6E451E407}"/>
              </a:ext>
            </a:extLst>
          </p:cNvPr>
          <p:cNvSpPr>
            <a:spLocks noGrp="1"/>
          </p:cNvSpPr>
          <p:nvPr>
            <p:ph type="sldNum" sz="quarter" idx="5"/>
          </p:nvPr>
        </p:nvSpPr>
        <p:spPr/>
        <p:txBody>
          <a:bodyPr/>
          <a:lstStyle/>
          <a:p>
            <a:fld id="{D16EA1AD-6EA3-1049-AB4E-FC15F4DC35F9}" type="slidenum">
              <a:rPr lang="en-US" smtClean="0"/>
              <a:t>12</a:t>
            </a:fld>
            <a:endParaRPr lang="en-US" dirty="0"/>
          </a:p>
        </p:txBody>
      </p:sp>
    </p:spTree>
    <p:extLst>
      <p:ext uri="{BB962C8B-B14F-4D97-AF65-F5344CB8AC3E}">
        <p14:creationId xmlns:p14="http://schemas.microsoft.com/office/powerpoint/2010/main" val="17252775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Slotted ALOHA would appear to have many advantages. Unlike channel partitioning, slotted ALOHA allows a node to transmit continuously at the full rate, </a:t>
            </a:r>
            <a:r>
              <a:rPr lang="en-US" sz="1800" i="1" dirty="0">
                <a:effectLst/>
                <a:latin typeface="TimesLTPro"/>
              </a:rPr>
              <a:t>R</a:t>
            </a:r>
            <a:r>
              <a:rPr lang="en-US" sz="1800" dirty="0">
                <a:effectLst/>
                <a:latin typeface="TimesLTPro"/>
              </a:rPr>
              <a:t>, when that node is the only active node. (A node is said to be active if it has frames to send.) Slotted ALOHA is also highly decentralized, because each node detects collisions and independently decides when to retransmit. (Slotted ALOHA does, however, require the slots to be synchronized in the nodes; shortly we’ll discuss an unslotted version of the ALOHA protocol, as well as CSMA protocols, none of which require such synchronization.) Slotted ALOHA is also an extremely simple protocol. </a:t>
            </a:r>
            <a:endParaRPr lang="en-US" dirty="0">
              <a:effectLst/>
            </a:endParaRPr>
          </a:p>
          <a:p>
            <a:endParaRPr lang="en-US" dirty="0"/>
          </a:p>
        </p:txBody>
      </p:sp>
      <p:sp>
        <p:nvSpPr>
          <p:cNvPr id="5" name="Slide Number Placeholder 4">
            <a:extLst>
              <a:ext uri="{FF2B5EF4-FFF2-40B4-BE49-F238E27FC236}">
                <a16:creationId xmlns:a16="http://schemas.microsoft.com/office/drawing/2014/main" id="{709EC5DF-F0CC-C834-6B07-E180915D3BE1}"/>
              </a:ext>
            </a:extLst>
          </p:cNvPr>
          <p:cNvSpPr>
            <a:spLocks noGrp="1"/>
          </p:cNvSpPr>
          <p:nvPr>
            <p:ph type="sldNum" sz="quarter" idx="5"/>
          </p:nvPr>
        </p:nvSpPr>
        <p:spPr/>
        <p:txBody>
          <a:bodyPr/>
          <a:lstStyle/>
          <a:p>
            <a:fld id="{D16EA1AD-6EA3-1049-AB4E-FC15F4DC35F9}" type="slidenum">
              <a:rPr lang="en-US" smtClean="0"/>
              <a:t>13</a:t>
            </a:fld>
            <a:endParaRPr lang="en-US" dirty="0"/>
          </a:p>
        </p:txBody>
      </p:sp>
    </p:spTree>
    <p:extLst>
      <p:ext uri="{BB962C8B-B14F-4D97-AF65-F5344CB8AC3E}">
        <p14:creationId xmlns:p14="http://schemas.microsoft.com/office/powerpoint/2010/main" val="2931654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Suppose there are </a:t>
            </a:r>
            <a:r>
              <a:rPr lang="en-US" sz="1800" i="1" dirty="0">
                <a:effectLst/>
                <a:latin typeface="TimesLTPro"/>
              </a:rPr>
              <a:t>N </a:t>
            </a:r>
            <a:r>
              <a:rPr lang="en-US" sz="1800" dirty="0">
                <a:effectLst/>
                <a:latin typeface="TimesLTPro"/>
              </a:rPr>
              <a:t>nodes. Then the probability that a given slot is a successful slot is the probability that one of the nodes transmits and that the remaining </a:t>
            </a:r>
            <a:r>
              <a:rPr lang="en-US" sz="1800" i="1" dirty="0">
                <a:effectLst/>
                <a:latin typeface="TimesLTPro"/>
              </a:rPr>
              <a:t>N </a:t>
            </a:r>
            <a:r>
              <a:rPr lang="en-US" sz="1800" dirty="0">
                <a:effectLst/>
                <a:latin typeface="PearsonMATHPRO02"/>
              </a:rPr>
              <a:t>- </a:t>
            </a:r>
            <a:r>
              <a:rPr lang="en-US" sz="1800" dirty="0">
                <a:effectLst/>
                <a:latin typeface="TimesLTPro"/>
              </a:rPr>
              <a:t>1 nodes do not transmit. The probability that a given node transmits is </a:t>
            </a:r>
            <a:r>
              <a:rPr lang="en-US" sz="1800" i="1" dirty="0">
                <a:effectLst/>
                <a:latin typeface="TimesLTPro"/>
              </a:rPr>
              <a:t>p; </a:t>
            </a:r>
            <a:r>
              <a:rPr lang="en-US" sz="1800" dirty="0">
                <a:effectLst/>
                <a:latin typeface="TimesLTPro"/>
              </a:rPr>
              <a:t>the probability that the remaining nodes do not transmit is (1 </a:t>
            </a:r>
            <a:r>
              <a:rPr lang="en-US" sz="1800" dirty="0">
                <a:effectLst/>
                <a:latin typeface="PearsonMATHPRO02"/>
              </a:rPr>
              <a:t>- </a:t>
            </a:r>
            <a:r>
              <a:rPr lang="en-US" sz="1800" i="1" dirty="0">
                <a:effectLst/>
                <a:latin typeface="TimesLTPro"/>
              </a:rPr>
              <a:t>p</a:t>
            </a:r>
            <a:r>
              <a:rPr lang="en-US" sz="1800" dirty="0">
                <a:effectLst/>
                <a:latin typeface="TimesLTPro"/>
              </a:rPr>
              <a:t>)</a:t>
            </a:r>
            <a:r>
              <a:rPr lang="en-US" sz="1800" i="1" dirty="0">
                <a:effectLst/>
                <a:latin typeface="TimesLTPro"/>
              </a:rPr>
              <a:t>N</a:t>
            </a:r>
            <a:r>
              <a:rPr lang="en-US" sz="1800" dirty="0">
                <a:effectLst/>
                <a:latin typeface="PearsonMATHPRO02"/>
              </a:rPr>
              <a:t>-</a:t>
            </a:r>
            <a:r>
              <a:rPr lang="en-US" sz="1800" dirty="0">
                <a:effectLst/>
                <a:latin typeface="TimesLTPro"/>
              </a:rPr>
              <a:t>1. Therefore, the probability a given node has a success is </a:t>
            </a:r>
            <a:r>
              <a:rPr lang="en-US" sz="1800" i="1" dirty="0">
                <a:effectLst/>
                <a:latin typeface="TimesLTPro"/>
              </a:rPr>
              <a:t>p</a:t>
            </a:r>
            <a:r>
              <a:rPr lang="en-US" sz="1800" dirty="0">
                <a:effectLst/>
                <a:latin typeface="TimesLTPro"/>
              </a:rPr>
              <a:t>(1 </a:t>
            </a:r>
            <a:r>
              <a:rPr lang="en-US" sz="1800" dirty="0">
                <a:effectLst/>
                <a:latin typeface="PearsonMATHPRO02"/>
              </a:rPr>
              <a:t>- </a:t>
            </a:r>
            <a:r>
              <a:rPr lang="en-US" sz="1800" i="1" dirty="0">
                <a:effectLst/>
                <a:latin typeface="TimesLTPro"/>
              </a:rPr>
              <a:t>p</a:t>
            </a:r>
            <a:r>
              <a:rPr lang="en-US" sz="1800" dirty="0">
                <a:effectLst/>
                <a:latin typeface="TimesLTPro"/>
              </a:rPr>
              <a:t>)</a:t>
            </a:r>
            <a:r>
              <a:rPr lang="en-US" sz="1800" i="1" dirty="0">
                <a:effectLst/>
                <a:latin typeface="TimesLTPro"/>
              </a:rPr>
              <a:t>N</a:t>
            </a:r>
            <a:r>
              <a:rPr lang="en-US" sz="1800" dirty="0">
                <a:effectLst/>
                <a:latin typeface="PearsonMATHPRO02"/>
              </a:rPr>
              <a:t>-</a:t>
            </a:r>
            <a:r>
              <a:rPr lang="en-US" sz="1800" dirty="0">
                <a:effectLst/>
                <a:latin typeface="TimesLTPro"/>
              </a:rPr>
              <a:t>1. Because there are </a:t>
            </a:r>
            <a:r>
              <a:rPr lang="en-US" sz="1800" i="1" dirty="0">
                <a:effectLst/>
                <a:latin typeface="TimesLTPro"/>
              </a:rPr>
              <a:t>N </a:t>
            </a:r>
            <a:r>
              <a:rPr lang="en-US" sz="1800" dirty="0">
                <a:effectLst/>
                <a:latin typeface="TimesLTPro"/>
              </a:rPr>
              <a:t>nodes, the probability that any one of the </a:t>
            </a:r>
            <a:r>
              <a:rPr lang="en-US" sz="1800" i="1" dirty="0">
                <a:effectLst/>
                <a:latin typeface="TimesLTPro"/>
              </a:rPr>
              <a:t>N </a:t>
            </a:r>
            <a:r>
              <a:rPr lang="en-US" sz="1800" dirty="0">
                <a:effectLst/>
                <a:latin typeface="TimesLTPro"/>
              </a:rPr>
              <a:t>nodes has a success is </a:t>
            </a:r>
            <a:r>
              <a:rPr lang="en-US" sz="1800" i="1" dirty="0">
                <a:effectLst/>
                <a:latin typeface="TimesLTPro"/>
              </a:rPr>
              <a:t>Np</a:t>
            </a:r>
            <a:r>
              <a:rPr lang="en-US" sz="1800" dirty="0">
                <a:effectLst/>
                <a:latin typeface="TimesLTPro"/>
              </a:rPr>
              <a:t>(1 </a:t>
            </a:r>
            <a:r>
              <a:rPr lang="en-US" sz="1800" dirty="0">
                <a:effectLst/>
                <a:latin typeface="PearsonMATHPRO02"/>
              </a:rPr>
              <a:t>- </a:t>
            </a:r>
            <a:r>
              <a:rPr lang="en-US" sz="1800" i="1" dirty="0">
                <a:effectLst/>
                <a:latin typeface="TimesLTPro"/>
              </a:rPr>
              <a:t>p</a:t>
            </a:r>
            <a:r>
              <a:rPr lang="en-US" sz="1800" dirty="0">
                <a:effectLst/>
                <a:latin typeface="TimesLTPro"/>
              </a:rPr>
              <a:t>)</a:t>
            </a:r>
            <a:r>
              <a:rPr lang="en-US" sz="1800" i="1" dirty="0">
                <a:effectLst/>
                <a:latin typeface="TimesLTPro"/>
              </a:rPr>
              <a:t>N </a:t>
            </a:r>
            <a:r>
              <a:rPr lang="en-US" sz="1800" dirty="0">
                <a:effectLst/>
                <a:latin typeface="PearsonMATHPRO02"/>
              </a:rPr>
              <a:t>- </a:t>
            </a:r>
            <a:r>
              <a:rPr lang="en-US" sz="1800" dirty="0">
                <a:effectLst/>
                <a:latin typeface="TimesLTPro"/>
              </a:rPr>
              <a:t>1. </a:t>
            </a:r>
            <a:endParaRPr lang="en-US" dirty="0">
              <a:effectLst/>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only 37 percent of the slots do useful work. Thus, the effective transmission rate of the channel is not </a:t>
            </a:r>
            <a:r>
              <a:rPr lang="en-US" sz="1800" i="1" dirty="0">
                <a:effectLst/>
                <a:latin typeface="TimesLTPro"/>
              </a:rPr>
              <a:t>R </a:t>
            </a:r>
            <a:r>
              <a:rPr lang="en-US" sz="1800" dirty="0">
                <a:effectLst/>
                <a:latin typeface="TimesLTPro"/>
              </a:rPr>
              <a:t>bps but only 0.37 </a:t>
            </a:r>
            <a:r>
              <a:rPr lang="en-US" sz="1800" i="1" dirty="0">
                <a:effectLst/>
                <a:latin typeface="TimesLTPro"/>
              </a:rPr>
              <a:t>R </a:t>
            </a:r>
            <a:r>
              <a:rPr lang="en-US" sz="1800" dirty="0">
                <a:effectLst/>
                <a:latin typeface="TimesLTPro"/>
              </a:rPr>
              <a:t>bps! A similar analysis also shows that 37 percent of the slots go empty and 26 percent of slots have collisions. </a:t>
            </a:r>
            <a:endParaRPr lang="en-US" dirty="0">
              <a:effectLst/>
            </a:endParaRPr>
          </a:p>
          <a:p>
            <a:endParaRPr lang="en-US" dirty="0"/>
          </a:p>
        </p:txBody>
      </p:sp>
      <p:sp>
        <p:nvSpPr>
          <p:cNvPr id="5" name="Slide Number Placeholder 4">
            <a:extLst>
              <a:ext uri="{FF2B5EF4-FFF2-40B4-BE49-F238E27FC236}">
                <a16:creationId xmlns:a16="http://schemas.microsoft.com/office/drawing/2014/main" id="{202D2C55-661D-982A-5299-B89EF283E036}"/>
              </a:ext>
            </a:extLst>
          </p:cNvPr>
          <p:cNvSpPr>
            <a:spLocks noGrp="1"/>
          </p:cNvSpPr>
          <p:nvPr>
            <p:ph type="sldNum" sz="quarter" idx="5"/>
          </p:nvPr>
        </p:nvSpPr>
        <p:spPr/>
        <p:txBody>
          <a:bodyPr/>
          <a:lstStyle/>
          <a:p>
            <a:fld id="{D16EA1AD-6EA3-1049-AB4E-FC15F4DC35F9}" type="slidenum">
              <a:rPr lang="en-US" smtClean="0"/>
              <a:t>14</a:t>
            </a:fld>
            <a:endParaRPr lang="en-US" dirty="0"/>
          </a:p>
        </p:txBody>
      </p:sp>
    </p:spTree>
    <p:extLst>
      <p:ext uri="{BB962C8B-B14F-4D97-AF65-F5344CB8AC3E}">
        <p14:creationId xmlns:p14="http://schemas.microsoft.com/office/powerpoint/2010/main" val="607820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53E7063-6D8F-B740-AE92-09CCDF00E4C5}" type="datetime1">
              <a:rPr lang="en-IN" smtClean="0"/>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128027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5417C57-7EA0-BD4B-A943-0DE14C20F3B8}" type="datetime1">
              <a:rPr lang="en-IN" smtClean="0"/>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2236876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3391E9-D17C-D24D-844C-4F89B628C397}" type="datetime1">
              <a:rPr lang="en-IN" smtClean="0"/>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1860058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2D0C531-69C9-A342-A7A5-DC371EBFFA11}" type="datetime1">
              <a:rPr lang="en-IN" smtClean="0"/>
              <a:t>11/04/25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2188815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22C7D0C-14EF-9440-B221-0280329A9E62}" type="datetime1">
              <a:rPr lang="en-IN" smtClean="0"/>
              <a:t>11/04/25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1803909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E225BFD-01EE-B84B-A75A-A3F6B033F500}" type="datetime1">
              <a:rPr lang="en-IN" smtClean="0"/>
              <a:t>11/04/25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1897169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A1838-4B56-5944-B3C1-8EBC504C8726}" type="datetime1">
              <a:rPr lang="en-IN" smtClean="0"/>
              <a:t>11/04/25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70817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947E2B-754C-BE44-9C44-F7C82E170ACC}" type="datetime1">
              <a:rPr lang="en-IN" smtClean="0"/>
              <a:t>11/04/25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1494572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6DCEAD6-305B-E74F-8838-D2EC6032F908}" type="datetime1">
              <a:rPr lang="en-IN" smtClean="0"/>
              <a:t>11/04/25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2391631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7CB68C-FE4F-4343-890F-BBBA8C9B2743}" type="datetime1">
              <a:rPr lang="en-IN" smtClean="0"/>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2235806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6E71376-4BB4-6042-A0B3-C8B6CC5B1A23}" type="datetime1">
              <a:rPr lang="en-IN" smtClean="0"/>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F5529F-AD7F-4818-A7A6-A10D44ECD22C}" type="slidenum">
              <a:rPr lang="en-IN" smtClean="0"/>
              <a:t>‹#›</a:t>
            </a:fld>
            <a:endParaRPr lang="en-IN"/>
          </a:p>
        </p:txBody>
      </p:sp>
    </p:spTree>
    <p:extLst>
      <p:ext uri="{BB962C8B-B14F-4D97-AF65-F5344CB8AC3E}">
        <p14:creationId xmlns:p14="http://schemas.microsoft.com/office/powerpoint/2010/main" val="3632338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90BD8D-BC7B-E04E-B4D0-494EE3A40C77}" type="datetime1">
              <a:rPr lang="en-IN" smtClean="0"/>
              <a:t>11/04/25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F5529F-AD7F-4818-A7A6-A10D44ECD22C}" type="slidenum">
              <a:rPr lang="en-IN" smtClean="0"/>
              <a:t>‹#›</a:t>
            </a:fld>
            <a:endParaRPr lang="en-IN"/>
          </a:p>
        </p:txBody>
      </p:sp>
    </p:spTree>
    <p:extLst>
      <p:ext uri="{BB962C8B-B14F-4D97-AF65-F5344CB8AC3E}">
        <p14:creationId xmlns:p14="http://schemas.microsoft.com/office/powerpoint/2010/main" val="1353136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24.jpe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5.jpe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19.png"/><Relationship Id="rId10" Type="http://schemas.openxmlformats.org/officeDocument/2006/relationships/image" Target="../media/image6.png"/><Relationship Id="rId4" Type="http://schemas.openxmlformats.org/officeDocument/2006/relationships/image" Target="../media/image26.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IT694</a:t>
            </a:r>
            <a:br>
              <a:rPr lang="en-US" dirty="0"/>
            </a:br>
            <a:r>
              <a:rPr lang="en-US" dirty="0"/>
              <a:t>Computer Networks </a:t>
            </a:r>
            <a:endParaRPr lang="en-IN" dirty="0"/>
          </a:p>
        </p:txBody>
      </p:sp>
      <p:sp>
        <p:nvSpPr>
          <p:cNvPr id="3" name="Subtitle 2"/>
          <p:cNvSpPr>
            <a:spLocks noGrp="1"/>
          </p:cNvSpPr>
          <p:nvPr>
            <p:ph type="subTitle" idx="1"/>
          </p:nvPr>
        </p:nvSpPr>
        <p:spPr/>
        <p:txBody>
          <a:bodyPr/>
          <a:lstStyle/>
          <a:p>
            <a:r>
              <a:rPr lang="en-US"/>
              <a:t>Week 12_</a:t>
            </a:r>
            <a:r>
              <a:rPr lang="en-US" dirty="0"/>
              <a:t>Lec 1</a:t>
            </a:r>
            <a:endParaRPr lang="en-IN" dirty="0"/>
          </a:p>
          <a:p>
            <a:r>
              <a:rPr lang="en-IN" dirty="0"/>
              <a:t>Data Link Layer-Fundamentals-I</a:t>
            </a:r>
          </a:p>
        </p:txBody>
      </p:sp>
      <p:sp>
        <p:nvSpPr>
          <p:cNvPr id="4" name="Slide Number Placeholder 3">
            <a:extLst>
              <a:ext uri="{FF2B5EF4-FFF2-40B4-BE49-F238E27FC236}">
                <a16:creationId xmlns:a16="http://schemas.microsoft.com/office/drawing/2014/main" id="{0C1432DC-FEFD-1C42-8C83-8026253F3753}"/>
              </a:ext>
            </a:extLst>
          </p:cNvPr>
          <p:cNvSpPr>
            <a:spLocks noGrp="1"/>
          </p:cNvSpPr>
          <p:nvPr>
            <p:ph type="sldNum" sz="quarter" idx="12"/>
          </p:nvPr>
        </p:nvSpPr>
        <p:spPr/>
        <p:txBody>
          <a:bodyPr/>
          <a:lstStyle/>
          <a:p>
            <a:fld id="{14F5529F-AD7F-4818-A7A6-A10D44ECD22C}" type="slidenum">
              <a:rPr lang="en-IN" smtClean="0"/>
              <a:t>1</a:t>
            </a:fld>
            <a:endParaRPr lang="en-IN"/>
          </a:p>
        </p:txBody>
      </p:sp>
    </p:spTree>
    <p:extLst>
      <p:ext uri="{BB962C8B-B14F-4D97-AF65-F5344CB8AC3E}">
        <p14:creationId xmlns:p14="http://schemas.microsoft.com/office/powerpoint/2010/main" val="1313904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503B9D-9352-3C4E-8C58-918D32339CC6}"/>
              </a:ext>
            </a:extLst>
          </p:cNvPr>
          <p:cNvSpPr>
            <a:spLocks noGrp="1"/>
          </p:cNvSpPr>
          <p:nvPr>
            <p:ph type="title"/>
          </p:nvPr>
        </p:nvSpPr>
        <p:spPr/>
        <p:txBody>
          <a:bodyPr/>
          <a:lstStyle/>
          <a:p>
            <a:r>
              <a:rPr lang="en-US" dirty="0"/>
              <a:t>What does Link layer do?</a:t>
            </a:r>
          </a:p>
        </p:txBody>
      </p:sp>
      <p:sp>
        <p:nvSpPr>
          <p:cNvPr id="6" name="Content Placeholder 5">
            <a:extLst>
              <a:ext uri="{FF2B5EF4-FFF2-40B4-BE49-F238E27FC236}">
                <a16:creationId xmlns:a16="http://schemas.microsoft.com/office/drawing/2014/main" id="{6653DA24-558A-5D43-87D3-D6B0F2A20F7B}"/>
              </a:ext>
            </a:extLst>
          </p:cNvPr>
          <p:cNvSpPr>
            <a:spLocks noGrp="1"/>
          </p:cNvSpPr>
          <p:nvPr>
            <p:ph idx="1"/>
          </p:nvPr>
        </p:nvSpPr>
        <p:spPr/>
        <p:txBody>
          <a:bodyPr>
            <a:normAutofit/>
          </a:bodyPr>
          <a:lstStyle/>
          <a:p>
            <a:r>
              <a:rPr lang="en-IN" dirty="0"/>
              <a:t>Between the two hosts (station to station, station to router), datagrams travel over a series of communication links,</a:t>
            </a:r>
          </a:p>
          <a:p>
            <a:r>
              <a:rPr lang="en-IN" dirty="0"/>
              <a:t>Each pair of stations are connected via a link</a:t>
            </a:r>
          </a:p>
          <a:p>
            <a:r>
              <a:rPr lang="en-IN" dirty="0"/>
              <a:t>Link layer makes datagram (FRAME) move between pairs of stations on a directly connected link</a:t>
            </a:r>
          </a:p>
          <a:p>
            <a:endParaRPr lang="en-US" dirty="0"/>
          </a:p>
        </p:txBody>
      </p:sp>
      <p:sp>
        <p:nvSpPr>
          <p:cNvPr id="2" name="Slide Number Placeholder 1">
            <a:extLst>
              <a:ext uri="{FF2B5EF4-FFF2-40B4-BE49-F238E27FC236}">
                <a16:creationId xmlns:a16="http://schemas.microsoft.com/office/drawing/2014/main" id="{EA41673D-C2A4-F841-88EF-E32E8A329429}"/>
              </a:ext>
            </a:extLst>
          </p:cNvPr>
          <p:cNvSpPr>
            <a:spLocks noGrp="1"/>
          </p:cNvSpPr>
          <p:nvPr>
            <p:ph type="sldNum" sz="quarter" idx="12"/>
          </p:nvPr>
        </p:nvSpPr>
        <p:spPr/>
        <p:txBody>
          <a:bodyPr/>
          <a:lstStyle/>
          <a:p>
            <a:fld id="{14F5529F-AD7F-4818-A7A6-A10D44ECD22C}" type="slidenum">
              <a:rPr lang="en-IN" smtClean="0"/>
              <a:t>2</a:t>
            </a:fld>
            <a:endParaRPr lang="en-IN"/>
          </a:p>
        </p:txBody>
      </p:sp>
    </p:spTree>
    <p:extLst>
      <p:ext uri="{BB962C8B-B14F-4D97-AF65-F5344CB8AC3E}">
        <p14:creationId xmlns:p14="http://schemas.microsoft.com/office/powerpoint/2010/main" val="226865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104900" y="362678"/>
            <a:ext cx="10515600" cy="894622"/>
          </a:xfrm>
        </p:spPr>
        <p:txBody>
          <a:bodyPr>
            <a:normAutofit/>
          </a:bodyPr>
          <a:lstStyle/>
          <a:p>
            <a:r>
              <a:rPr lang="en-US" altLang="en-US" sz="4000" dirty="0">
                <a:cs typeface="Calibri" panose="020F0502020204030204" pitchFamily="34" charset="0"/>
              </a:rPr>
              <a:t>Link layer: introduction</a:t>
            </a:r>
            <a:endParaRPr lang="en-US" sz="4000" dirty="0"/>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1104900" y="1257300"/>
            <a:ext cx="5622601" cy="415340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463"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terminology:</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hosts, routers: </a:t>
            </a:r>
            <a:r>
              <a:rPr kumimoji="0" lang="en-US" altLang="en-US" sz="24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nodes</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communication channels that connect </a:t>
            </a:r>
            <a:r>
              <a:rPr kumimoji="0" lang="en-US" altLang="en-US" sz="24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adjacent</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nodes along communication path: </a:t>
            </a:r>
            <a:r>
              <a:rPr kumimoji="0" lang="en-US" altLang="en-US" sz="24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links</a:t>
            </a:r>
          </a:p>
          <a:p>
            <a:pPr marL="747713" marR="0" lvl="1" indent="-274638"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wired , wireless </a:t>
            </a:r>
          </a:p>
          <a:p>
            <a:pPr marL="747713" marR="0" lvl="1" indent="-274638"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LANs</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layer-2 packet: </a:t>
            </a:r>
            <a:r>
              <a:rPr kumimoji="0" lang="en-US" altLang="en-US" sz="2400" b="0" i="1" u="none" strike="noStrike" kern="1200" cap="none" spc="0" normalizeH="0" baseline="0" noProof="0" dirty="0">
                <a:ln>
                  <a:noFill/>
                </a:ln>
                <a:solidFill>
                  <a:srgbClr val="0000A8"/>
                </a:solidFill>
                <a:effectLst/>
                <a:uLnTx/>
                <a:uFillTx/>
                <a:latin typeface="Calibri" panose="020F0502020204030204"/>
                <a:ea typeface="ＭＳ Ｐゴシック" panose="020B0600070205080204" pitchFamily="34" charset="-128"/>
                <a:cs typeface="ＭＳ Ｐゴシック" panose="020B0600070205080204" pitchFamily="34" charset="-128"/>
              </a:rPr>
              <a:t>frame</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encapsulates datagram</a:t>
            </a:r>
          </a:p>
        </p:txBody>
      </p:sp>
      <p:sp>
        <p:nvSpPr>
          <p:cNvPr id="10" name="Freeform 9">
            <a:extLst>
              <a:ext uri="{FF2B5EF4-FFF2-40B4-BE49-F238E27FC236}">
                <a16:creationId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7679274" y="1488461"/>
            <a:ext cx="117468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7306908" y="5779775"/>
            <a:ext cx="1059264" cy="391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9427201" y="1851195"/>
            <a:ext cx="1502527" cy="2585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795F625F-E4CA-A14C-BDB7-680FDFE6EE1F}"/>
              </a:ext>
            </a:extLst>
          </p:cNvPr>
          <p:cNvSpPr txBox="1"/>
          <p:nvPr/>
        </p:nvSpPr>
        <p:spPr>
          <a:xfrm>
            <a:off x="10917767" y="4677937"/>
            <a:ext cx="784189" cy="3693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10636897" y="3633421"/>
            <a:ext cx="335987" cy="39534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9895195"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9219616"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9276868" y="3507672"/>
            <a:ext cx="382424" cy="51705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9733069" y="3507672"/>
            <a:ext cx="0" cy="540294"/>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10137668" y="2754692"/>
            <a:ext cx="488174" cy="839333"/>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9798719" y="2695013"/>
            <a:ext cx="380432" cy="694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789609" y="5251739"/>
            <a:ext cx="388062" cy="756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09926" y="5405286"/>
            <a:ext cx="0" cy="11430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32959" y="4838517"/>
            <a:ext cx="524483" cy="261537"/>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50066" y="4838517"/>
            <a:ext cx="569255" cy="246266"/>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21744" y="5108876"/>
            <a:ext cx="1030502"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10207" y="5117334"/>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48367" y="5290470"/>
            <a:ext cx="412750" cy="12700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73817" y="5282252"/>
            <a:ext cx="68080" cy="29396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488731" y="5307931"/>
            <a:ext cx="280374" cy="269876"/>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488731" y="5258048"/>
            <a:ext cx="914184" cy="46862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47778" y="3829970"/>
            <a:ext cx="0" cy="13176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96666" y="4041107"/>
            <a:ext cx="168275"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885545" y="5583471"/>
            <a:ext cx="366793" cy="148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59425" y="5036562"/>
            <a:ext cx="404236" cy="207771"/>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00635" y="2169432"/>
            <a:ext cx="761467" cy="577355"/>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00635" y="2268313"/>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72135" y="2200506"/>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42166" y="2718967"/>
            <a:ext cx="574283" cy="27820"/>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69542" y="2169432"/>
            <a:ext cx="788589" cy="98881"/>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62103" y="2127325"/>
            <a:ext cx="279002" cy="421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681994" y="2718967"/>
            <a:ext cx="353541" cy="67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69223" y="2268313"/>
            <a:ext cx="1300319" cy="606622"/>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378705" y="4113379"/>
            <a:ext cx="429324" cy="705603"/>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44554" y="4047456"/>
            <a:ext cx="969051"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1" name="Group 120">
            <a:extLst>
              <a:ext uri="{FF2B5EF4-FFF2-40B4-BE49-F238E27FC236}">
                <a16:creationId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8311829" y="5180504"/>
            <a:ext cx="309187" cy="167750"/>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150622" y="4159591"/>
              <a:ext cx="426399" cy="451816"/>
              <a:chOff x="5182936" y="2693365"/>
              <a:chExt cx="532434" cy="414788"/>
            </a:xfrm>
          </p:grpSpPr>
          <p:cxnSp>
            <p:nvCxnSpPr>
              <p:cNvPr id="318" name="Straight Connector 317">
                <a:extLst>
                  <a:ext uri="{FF2B5EF4-FFF2-40B4-BE49-F238E27FC236}">
                    <a16:creationId xmlns:a16="http://schemas.microsoft.com/office/drawing/2014/main" id="{8983DA81-C479-F849-AB06-EDCD924EF8B3}"/>
                  </a:ext>
                </a:extLst>
              </p:cNvPr>
              <p:cNvCxnSpPr>
                <a:cxnSpLocks/>
              </p:cNvCxnSpPr>
              <p:nvPr/>
            </p:nvCxnSpPr>
            <p:spPr>
              <a:xfrm>
                <a:off x="5182936" y="2914214"/>
                <a:ext cx="153344" cy="0"/>
              </a:xfrm>
              <a:prstGeom prst="line">
                <a:avLst/>
              </a:prstGeom>
              <a:ln w="12700">
                <a:solidFill>
                  <a:srgbClr val="E40000"/>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rgbClr val="E40000"/>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05" name="Group 104">
            <a:extLst>
              <a:ext uri="{FF2B5EF4-FFF2-40B4-BE49-F238E27FC236}">
                <a16:creationId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47" name="Group 850">
            <a:extLst>
              <a:ext uri="{FF2B5EF4-FFF2-40B4-BE49-F238E27FC236}">
                <a16:creationId xmlns:a16="http://schemas.microsoft.com/office/drawing/2014/main" id="{4F552D9E-30F7-A14F-B4D6-B51A5A66BDB8}"/>
              </a:ext>
            </a:extLst>
          </p:cNvPr>
          <p:cNvGrpSpPr>
            <a:grpSpLocks/>
          </p:cNvGrpSpPr>
          <p:nvPr/>
        </p:nvGrpSpPr>
        <p:grpSpPr bwMode="auto">
          <a:xfrm>
            <a:off x="7566349" y="3812814"/>
            <a:ext cx="496588" cy="96676"/>
            <a:chOff x="2199" y="955"/>
            <a:chExt cx="2547" cy="506"/>
          </a:xfrm>
        </p:grpSpPr>
        <p:sp>
          <p:nvSpPr>
            <p:cNvPr id="548" name="Freeform 851">
              <a:extLst>
                <a:ext uri="{FF2B5EF4-FFF2-40B4-BE49-F238E27FC236}">
                  <a16:creationId xmlns:a16="http://schemas.microsoft.com/office/drawing/2014/main" id="{47E21BF6-929B-3A47-8266-F43071DB405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9" name="Freeform 852">
              <a:extLst>
                <a:ext uri="{FF2B5EF4-FFF2-40B4-BE49-F238E27FC236}">
                  <a16:creationId xmlns:a16="http://schemas.microsoft.com/office/drawing/2014/main" id="{977E0CCA-A1C1-F142-8BCA-8B6415F0037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0" name="Freeform 853">
              <a:extLst>
                <a:ext uri="{FF2B5EF4-FFF2-40B4-BE49-F238E27FC236}">
                  <a16:creationId xmlns:a16="http://schemas.microsoft.com/office/drawing/2014/main" id="{AFEC8E43-9448-CC47-A12E-E3D3988EA28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1" name="Freeform 854">
              <a:extLst>
                <a:ext uri="{FF2B5EF4-FFF2-40B4-BE49-F238E27FC236}">
                  <a16:creationId xmlns:a16="http://schemas.microsoft.com/office/drawing/2014/main" id="{9974E21E-DE2A-F14B-9EEA-8E995ACB2F4C}"/>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2" name="Freeform 855">
              <a:extLst>
                <a:ext uri="{FF2B5EF4-FFF2-40B4-BE49-F238E27FC236}">
                  <a16:creationId xmlns:a16="http://schemas.microsoft.com/office/drawing/2014/main" id="{526B7E0C-0C34-C149-980C-9D4078DFB7FF}"/>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3" name="Freeform 856">
              <a:extLst>
                <a:ext uri="{FF2B5EF4-FFF2-40B4-BE49-F238E27FC236}">
                  <a16:creationId xmlns:a16="http://schemas.microsoft.com/office/drawing/2014/main" id="{8F99464E-957F-4E48-BA20-3C5D8011E64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8" name="Group 850">
            <a:extLst>
              <a:ext uri="{FF2B5EF4-FFF2-40B4-BE49-F238E27FC236}">
                <a16:creationId xmlns:a16="http://schemas.microsoft.com/office/drawing/2014/main" id="{29210D43-18C8-0641-B681-3446080C3F9A}"/>
              </a:ext>
            </a:extLst>
          </p:cNvPr>
          <p:cNvGrpSpPr>
            <a:grpSpLocks/>
          </p:cNvGrpSpPr>
          <p:nvPr/>
        </p:nvGrpSpPr>
        <p:grpSpPr bwMode="auto">
          <a:xfrm>
            <a:off x="7801777" y="3327400"/>
            <a:ext cx="269073" cy="46492"/>
            <a:chOff x="2199" y="955"/>
            <a:chExt cx="2547" cy="506"/>
          </a:xfrm>
        </p:grpSpPr>
        <p:sp>
          <p:nvSpPr>
            <p:cNvPr id="597" name="Freeform 851">
              <a:extLst>
                <a:ext uri="{FF2B5EF4-FFF2-40B4-BE49-F238E27FC236}">
                  <a16:creationId xmlns:a16="http://schemas.microsoft.com/office/drawing/2014/main" id="{36DCC3D2-0891-2541-A191-1251BBEF9908}"/>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8" name="Freeform 852">
              <a:extLst>
                <a:ext uri="{FF2B5EF4-FFF2-40B4-BE49-F238E27FC236}">
                  <a16:creationId xmlns:a16="http://schemas.microsoft.com/office/drawing/2014/main" id="{D5277460-B4E3-524F-9433-384917AEC32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9" name="Freeform 853">
              <a:extLst>
                <a:ext uri="{FF2B5EF4-FFF2-40B4-BE49-F238E27FC236}">
                  <a16:creationId xmlns:a16="http://schemas.microsoft.com/office/drawing/2014/main" id="{B805595D-4D0C-7944-A9AD-4D3ADF56132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0" name="Freeform 854">
              <a:extLst>
                <a:ext uri="{FF2B5EF4-FFF2-40B4-BE49-F238E27FC236}">
                  <a16:creationId xmlns:a16="http://schemas.microsoft.com/office/drawing/2014/main" id="{E00F00F5-C22C-9E4F-AD64-60E1AB2F49C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1" name="Freeform 855">
              <a:extLst>
                <a:ext uri="{FF2B5EF4-FFF2-40B4-BE49-F238E27FC236}">
                  <a16:creationId xmlns:a16="http://schemas.microsoft.com/office/drawing/2014/main" id="{91BD7366-39AE-8B41-B7C8-8425503699EC}"/>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2" name="Freeform 856">
              <a:extLst>
                <a:ext uri="{FF2B5EF4-FFF2-40B4-BE49-F238E27FC236}">
                  <a16:creationId xmlns:a16="http://schemas.microsoft.com/office/drawing/2014/main" id="{7FC3F21F-3A7A-BD48-A40A-00C122D9857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03" name="Group 850">
            <a:extLst>
              <a:ext uri="{FF2B5EF4-FFF2-40B4-BE49-F238E27FC236}">
                <a16:creationId xmlns:a16="http://schemas.microsoft.com/office/drawing/2014/main" id="{BE7F245F-72C2-A043-82DE-6C0AE3E66523}"/>
              </a:ext>
            </a:extLst>
          </p:cNvPr>
          <p:cNvGrpSpPr>
            <a:grpSpLocks/>
          </p:cNvGrpSpPr>
          <p:nvPr/>
        </p:nvGrpSpPr>
        <p:grpSpPr bwMode="auto">
          <a:xfrm>
            <a:off x="7493802" y="3422650"/>
            <a:ext cx="269073" cy="46492"/>
            <a:chOff x="2199" y="955"/>
            <a:chExt cx="2547" cy="506"/>
          </a:xfrm>
        </p:grpSpPr>
        <p:sp>
          <p:nvSpPr>
            <p:cNvPr id="604" name="Freeform 851">
              <a:extLst>
                <a:ext uri="{FF2B5EF4-FFF2-40B4-BE49-F238E27FC236}">
                  <a16:creationId xmlns:a16="http://schemas.microsoft.com/office/drawing/2014/main" id="{B712963A-1E2A-3643-B5C3-4E552B192EF5}"/>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5" name="Freeform 852">
              <a:extLst>
                <a:ext uri="{FF2B5EF4-FFF2-40B4-BE49-F238E27FC236}">
                  <a16:creationId xmlns:a16="http://schemas.microsoft.com/office/drawing/2014/main" id="{470DE5CF-9167-9246-A722-9E84422744D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6" name="Freeform 853">
              <a:extLst>
                <a:ext uri="{FF2B5EF4-FFF2-40B4-BE49-F238E27FC236}">
                  <a16:creationId xmlns:a16="http://schemas.microsoft.com/office/drawing/2014/main" id="{BD37A15B-27DE-5640-BDCC-45492602C15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7" name="Freeform 854">
              <a:extLst>
                <a:ext uri="{FF2B5EF4-FFF2-40B4-BE49-F238E27FC236}">
                  <a16:creationId xmlns:a16="http://schemas.microsoft.com/office/drawing/2014/main" id="{8F353A5D-F3B9-A24E-A816-361069C5BDB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8" name="Freeform 855">
              <a:extLst>
                <a:ext uri="{FF2B5EF4-FFF2-40B4-BE49-F238E27FC236}">
                  <a16:creationId xmlns:a16="http://schemas.microsoft.com/office/drawing/2014/main" id="{2A37387A-9AD7-7347-9B59-5E3423DC08E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9" name="Freeform 856">
              <a:extLst>
                <a:ext uri="{FF2B5EF4-FFF2-40B4-BE49-F238E27FC236}">
                  <a16:creationId xmlns:a16="http://schemas.microsoft.com/office/drawing/2014/main" id="{EE58E058-DE5E-E74A-88A3-CEE247A6FBD0}"/>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10" name="Group 850">
            <a:extLst>
              <a:ext uri="{FF2B5EF4-FFF2-40B4-BE49-F238E27FC236}">
                <a16:creationId xmlns:a16="http://schemas.microsoft.com/office/drawing/2014/main" id="{E3F84402-6524-194E-A94B-4A0A73FB3611}"/>
              </a:ext>
            </a:extLst>
          </p:cNvPr>
          <p:cNvGrpSpPr>
            <a:grpSpLocks/>
          </p:cNvGrpSpPr>
          <p:nvPr/>
        </p:nvGrpSpPr>
        <p:grpSpPr bwMode="auto">
          <a:xfrm>
            <a:off x="7439349" y="2355850"/>
            <a:ext cx="399726" cy="74090"/>
            <a:chOff x="2199" y="955"/>
            <a:chExt cx="2547" cy="506"/>
          </a:xfrm>
        </p:grpSpPr>
        <p:sp>
          <p:nvSpPr>
            <p:cNvPr id="611" name="Freeform 851">
              <a:extLst>
                <a:ext uri="{FF2B5EF4-FFF2-40B4-BE49-F238E27FC236}">
                  <a16:creationId xmlns:a16="http://schemas.microsoft.com/office/drawing/2014/main" id="{1E84A0F2-859D-ED43-B462-FB6DCAD4E5C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2" name="Freeform 852">
              <a:extLst>
                <a:ext uri="{FF2B5EF4-FFF2-40B4-BE49-F238E27FC236}">
                  <a16:creationId xmlns:a16="http://schemas.microsoft.com/office/drawing/2014/main" id="{F5ACD2B7-2AE4-D246-A087-5ECDBCFE34DA}"/>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3" name="Freeform 853">
              <a:extLst>
                <a:ext uri="{FF2B5EF4-FFF2-40B4-BE49-F238E27FC236}">
                  <a16:creationId xmlns:a16="http://schemas.microsoft.com/office/drawing/2014/main" id="{759F9135-879C-BF4F-AFC5-818266E3251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4" name="Freeform 854">
              <a:extLst>
                <a:ext uri="{FF2B5EF4-FFF2-40B4-BE49-F238E27FC236}">
                  <a16:creationId xmlns:a16="http://schemas.microsoft.com/office/drawing/2014/main" id="{6CCBF41C-B507-F94D-948A-DE3FCE8B0A1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5" name="Freeform 855">
              <a:extLst>
                <a:ext uri="{FF2B5EF4-FFF2-40B4-BE49-F238E27FC236}">
                  <a16:creationId xmlns:a16="http://schemas.microsoft.com/office/drawing/2014/main" id="{F49FB24E-6FA4-654E-852C-85E4BB85529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6" name="Freeform 856">
              <a:extLst>
                <a:ext uri="{FF2B5EF4-FFF2-40B4-BE49-F238E27FC236}">
                  <a16:creationId xmlns:a16="http://schemas.microsoft.com/office/drawing/2014/main" id="{BC5E9B76-5823-534D-A665-5761962C2BE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24" name="Group 850">
            <a:extLst>
              <a:ext uri="{FF2B5EF4-FFF2-40B4-BE49-F238E27FC236}">
                <a16:creationId xmlns:a16="http://schemas.microsoft.com/office/drawing/2014/main" id="{D967DD69-1C1F-4942-88FF-DBC278423524}"/>
              </a:ext>
            </a:extLst>
          </p:cNvPr>
          <p:cNvGrpSpPr>
            <a:grpSpLocks/>
          </p:cNvGrpSpPr>
          <p:nvPr/>
        </p:nvGrpSpPr>
        <p:grpSpPr bwMode="auto">
          <a:xfrm>
            <a:off x="7756849" y="1863725"/>
            <a:ext cx="399726" cy="74090"/>
            <a:chOff x="2199" y="955"/>
            <a:chExt cx="2547" cy="506"/>
          </a:xfrm>
        </p:grpSpPr>
        <p:sp>
          <p:nvSpPr>
            <p:cNvPr id="625" name="Freeform 851">
              <a:extLst>
                <a:ext uri="{FF2B5EF4-FFF2-40B4-BE49-F238E27FC236}">
                  <a16:creationId xmlns:a16="http://schemas.microsoft.com/office/drawing/2014/main" id="{C0A1A462-018A-7347-8CBD-7006888DF72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6" name="Freeform 852">
              <a:extLst>
                <a:ext uri="{FF2B5EF4-FFF2-40B4-BE49-F238E27FC236}">
                  <a16:creationId xmlns:a16="http://schemas.microsoft.com/office/drawing/2014/main" id="{22F09480-8DE6-5D4E-A19F-5BA801D7A64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7" name="Freeform 853">
              <a:extLst>
                <a:ext uri="{FF2B5EF4-FFF2-40B4-BE49-F238E27FC236}">
                  <a16:creationId xmlns:a16="http://schemas.microsoft.com/office/drawing/2014/main" id="{53F1DF53-28BC-264A-BBA0-4D802EB0297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8" name="Freeform 854">
              <a:extLst>
                <a:ext uri="{FF2B5EF4-FFF2-40B4-BE49-F238E27FC236}">
                  <a16:creationId xmlns:a16="http://schemas.microsoft.com/office/drawing/2014/main" id="{61608420-02E2-254C-ACD1-27ABB5ED166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9" name="Freeform 855">
              <a:extLst>
                <a:ext uri="{FF2B5EF4-FFF2-40B4-BE49-F238E27FC236}">
                  <a16:creationId xmlns:a16="http://schemas.microsoft.com/office/drawing/2014/main" id="{0670B0D6-0581-E44E-ADBE-91BB69BB57B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0" name="Freeform 856">
              <a:extLst>
                <a:ext uri="{FF2B5EF4-FFF2-40B4-BE49-F238E27FC236}">
                  <a16:creationId xmlns:a16="http://schemas.microsoft.com/office/drawing/2014/main" id="{AD6F69E6-2C1F-CC46-A5B9-D1AC96F68C8C}"/>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1" name="Group 850">
            <a:extLst>
              <a:ext uri="{FF2B5EF4-FFF2-40B4-BE49-F238E27FC236}">
                <a16:creationId xmlns:a16="http://schemas.microsoft.com/office/drawing/2014/main" id="{62F6DC99-EDA6-6948-A435-6A965BBBDC7F}"/>
              </a:ext>
            </a:extLst>
          </p:cNvPr>
          <p:cNvGrpSpPr>
            <a:grpSpLocks/>
          </p:cNvGrpSpPr>
          <p:nvPr/>
        </p:nvGrpSpPr>
        <p:grpSpPr bwMode="auto">
          <a:xfrm>
            <a:off x="8709349" y="2057400"/>
            <a:ext cx="399726" cy="74090"/>
            <a:chOff x="2199" y="955"/>
            <a:chExt cx="2547" cy="506"/>
          </a:xfrm>
        </p:grpSpPr>
        <p:sp>
          <p:nvSpPr>
            <p:cNvPr id="632" name="Freeform 851">
              <a:extLst>
                <a:ext uri="{FF2B5EF4-FFF2-40B4-BE49-F238E27FC236}">
                  <a16:creationId xmlns:a16="http://schemas.microsoft.com/office/drawing/2014/main" id="{9E06E7BD-A2EF-5A4E-A34B-606CF638590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3" name="Freeform 852">
              <a:extLst>
                <a:ext uri="{FF2B5EF4-FFF2-40B4-BE49-F238E27FC236}">
                  <a16:creationId xmlns:a16="http://schemas.microsoft.com/office/drawing/2014/main" id="{A8B52BE3-CB73-904C-84C5-EB4ED34708C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4" name="Freeform 853">
              <a:extLst>
                <a:ext uri="{FF2B5EF4-FFF2-40B4-BE49-F238E27FC236}">
                  <a16:creationId xmlns:a16="http://schemas.microsoft.com/office/drawing/2014/main" id="{13C0497F-B26E-6347-8A3D-7B1091C04AA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5" name="Freeform 854">
              <a:extLst>
                <a:ext uri="{FF2B5EF4-FFF2-40B4-BE49-F238E27FC236}">
                  <a16:creationId xmlns:a16="http://schemas.microsoft.com/office/drawing/2014/main" id="{D5A7D90C-8586-EC4C-B8AE-53ADC2C0E8A6}"/>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6" name="Freeform 855">
              <a:extLst>
                <a:ext uri="{FF2B5EF4-FFF2-40B4-BE49-F238E27FC236}">
                  <a16:creationId xmlns:a16="http://schemas.microsoft.com/office/drawing/2014/main" id="{C7871F0A-571C-A942-9C96-20D90FBDB413}"/>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7" name="Freeform 856">
              <a:extLst>
                <a:ext uri="{FF2B5EF4-FFF2-40B4-BE49-F238E27FC236}">
                  <a16:creationId xmlns:a16="http://schemas.microsoft.com/office/drawing/2014/main" id="{A1A01D86-638D-3644-B20B-066BDFC4123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8" name="Group 850">
            <a:extLst>
              <a:ext uri="{FF2B5EF4-FFF2-40B4-BE49-F238E27FC236}">
                <a16:creationId xmlns:a16="http://schemas.microsoft.com/office/drawing/2014/main" id="{C59EF036-7544-CD4B-98C5-190F592891A5}"/>
              </a:ext>
            </a:extLst>
          </p:cNvPr>
          <p:cNvGrpSpPr>
            <a:grpSpLocks/>
          </p:cNvGrpSpPr>
          <p:nvPr/>
        </p:nvGrpSpPr>
        <p:grpSpPr bwMode="auto">
          <a:xfrm>
            <a:off x="8639499" y="2320925"/>
            <a:ext cx="399726" cy="74090"/>
            <a:chOff x="2199" y="955"/>
            <a:chExt cx="2547" cy="506"/>
          </a:xfrm>
        </p:grpSpPr>
        <p:sp>
          <p:nvSpPr>
            <p:cNvPr id="639" name="Freeform 851">
              <a:extLst>
                <a:ext uri="{FF2B5EF4-FFF2-40B4-BE49-F238E27FC236}">
                  <a16:creationId xmlns:a16="http://schemas.microsoft.com/office/drawing/2014/main" id="{F5A6E6AF-D117-5E41-8785-04B0EC2CA4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0" name="Freeform 852">
              <a:extLst>
                <a:ext uri="{FF2B5EF4-FFF2-40B4-BE49-F238E27FC236}">
                  <a16:creationId xmlns:a16="http://schemas.microsoft.com/office/drawing/2014/main" id="{8595B388-6685-8E4F-BDEB-FA923F29148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1" name="Freeform 853">
              <a:extLst>
                <a:ext uri="{FF2B5EF4-FFF2-40B4-BE49-F238E27FC236}">
                  <a16:creationId xmlns:a16="http://schemas.microsoft.com/office/drawing/2014/main" id="{C4382DCB-82DC-E84A-BABC-A28B22D16FE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2" name="Freeform 854">
              <a:extLst>
                <a:ext uri="{FF2B5EF4-FFF2-40B4-BE49-F238E27FC236}">
                  <a16:creationId xmlns:a16="http://schemas.microsoft.com/office/drawing/2014/main" id="{8582F608-341E-2B44-81DA-A22C72A0DE9B}"/>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3" name="Freeform 855">
              <a:extLst>
                <a:ext uri="{FF2B5EF4-FFF2-40B4-BE49-F238E27FC236}">
                  <a16:creationId xmlns:a16="http://schemas.microsoft.com/office/drawing/2014/main" id="{E9219FD5-AC73-0E49-9022-036371064B5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4" name="Freeform 856">
              <a:extLst>
                <a:ext uri="{FF2B5EF4-FFF2-40B4-BE49-F238E27FC236}">
                  <a16:creationId xmlns:a16="http://schemas.microsoft.com/office/drawing/2014/main" id="{FF2B6185-8996-9D4A-95D8-B325E76BC00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45" name="Group 850">
            <a:extLst>
              <a:ext uri="{FF2B5EF4-FFF2-40B4-BE49-F238E27FC236}">
                <a16:creationId xmlns:a16="http://schemas.microsoft.com/office/drawing/2014/main" id="{C8198E09-7653-3F45-A431-F592CB853548}"/>
              </a:ext>
            </a:extLst>
          </p:cNvPr>
          <p:cNvGrpSpPr>
            <a:grpSpLocks/>
          </p:cNvGrpSpPr>
          <p:nvPr/>
        </p:nvGrpSpPr>
        <p:grpSpPr bwMode="auto">
          <a:xfrm>
            <a:off x="9245924" y="5476874"/>
            <a:ext cx="450526" cy="96315"/>
            <a:chOff x="2199" y="955"/>
            <a:chExt cx="2547" cy="506"/>
          </a:xfrm>
        </p:grpSpPr>
        <p:sp>
          <p:nvSpPr>
            <p:cNvPr id="646" name="Freeform 851">
              <a:extLst>
                <a:ext uri="{FF2B5EF4-FFF2-40B4-BE49-F238E27FC236}">
                  <a16:creationId xmlns:a16="http://schemas.microsoft.com/office/drawing/2014/main" id="{6E92E888-DA5C-8D45-96AD-D6A2E116446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7" name="Freeform 852">
              <a:extLst>
                <a:ext uri="{FF2B5EF4-FFF2-40B4-BE49-F238E27FC236}">
                  <a16:creationId xmlns:a16="http://schemas.microsoft.com/office/drawing/2014/main" id="{2754A16A-D74F-2C40-93DA-A9EAC7806B6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8" name="Freeform 853">
              <a:extLst>
                <a:ext uri="{FF2B5EF4-FFF2-40B4-BE49-F238E27FC236}">
                  <a16:creationId xmlns:a16="http://schemas.microsoft.com/office/drawing/2014/main" id="{B78947A0-D91C-E742-8A54-40B58A0EA73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9" name="Freeform 854">
              <a:extLst>
                <a:ext uri="{FF2B5EF4-FFF2-40B4-BE49-F238E27FC236}">
                  <a16:creationId xmlns:a16="http://schemas.microsoft.com/office/drawing/2014/main" id="{A3BC268E-C50E-F64F-A6DD-8829085043E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0" name="Freeform 855">
              <a:extLst>
                <a:ext uri="{FF2B5EF4-FFF2-40B4-BE49-F238E27FC236}">
                  <a16:creationId xmlns:a16="http://schemas.microsoft.com/office/drawing/2014/main" id="{C609CF41-4A74-014E-A94A-F5C707D3150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1" name="Freeform 856">
              <a:extLst>
                <a:ext uri="{FF2B5EF4-FFF2-40B4-BE49-F238E27FC236}">
                  <a16:creationId xmlns:a16="http://schemas.microsoft.com/office/drawing/2014/main" id="{6E8FDB88-4766-E44A-8E83-FA0CEA8287A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2" name="Group 850">
            <a:extLst>
              <a:ext uri="{FF2B5EF4-FFF2-40B4-BE49-F238E27FC236}">
                <a16:creationId xmlns:a16="http://schemas.microsoft.com/office/drawing/2014/main" id="{D8195E5E-B336-324B-8B0B-ACC4CA2C6E80}"/>
              </a:ext>
            </a:extLst>
          </p:cNvPr>
          <p:cNvGrpSpPr>
            <a:grpSpLocks/>
          </p:cNvGrpSpPr>
          <p:nvPr/>
        </p:nvGrpSpPr>
        <p:grpSpPr bwMode="auto">
          <a:xfrm>
            <a:off x="9195602" y="5857875"/>
            <a:ext cx="230973" cy="45719"/>
            <a:chOff x="2199" y="955"/>
            <a:chExt cx="2547" cy="506"/>
          </a:xfrm>
        </p:grpSpPr>
        <p:sp>
          <p:nvSpPr>
            <p:cNvPr id="653" name="Freeform 851">
              <a:extLst>
                <a:ext uri="{FF2B5EF4-FFF2-40B4-BE49-F238E27FC236}">
                  <a16:creationId xmlns:a16="http://schemas.microsoft.com/office/drawing/2014/main" id="{D70C4FD5-7449-EB41-AE91-674A29E480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852">
              <a:extLst>
                <a:ext uri="{FF2B5EF4-FFF2-40B4-BE49-F238E27FC236}">
                  <a16:creationId xmlns:a16="http://schemas.microsoft.com/office/drawing/2014/main" id="{A43D749A-E763-1A49-ABFC-3F8866DC1D6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853">
              <a:extLst>
                <a:ext uri="{FF2B5EF4-FFF2-40B4-BE49-F238E27FC236}">
                  <a16:creationId xmlns:a16="http://schemas.microsoft.com/office/drawing/2014/main" id="{1984E37F-68A6-AE44-9F93-DD410B4FBD85}"/>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854">
              <a:extLst>
                <a:ext uri="{FF2B5EF4-FFF2-40B4-BE49-F238E27FC236}">
                  <a16:creationId xmlns:a16="http://schemas.microsoft.com/office/drawing/2014/main" id="{F1E5C680-79A8-FE44-84E3-2153EA20005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855">
              <a:extLst>
                <a:ext uri="{FF2B5EF4-FFF2-40B4-BE49-F238E27FC236}">
                  <a16:creationId xmlns:a16="http://schemas.microsoft.com/office/drawing/2014/main" id="{10AB1C0F-439F-734D-9512-EB095894FAE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856">
              <a:extLst>
                <a:ext uri="{FF2B5EF4-FFF2-40B4-BE49-F238E27FC236}">
                  <a16:creationId xmlns:a16="http://schemas.microsoft.com/office/drawing/2014/main" id="{E674261C-9C74-1045-A006-34903B78C01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9" name="Group 850">
            <a:extLst>
              <a:ext uri="{FF2B5EF4-FFF2-40B4-BE49-F238E27FC236}">
                <a16:creationId xmlns:a16="http://schemas.microsoft.com/office/drawing/2014/main" id="{085C02C9-1A7F-0642-B79C-6EDB2FE9C908}"/>
              </a:ext>
            </a:extLst>
          </p:cNvPr>
          <p:cNvGrpSpPr>
            <a:grpSpLocks/>
          </p:cNvGrpSpPr>
          <p:nvPr/>
        </p:nvGrpSpPr>
        <p:grpSpPr bwMode="auto">
          <a:xfrm>
            <a:off x="9538502" y="5794375"/>
            <a:ext cx="230973" cy="45719"/>
            <a:chOff x="2199" y="955"/>
            <a:chExt cx="2547" cy="506"/>
          </a:xfrm>
        </p:grpSpPr>
        <p:sp>
          <p:nvSpPr>
            <p:cNvPr id="660" name="Freeform 851">
              <a:extLst>
                <a:ext uri="{FF2B5EF4-FFF2-40B4-BE49-F238E27FC236}">
                  <a16:creationId xmlns:a16="http://schemas.microsoft.com/office/drawing/2014/main" id="{9C005DC5-E020-664D-90A8-D62468BEA01F}"/>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852">
              <a:extLst>
                <a:ext uri="{FF2B5EF4-FFF2-40B4-BE49-F238E27FC236}">
                  <a16:creationId xmlns:a16="http://schemas.microsoft.com/office/drawing/2014/main" id="{51687CFF-3135-3B4D-B333-BB62A87BF9B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853">
              <a:extLst>
                <a:ext uri="{FF2B5EF4-FFF2-40B4-BE49-F238E27FC236}">
                  <a16:creationId xmlns:a16="http://schemas.microsoft.com/office/drawing/2014/main" id="{C7F3B199-2EBF-AE46-B38B-543EED8CFB15}"/>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854">
              <a:extLst>
                <a:ext uri="{FF2B5EF4-FFF2-40B4-BE49-F238E27FC236}">
                  <a16:creationId xmlns:a16="http://schemas.microsoft.com/office/drawing/2014/main" id="{1A13A5D2-6717-724F-9FA9-7AE0BB5F67D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855">
              <a:extLst>
                <a:ext uri="{FF2B5EF4-FFF2-40B4-BE49-F238E27FC236}">
                  <a16:creationId xmlns:a16="http://schemas.microsoft.com/office/drawing/2014/main" id="{4E9B1CE6-94BA-CB4A-BAA3-20583CDAEF3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856">
              <a:extLst>
                <a:ext uri="{FF2B5EF4-FFF2-40B4-BE49-F238E27FC236}">
                  <a16:creationId xmlns:a16="http://schemas.microsoft.com/office/drawing/2014/main" id="{F15D2A24-844D-7345-AF84-FEA40BD351A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66" name="Group 817">
            <a:extLst>
              <a:ext uri="{FF2B5EF4-FFF2-40B4-BE49-F238E27FC236}">
                <a16:creationId xmlns:a16="http://schemas.microsoft.com/office/drawing/2014/main" id="{5B996586-264C-3643-9E41-3632345BFB87}"/>
              </a:ext>
            </a:extLst>
          </p:cNvPr>
          <p:cNvGrpSpPr>
            <a:grpSpLocks/>
          </p:cNvGrpSpPr>
          <p:nvPr/>
        </p:nvGrpSpPr>
        <p:grpSpPr bwMode="auto">
          <a:xfrm>
            <a:off x="7975063" y="2094561"/>
            <a:ext cx="466245" cy="434369"/>
            <a:chOff x="2920" y="1424"/>
            <a:chExt cx="326" cy="320"/>
          </a:xfrm>
        </p:grpSpPr>
        <p:sp>
          <p:nvSpPr>
            <p:cNvPr id="667" name="Oval 818">
              <a:extLst>
                <a:ext uri="{FF2B5EF4-FFF2-40B4-BE49-F238E27FC236}">
                  <a16:creationId xmlns:a16="http://schemas.microsoft.com/office/drawing/2014/main" id="{AA4661F1-54B8-A146-BC66-9B5A3CD272EA}"/>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68" name="Group 819">
              <a:extLst>
                <a:ext uri="{FF2B5EF4-FFF2-40B4-BE49-F238E27FC236}">
                  <a16:creationId xmlns:a16="http://schemas.microsoft.com/office/drawing/2014/main" id="{1686DBB0-11C0-D34B-972B-2CCF69324CCC}"/>
                </a:ext>
              </a:extLst>
            </p:cNvPr>
            <p:cNvGrpSpPr>
              <a:grpSpLocks/>
            </p:cNvGrpSpPr>
            <p:nvPr/>
          </p:nvGrpSpPr>
          <p:grpSpPr bwMode="auto">
            <a:xfrm>
              <a:off x="2949" y="1424"/>
              <a:ext cx="265" cy="280"/>
              <a:chOff x="2949" y="1424"/>
              <a:chExt cx="265" cy="280"/>
            </a:xfrm>
          </p:grpSpPr>
          <p:sp>
            <p:nvSpPr>
              <p:cNvPr id="670" name="Oval 820">
                <a:extLst>
                  <a:ext uri="{FF2B5EF4-FFF2-40B4-BE49-F238E27FC236}">
                    <a16:creationId xmlns:a16="http://schemas.microsoft.com/office/drawing/2014/main" id="{65562299-A7B0-E748-8DA9-F125E00B96FB}"/>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Oval 821">
                <a:extLst>
                  <a:ext uri="{FF2B5EF4-FFF2-40B4-BE49-F238E27FC236}">
                    <a16:creationId xmlns:a16="http://schemas.microsoft.com/office/drawing/2014/main" id="{4C2D7ED2-03EA-DD40-B7CA-8CF81250D4E0}"/>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2" name="Oval 822">
                <a:extLst>
                  <a:ext uri="{FF2B5EF4-FFF2-40B4-BE49-F238E27FC236}">
                    <a16:creationId xmlns:a16="http://schemas.microsoft.com/office/drawing/2014/main" id="{52DEB089-EF3D-7E47-9DFD-BCE7FFF4F5DD}"/>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3" name="Oval 823">
                <a:extLst>
                  <a:ext uri="{FF2B5EF4-FFF2-40B4-BE49-F238E27FC236}">
                    <a16:creationId xmlns:a16="http://schemas.microsoft.com/office/drawing/2014/main" id="{27812B4C-C2A3-A34E-8C48-C8022BA5CC4A}"/>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4" name="Freeform 824">
                <a:extLst>
                  <a:ext uri="{FF2B5EF4-FFF2-40B4-BE49-F238E27FC236}">
                    <a16:creationId xmlns:a16="http://schemas.microsoft.com/office/drawing/2014/main" id="{A83A4BD2-C0FC-0243-9444-4BE1DEF5443B}"/>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9" name="Freeform 825">
              <a:extLst>
                <a:ext uri="{FF2B5EF4-FFF2-40B4-BE49-F238E27FC236}">
                  <a16:creationId xmlns:a16="http://schemas.microsoft.com/office/drawing/2014/main" id="{88940FE6-2121-E047-B5D1-709EEEA5D1FA}"/>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75" name="Group 674">
            <a:extLst>
              <a:ext uri="{FF2B5EF4-FFF2-40B4-BE49-F238E27FC236}">
                <a16:creationId xmlns:a16="http://schemas.microsoft.com/office/drawing/2014/main" id="{CAA0DAAC-D388-5E4E-8B1F-AA359B358F91}"/>
              </a:ext>
            </a:extLst>
          </p:cNvPr>
          <p:cNvGrpSpPr/>
          <p:nvPr/>
        </p:nvGrpSpPr>
        <p:grpSpPr>
          <a:xfrm>
            <a:off x="9885167" y="5352639"/>
            <a:ext cx="309187" cy="167750"/>
            <a:chOff x="3668110" y="2448910"/>
            <a:chExt cx="3794234" cy="2165130"/>
          </a:xfrm>
        </p:grpSpPr>
        <p:sp>
          <p:nvSpPr>
            <p:cNvPr id="676" name="Rectangle 675">
              <a:extLst>
                <a:ext uri="{FF2B5EF4-FFF2-40B4-BE49-F238E27FC236}">
                  <a16:creationId xmlns:a16="http://schemas.microsoft.com/office/drawing/2014/main" id="{46F75940-BD62-504A-8C73-FDDA0A3399A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7" name="Freeform 676">
              <a:extLst>
                <a:ext uri="{FF2B5EF4-FFF2-40B4-BE49-F238E27FC236}">
                  <a16:creationId xmlns:a16="http://schemas.microsoft.com/office/drawing/2014/main" id="{B68551CE-211F-A242-AF0E-8E6622E334D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678" name="Group 677">
              <a:extLst>
                <a:ext uri="{FF2B5EF4-FFF2-40B4-BE49-F238E27FC236}">
                  <a16:creationId xmlns:a16="http://schemas.microsoft.com/office/drawing/2014/main" id="{074BFC43-A3A5-964D-8135-081414E76B2E}"/>
                </a:ext>
              </a:extLst>
            </p:cNvPr>
            <p:cNvGrpSpPr/>
            <p:nvPr/>
          </p:nvGrpSpPr>
          <p:grpSpPr>
            <a:xfrm>
              <a:off x="3941378" y="2603243"/>
              <a:ext cx="3202061" cy="1066110"/>
              <a:chOff x="7939341" y="3037317"/>
              <a:chExt cx="897649" cy="353919"/>
            </a:xfrm>
          </p:grpSpPr>
          <p:sp>
            <p:nvSpPr>
              <p:cNvPr id="679" name="Freeform 678">
                <a:extLst>
                  <a:ext uri="{FF2B5EF4-FFF2-40B4-BE49-F238E27FC236}">
                    <a16:creationId xmlns:a16="http://schemas.microsoft.com/office/drawing/2014/main" id="{1EEBCE37-5065-464B-A991-2B6D4416248C}"/>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0" name="Freeform 679">
                <a:extLst>
                  <a:ext uri="{FF2B5EF4-FFF2-40B4-BE49-F238E27FC236}">
                    <a16:creationId xmlns:a16="http://schemas.microsoft.com/office/drawing/2014/main" id="{1119C91B-532D-914D-A174-D49B02868A2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1" name="Freeform 680">
                <a:extLst>
                  <a:ext uri="{FF2B5EF4-FFF2-40B4-BE49-F238E27FC236}">
                    <a16:creationId xmlns:a16="http://schemas.microsoft.com/office/drawing/2014/main" id="{201345D5-2C2E-D144-AAB9-B54FD240A64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2" name="Freeform 681">
                <a:extLst>
                  <a:ext uri="{FF2B5EF4-FFF2-40B4-BE49-F238E27FC236}">
                    <a16:creationId xmlns:a16="http://schemas.microsoft.com/office/drawing/2014/main" id="{6040CCAF-188D-9140-80B6-CA6A424D689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 name="Group 2">
            <a:extLst>
              <a:ext uri="{FF2B5EF4-FFF2-40B4-BE49-F238E27FC236}">
                <a16:creationId xmlns:a16="http://schemas.microsoft.com/office/drawing/2014/main" id="{E7A394CC-D70F-8E43-8065-B95B6A0A5E94}"/>
              </a:ext>
            </a:extLst>
          </p:cNvPr>
          <p:cNvGrpSpPr/>
          <p:nvPr/>
        </p:nvGrpSpPr>
        <p:grpSpPr>
          <a:xfrm>
            <a:off x="1104900" y="5189517"/>
            <a:ext cx="5226627" cy="1233055"/>
            <a:chOff x="1104900" y="5320145"/>
            <a:chExt cx="5226627" cy="1233055"/>
          </a:xfrm>
        </p:grpSpPr>
        <p:sp>
          <p:nvSpPr>
            <p:cNvPr id="683" name="Text Box 467">
              <a:extLst>
                <a:ext uri="{FF2B5EF4-FFF2-40B4-BE49-F238E27FC236}">
                  <a16:creationId xmlns:a16="http://schemas.microsoft.com/office/drawing/2014/main" id="{1E3B9681-8FF1-EC4D-B168-3EC992789628}"/>
                </a:ext>
              </a:extLst>
            </p:cNvPr>
            <p:cNvSpPr txBox="1">
              <a:spLocks noChangeArrowheads="1"/>
            </p:cNvSpPr>
            <p:nvPr/>
          </p:nvSpPr>
          <p:spPr bwMode="auto">
            <a:xfrm>
              <a:off x="1659707" y="5424331"/>
              <a:ext cx="4139723" cy="879472"/>
            </a:xfrm>
            <a:prstGeom prst="rect">
              <a:avLst/>
            </a:prstGeom>
            <a:noFill/>
            <a:ln w="19050">
              <a:no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link layer </a:t>
              </a:r>
              <a:r>
                <a:rPr kumimoji="0" lang="en-US" sz="20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has responsibility of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transferring datagram from one node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a:t>
              </a:r>
              <a:r>
                <a:rPr kumimoji="0" lang="en-US" sz="20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physically adjacent </a:t>
              </a:r>
              <a:r>
                <a:rPr kumimoji="0" lang="en-US" sz="20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node over a link</a:t>
              </a:r>
              <a:endParaRPr kumimoji="0" lang="en-US" sz="16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5" name="Rectangle 4">
              <a:extLst>
                <a:ext uri="{FF2B5EF4-FFF2-40B4-BE49-F238E27FC236}">
                  <a16:creationId xmlns:a16="http://schemas.microsoft.com/office/drawing/2014/main" id="{40D408BE-7166-1A47-AA93-D02ED37AA439}"/>
                </a:ext>
              </a:extLst>
            </p:cNvPr>
            <p:cNvSpPr/>
            <p:nvPr/>
          </p:nvSpPr>
          <p:spPr>
            <a:xfrm>
              <a:off x="1104900" y="5320145"/>
              <a:ext cx="5226627" cy="123305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9" name="Slide Number Placeholder 8">
            <a:extLst>
              <a:ext uri="{FF2B5EF4-FFF2-40B4-BE49-F238E27FC236}">
                <a16:creationId xmlns:a16="http://schemas.microsoft.com/office/drawing/2014/main" id="{080136AE-5E28-E527-6F11-F40D08A335D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05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5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80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dissolve">
                                      <p:cBhvr>
                                        <p:cTn id="12" dur="500"/>
                                        <p:tgtEl>
                                          <p:spTgt spid="6">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dissolve">
                                      <p:cBhvr>
                                        <p:cTn id="15" dur="500"/>
                                        <p:tgtEl>
                                          <p:spTgt spid="6">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dissolve">
                                      <p:cBhvr>
                                        <p:cTn id="18" dur="500"/>
                                        <p:tgtEl>
                                          <p:spTgt spid="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animEffect transition="in" filter="dissolve">
                                      <p:cBhvr>
                                        <p:cTn id="23" dur="500"/>
                                        <p:tgtEl>
                                          <p:spTgt spid="6">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dissolv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910936" y="362678"/>
            <a:ext cx="10515600" cy="894622"/>
          </a:xfrm>
        </p:spPr>
        <p:txBody>
          <a:bodyPr>
            <a:normAutofit/>
          </a:bodyPr>
          <a:lstStyle/>
          <a:p>
            <a:r>
              <a:rPr lang="en-US" altLang="en-US" sz="4800" dirty="0">
                <a:cs typeface="Calibri" panose="020F0502020204030204" pitchFamily="34" charset="0"/>
              </a:rPr>
              <a:t>Host link-layer implementation</a:t>
            </a:r>
            <a:endParaRPr lang="en-US" sz="4800" dirty="0"/>
          </a:p>
        </p:txBody>
      </p:sp>
      <p:sp>
        <p:nvSpPr>
          <p:cNvPr id="259" name="Rectangle 3">
            <a:extLst>
              <a:ext uri="{FF2B5EF4-FFF2-40B4-BE49-F238E27FC236}">
                <a16:creationId xmlns:a16="http://schemas.microsoft.com/office/drawing/2014/main" id="{A48F2D8E-D82E-0A4C-8783-B2F84E2BA4F6}"/>
              </a:ext>
            </a:extLst>
          </p:cNvPr>
          <p:cNvSpPr txBox="1">
            <a:spLocks noChangeArrowheads="1"/>
          </p:cNvSpPr>
          <p:nvPr/>
        </p:nvSpPr>
        <p:spPr>
          <a:xfrm>
            <a:off x="455038" y="1355734"/>
            <a:ext cx="6282507" cy="502918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en-US" sz="2000" dirty="0">
                <a:solidFill>
                  <a:prstClr val="black"/>
                </a:solidFill>
                <a:latin typeface="+mj-lt"/>
              </a:rPr>
              <a:t>I</a:t>
            </a:r>
            <a:r>
              <a:rPr kumimoji="0" lang="en-US" sz="2000" b="0" i="0" u="none" strike="noStrike" kern="1200" cap="none" spc="0" normalizeH="0" baseline="0" noProof="0" dirty="0">
                <a:ln>
                  <a:noFill/>
                </a:ln>
                <a:solidFill>
                  <a:prstClr val="black"/>
                </a:solidFill>
                <a:effectLst/>
                <a:uLnTx/>
                <a:uFillTx/>
                <a:latin typeface="+mj-lt"/>
              </a:rPr>
              <a:t>n each-and-every host</a:t>
            </a:r>
            <a:r>
              <a:rPr kumimoji="0" lang="en-US" sz="2000" b="0" i="0" u="none" strike="noStrike" kern="1200" cap="none" spc="0" normalizeH="0" noProof="0" dirty="0">
                <a:ln>
                  <a:noFill/>
                </a:ln>
                <a:solidFill>
                  <a:prstClr val="black"/>
                </a:solidFill>
                <a:effectLst/>
                <a:uLnTx/>
                <a:uFillTx/>
                <a:latin typeface="+mj-lt"/>
              </a:rPr>
              <a:t> : </a:t>
            </a:r>
            <a:r>
              <a:rPr kumimoji="0" lang="en-US" sz="2000" b="0" i="0" u="none" strike="noStrike" kern="1200" cap="none" spc="0" normalizeH="0" baseline="0" noProof="0" dirty="0">
                <a:ln>
                  <a:noFill/>
                </a:ln>
                <a:solidFill>
                  <a:prstClr val="black"/>
                </a:solidFill>
                <a:effectLst/>
                <a:uLnTx/>
                <a:uFillTx/>
                <a:latin typeface="+mj-lt"/>
              </a:rPr>
              <a:t>on-chip or in network interface card (NIC) </a:t>
            </a:r>
            <a:endParaRPr kumimoji="0" lang="en-US" sz="1800" b="0" i="0" u="none" strike="noStrike" kern="1200" cap="none" spc="0" normalizeH="0" baseline="0" noProof="0" dirty="0">
              <a:ln>
                <a:noFill/>
              </a:ln>
              <a:solidFill>
                <a:prstClr val="black"/>
              </a:solidFill>
              <a:effectLst/>
              <a:uLnTx/>
              <a:uFillTx/>
              <a:latin typeface="+mj-lt"/>
            </a:endParaRP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000" b="0" i="0" u="none" strike="noStrike" kern="1200" cap="none" spc="0" normalizeH="0" baseline="0" noProof="0" dirty="0">
                <a:ln>
                  <a:noFill/>
                </a:ln>
                <a:solidFill>
                  <a:prstClr val="black"/>
                </a:solidFill>
                <a:effectLst/>
                <a:uLnTx/>
                <a:uFillTx/>
                <a:latin typeface="+mj-lt"/>
              </a:rPr>
              <a:t>attaches into host’s system buses</a:t>
            </a: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en-US" sz="2000" dirty="0">
                <a:solidFill>
                  <a:prstClr val="black"/>
                </a:solidFill>
                <a:latin typeface="+mj-lt"/>
              </a:rPr>
              <a:t>C</a:t>
            </a:r>
            <a:r>
              <a:rPr kumimoji="0" lang="en-US" sz="2000" b="0" i="0" u="none" strike="noStrike" kern="1200" cap="none" spc="0" normalizeH="0" baseline="0" noProof="0" dirty="0" err="1">
                <a:ln>
                  <a:noFill/>
                </a:ln>
                <a:solidFill>
                  <a:prstClr val="black"/>
                </a:solidFill>
                <a:effectLst/>
                <a:uLnTx/>
                <a:uFillTx/>
                <a:latin typeface="+mj-lt"/>
              </a:rPr>
              <a:t>ombination</a:t>
            </a:r>
            <a:r>
              <a:rPr kumimoji="0" lang="en-US" sz="2000" b="0" i="0" u="none" strike="noStrike" kern="1200" cap="none" spc="0" normalizeH="0" baseline="0" noProof="0" dirty="0">
                <a:ln>
                  <a:noFill/>
                </a:ln>
                <a:solidFill>
                  <a:prstClr val="black"/>
                </a:solidFill>
                <a:effectLst/>
                <a:uLnTx/>
                <a:uFillTx/>
                <a:latin typeface="+mj-lt"/>
              </a:rPr>
              <a:t> of hardware, software, firmware</a:t>
            </a:r>
          </a:p>
          <a:p>
            <a:r>
              <a:rPr lang="en-IN" sz="2000" dirty="0">
                <a:latin typeface="+mj-lt"/>
              </a:rPr>
              <a:t>Software components On Sending side implement:</a:t>
            </a:r>
          </a:p>
          <a:p>
            <a:pPr lvl="1"/>
            <a:r>
              <a:rPr lang="en-IN" sz="1600" dirty="0">
                <a:latin typeface="+mj-lt"/>
              </a:rPr>
              <a:t>Assembling link-layer addressing information </a:t>
            </a:r>
          </a:p>
          <a:p>
            <a:pPr lvl="1"/>
            <a:r>
              <a:rPr lang="en-IN" sz="1600" dirty="0">
                <a:latin typeface="+mj-lt"/>
              </a:rPr>
              <a:t>Activating the controller hardware. </a:t>
            </a:r>
          </a:p>
          <a:p>
            <a:endParaRPr lang="en-IN" sz="2000" dirty="0">
              <a:latin typeface="+mj-lt"/>
            </a:endParaRPr>
          </a:p>
          <a:p>
            <a:r>
              <a:rPr lang="en-IN" sz="2000" dirty="0">
                <a:latin typeface="Times" panose="02020603050405020304" pitchFamily="18" charset="0"/>
              </a:rPr>
              <a:t>On the receiving side</a:t>
            </a:r>
          </a:p>
          <a:p>
            <a:pPr lvl="1"/>
            <a:r>
              <a:rPr lang="en-IN" sz="1600" dirty="0">
                <a:latin typeface="Times" panose="02020603050405020304" pitchFamily="18" charset="0"/>
              </a:rPr>
              <a:t>Responds to controller interrupts (e.g., due to the receipt of one or more frames)</a:t>
            </a:r>
          </a:p>
          <a:p>
            <a:pPr lvl="1"/>
            <a:r>
              <a:rPr lang="en-IN" sz="1600" dirty="0">
                <a:latin typeface="Times" panose="02020603050405020304" pitchFamily="18" charset="0"/>
              </a:rPr>
              <a:t>Handling error conditions </a:t>
            </a:r>
          </a:p>
          <a:p>
            <a:pPr lvl="1"/>
            <a:r>
              <a:rPr lang="en-IN" sz="1600" dirty="0">
                <a:latin typeface="Times" panose="02020603050405020304" pitchFamily="18" charset="0"/>
              </a:rPr>
              <a:t>Passing a datagram up to the network layer. </a:t>
            </a:r>
            <a:endParaRPr lang="en-IN" sz="1600" dirty="0"/>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lang="en-US" sz="3200" dirty="0">
              <a:solidFill>
                <a:prstClr val="black"/>
              </a:solidFill>
              <a:latin typeface="Calibri" panose="020F0502020204030204"/>
            </a:endParaRP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Gill Sans MT" charset="0"/>
              <a:ea typeface="+mn-ea"/>
              <a:cs typeface="+mn-cs"/>
            </a:endParaRPr>
          </a:p>
        </p:txBody>
      </p:sp>
      <p:sp>
        <p:nvSpPr>
          <p:cNvPr id="339" name="Freeform 92">
            <a:extLst>
              <a:ext uri="{FF2B5EF4-FFF2-40B4-BE49-F238E27FC236}">
                <a16:creationId xmlns:a16="http://schemas.microsoft.com/office/drawing/2014/main" id="{E4A9915D-6AEE-C449-9BB3-5A3FF82FE7DA}"/>
              </a:ext>
            </a:extLst>
          </p:cNvPr>
          <p:cNvSpPr>
            <a:spLocks/>
          </p:cNvSpPr>
          <p:nvPr/>
        </p:nvSpPr>
        <p:spPr bwMode="auto">
          <a:xfrm>
            <a:off x="8482590" y="5121168"/>
            <a:ext cx="2308225" cy="797490"/>
          </a:xfrm>
          <a:custGeom>
            <a:avLst/>
            <a:gdLst>
              <a:gd name="T0" fmla="*/ 0 w 1454"/>
              <a:gd name="T1" fmla="*/ 2743200 h 1908"/>
              <a:gd name="T2" fmla="*/ 31750 w 1454"/>
              <a:gd name="T3" fmla="*/ 2668588 h 1908"/>
              <a:gd name="T4" fmla="*/ 446088 w 1454"/>
              <a:gd name="T5" fmla="*/ 0 h 1908"/>
              <a:gd name="T6" fmla="*/ 1978025 w 1454"/>
              <a:gd name="T7" fmla="*/ 477838 h 1908"/>
              <a:gd name="T8" fmla="*/ 2308225 w 1454"/>
              <a:gd name="T9" fmla="*/ 2370138 h 1908"/>
              <a:gd name="T10" fmla="*/ 393700 w 1454"/>
              <a:gd name="T11" fmla="*/ 3028950 h 1908"/>
              <a:gd name="T12" fmla="*/ 0 w 1454"/>
              <a:gd name="T13" fmla="*/ 2743200 h 1908"/>
              <a:gd name="T14" fmla="*/ 0 60000 65536"/>
              <a:gd name="T15" fmla="*/ 0 60000 65536"/>
              <a:gd name="T16" fmla="*/ 0 60000 65536"/>
              <a:gd name="T17" fmla="*/ 0 60000 65536"/>
              <a:gd name="T18" fmla="*/ 0 60000 65536"/>
              <a:gd name="T19" fmla="*/ 0 60000 65536"/>
              <a:gd name="T20" fmla="*/ 0 60000 65536"/>
              <a:gd name="connsiteX0" fmla="*/ 0 w 10000"/>
              <a:gd name="connsiteY0" fmla="*/ 7479 h 8422"/>
              <a:gd name="connsiteX1" fmla="*/ 138 w 10000"/>
              <a:gd name="connsiteY1" fmla="*/ 7232 h 8422"/>
              <a:gd name="connsiteX2" fmla="*/ 1933 w 10000"/>
              <a:gd name="connsiteY2" fmla="*/ 6289 h 8422"/>
              <a:gd name="connsiteX3" fmla="*/ 8569 w 10000"/>
              <a:gd name="connsiteY3" fmla="*/ 0 h 8422"/>
              <a:gd name="connsiteX4" fmla="*/ 10000 w 10000"/>
              <a:gd name="connsiteY4" fmla="*/ 6247 h 8422"/>
              <a:gd name="connsiteX5" fmla="*/ 1706 w 10000"/>
              <a:gd name="connsiteY5" fmla="*/ 8422 h 8422"/>
              <a:gd name="connsiteX6" fmla="*/ 0 w 10000"/>
              <a:gd name="connsiteY6" fmla="*/ 7479 h 8422"/>
              <a:gd name="connsiteX0" fmla="*/ 0 w 10000"/>
              <a:gd name="connsiteY0" fmla="*/ 1463 h 2583"/>
              <a:gd name="connsiteX1" fmla="*/ 138 w 10000"/>
              <a:gd name="connsiteY1" fmla="*/ 1170 h 2583"/>
              <a:gd name="connsiteX2" fmla="*/ 1933 w 10000"/>
              <a:gd name="connsiteY2" fmla="*/ 50 h 2583"/>
              <a:gd name="connsiteX3" fmla="*/ 6408 w 10000"/>
              <a:gd name="connsiteY3" fmla="*/ 241 h 2583"/>
              <a:gd name="connsiteX4" fmla="*/ 10000 w 10000"/>
              <a:gd name="connsiteY4" fmla="*/ 0 h 2583"/>
              <a:gd name="connsiteX5" fmla="*/ 1706 w 10000"/>
              <a:gd name="connsiteY5" fmla="*/ 2583 h 2583"/>
              <a:gd name="connsiteX6" fmla="*/ 0 w 10000"/>
              <a:gd name="connsiteY6" fmla="*/ 1463 h 2583"/>
              <a:gd name="connsiteX0" fmla="*/ 0 w 10000"/>
              <a:gd name="connsiteY0" fmla="*/ 5664 h 14626"/>
              <a:gd name="connsiteX1" fmla="*/ 138 w 10000"/>
              <a:gd name="connsiteY1" fmla="*/ 4530 h 14626"/>
              <a:gd name="connsiteX2" fmla="*/ 1933 w 10000"/>
              <a:gd name="connsiteY2" fmla="*/ 194 h 14626"/>
              <a:gd name="connsiteX3" fmla="*/ 6408 w 10000"/>
              <a:gd name="connsiteY3" fmla="*/ 933 h 14626"/>
              <a:gd name="connsiteX4" fmla="*/ 10000 w 10000"/>
              <a:gd name="connsiteY4" fmla="*/ 0 h 14626"/>
              <a:gd name="connsiteX5" fmla="*/ 1526 w 10000"/>
              <a:gd name="connsiteY5" fmla="*/ 14626 h 14626"/>
              <a:gd name="connsiteX6" fmla="*/ 0 w 10000"/>
              <a:gd name="connsiteY6" fmla="*/ 5664 h 14626"/>
              <a:gd name="connsiteX0" fmla="*/ 0 w 10000"/>
              <a:gd name="connsiteY0" fmla="*/ 5664 h 12103"/>
              <a:gd name="connsiteX1" fmla="*/ 138 w 10000"/>
              <a:gd name="connsiteY1" fmla="*/ 4530 h 12103"/>
              <a:gd name="connsiteX2" fmla="*/ 1933 w 10000"/>
              <a:gd name="connsiteY2" fmla="*/ 194 h 12103"/>
              <a:gd name="connsiteX3" fmla="*/ 6408 w 10000"/>
              <a:gd name="connsiteY3" fmla="*/ 933 h 12103"/>
              <a:gd name="connsiteX4" fmla="*/ 10000 w 10000"/>
              <a:gd name="connsiteY4" fmla="*/ 0 h 12103"/>
              <a:gd name="connsiteX5" fmla="*/ 1286 w 10000"/>
              <a:gd name="connsiteY5" fmla="*/ 12103 h 12103"/>
              <a:gd name="connsiteX6" fmla="*/ 0 w 10000"/>
              <a:gd name="connsiteY6" fmla="*/ 5664 h 1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2103">
                <a:moveTo>
                  <a:pt x="0" y="5664"/>
                </a:moveTo>
                <a:cubicBezTo>
                  <a:pt x="103" y="4603"/>
                  <a:pt x="28" y="4917"/>
                  <a:pt x="138" y="4530"/>
                </a:cubicBezTo>
                <a:lnTo>
                  <a:pt x="1933" y="194"/>
                </a:lnTo>
                <a:lnTo>
                  <a:pt x="6408" y="933"/>
                </a:lnTo>
                <a:lnTo>
                  <a:pt x="10000" y="0"/>
                </a:lnTo>
                <a:lnTo>
                  <a:pt x="1286" y="12103"/>
                </a:lnTo>
                <a:lnTo>
                  <a:pt x="0" y="5664"/>
                </a:lnTo>
                <a:close/>
              </a:path>
            </a:pathLst>
          </a:custGeom>
          <a:gradFill rotWithShape="1">
            <a:gsLst>
              <a:gs pos="0">
                <a:schemeClr val="bg1"/>
              </a:gs>
              <a:gs pos="100000">
                <a:schemeClr val="bg1">
                  <a:lumMod val="85000"/>
                </a:schemeClr>
              </a:gs>
            </a:gsLst>
            <a:lin ang="189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0" name="Rectangle 42">
            <a:extLst>
              <a:ext uri="{FF2B5EF4-FFF2-40B4-BE49-F238E27FC236}">
                <a16:creationId xmlns:a16="http://schemas.microsoft.com/office/drawing/2014/main" id="{08D16DCA-2F81-3142-8787-DCBB82571FB9}"/>
              </a:ext>
            </a:extLst>
          </p:cNvPr>
          <p:cNvSpPr>
            <a:spLocks noChangeArrowheads="1"/>
          </p:cNvSpPr>
          <p:nvPr/>
        </p:nvSpPr>
        <p:spPr bwMode="auto">
          <a:xfrm>
            <a:off x="8955665" y="2749550"/>
            <a:ext cx="1836737"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2" name="Rectangle 44">
            <a:extLst>
              <a:ext uri="{FF2B5EF4-FFF2-40B4-BE49-F238E27FC236}">
                <a16:creationId xmlns:a16="http://schemas.microsoft.com/office/drawing/2014/main" id="{4292A8DC-1EBA-E346-AA85-38C6822CAA62}"/>
              </a:ext>
            </a:extLst>
          </p:cNvPr>
          <p:cNvSpPr>
            <a:spLocks noChangeArrowheads="1"/>
          </p:cNvSpPr>
          <p:nvPr/>
        </p:nvSpPr>
        <p:spPr bwMode="auto">
          <a:xfrm>
            <a:off x="9404927" y="4687887"/>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3" name="Rectangle 45">
            <a:extLst>
              <a:ext uri="{FF2B5EF4-FFF2-40B4-BE49-F238E27FC236}">
                <a16:creationId xmlns:a16="http://schemas.microsoft.com/office/drawing/2014/main" id="{9AD0BC31-6A50-984F-86A3-3CA27EA7CD26}"/>
              </a:ext>
            </a:extLst>
          </p:cNvPr>
          <p:cNvSpPr>
            <a:spLocks noChangeArrowheads="1"/>
          </p:cNvSpPr>
          <p:nvPr/>
        </p:nvSpPr>
        <p:spPr bwMode="auto">
          <a:xfrm>
            <a:off x="9404927" y="4100512"/>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344" name="Text Box 46">
            <a:extLst>
              <a:ext uri="{FF2B5EF4-FFF2-40B4-BE49-F238E27FC236}">
                <a16:creationId xmlns:a16="http://schemas.microsoft.com/office/drawing/2014/main" id="{0B7C150F-CB12-034D-8895-A7245A5D606B}"/>
              </a:ext>
            </a:extLst>
          </p:cNvPr>
          <p:cNvSpPr txBox="1">
            <a:spLocks noChangeArrowheads="1"/>
          </p:cNvSpPr>
          <p:nvPr/>
        </p:nvSpPr>
        <p:spPr bwMode="auto">
          <a:xfrm>
            <a:off x="9360720" y="4697412"/>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45" name="Freeform 47">
            <a:extLst>
              <a:ext uri="{FF2B5EF4-FFF2-40B4-BE49-F238E27FC236}">
                <a16:creationId xmlns:a16="http://schemas.microsoft.com/office/drawing/2014/main" id="{793E17F7-22E2-FF4D-8509-E82EDBE2D5AA}"/>
              </a:ext>
            </a:extLst>
          </p:cNvPr>
          <p:cNvSpPr>
            <a:spLocks/>
          </p:cNvSpPr>
          <p:nvPr/>
        </p:nvSpPr>
        <p:spPr bwMode="auto">
          <a:xfrm>
            <a:off x="9457315" y="3619500"/>
            <a:ext cx="200025"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6" name="Line 48">
            <a:extLst>
              <a:ext uri="{FF2B5EF4-FFF2-40B4-BE49-F238E27FC236}">
                <a16:creationId xmlns:a16="http://schemas.microsoft.com/office/drawing/2014/main" id="{07601B60-F87E-2F49-8A8E-1FF14E515D33}"/>
              </a:ext>
            </a:extLst>
          </p:cNvPr>
          <p:cNvSpPr>
            <a:spLocks noChangeShapeType="1"/>
          </p:cNvSpPr>
          <p:nvPr/>
        </p:nvSpPr>
        <p:spPr bwMode="auto">
          <a:xfrm>
            <a:off x="9322377" y="3792537"/>
            <a:ext cx="1358900"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7" name="Line 49">
            <a:extLst>
              <a:ext uri="{FF2B5EF4-FFF2-40B4-BE49-F238E27FC236}">
                <a16:creationId xmlns:a16="http://schemas.microsoft.com/office/drawing/2014/main" id="{A28FA316-5FFA-F44A-BA99-AC0415DFF79C}"/>
              </a:ext>
            </a:extLst>
          </p:cNvPr>
          <p:cNvSpPr>
            <a:spLocks noChangeShapeType="1"/>
          </p:cNvSpPr>
          <p:nvPr/>
        </p:nvSpPr>
        <p:spPr bwMode="auto">
          <a:xfrm flipV="1">
            <a:off x="9717665" y="3800475"/>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8" name="Rectangle 50">
            <a:extLst>
              <a:ext uri="{FF2B5EF4-FFF2-40B4-BE49-F238E27FC236}">
                <a16:creationId xmlns:a16="http://schemas.microsoft.com/office/drawing/2014/main" id="{A634403E-4499-294B-99AD-E3A86D96C08B}"/>
              </a:ext>
            </a:extLst>
          </p:cNvPr>
          <p:cNvSpPr>
            <a:spLocks noChangeArrowheads="1"/>
          </p:cNvSpPr>
          <p:nvPr/>
        </p:nvSpPr>
        <p:spPr bwMode="auto">
          <a:xfrm>
            <a:off x="9211252" y="3101975"/>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349" name="Rectangle 51">
            <a:extLst>
              <a:ext uri="{FF2B5EF4-FFF2-40B4-BE49-F238E27FC236}">
                <a16:creationId xmlns:a16="http://schemas.microsoft.com/office/drawing/2014/main" id="{82C997D8-021F-0245-9B73-2C5E048B65DC}"/>
              </a:ext>
            </a:extLst>
          </p:cNvPr>
          <p:cNvSpPr>
            <a:spLocks noChangeArrowheads="1"/>
          </p:cNvSpPr>
          <p:nvPr/>
        </p:nvSpPr>
        <p:spPr bwMode="auto">
          <a:xfrm>
            <a:off x="10030402" y="3103562"/>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350" name="Line 52">
            <a:extLst>
              <a:ext uri="{FF2B5EF4-FFF2-40B4-BE49-F238E27FC236}">
                <a16:creationId xmlns:a16="http://schemas.microsoft.com/office/drawing/2014/main" id="{D74D41F5-3112-6646-9892-D00D36377E62}"/>
              </a:ext>
            </a:extLst>
          </p:cNvPr>
          <p:cNvSpPr>
            <a:spLocks noChangeShapeType="1"/>
          </p:cNvSpPr>
          <p:nvPr/>
        </p:nvSpPr>
        <p:spPr bwMode="auto">
          <a:xfrm flipH="1" flipV="1">
            <a:off x="9514465" y="3622675"/>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1" name="Line 53">
            <a:extLst>
              <a:ext uri="{FF2B5EF4-FFF2-40B4-BE49-F238E27FC236}">
                <a16:creationId xmlns:a16="http://schemas.microsoft.com/office/drawing/2014/main" id="{AA1745EF-4026-E54D-9775-040F79E5D154}"/>
              </a:ext>
            </a:extLst>
          </p:cNvPr>
          <p:cNvSpPr>
            <a:spLocks noChangeShapeType="1"/>
          </p:cNvSpPr>
          <p:nvPr/>
        </p:nvSpPr>
        <p:spPr bwMode="auto">
          <a:xfrm flipH="1" flipV="1">
            <a:off x="10387590" y="3624262"/>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2" name="Text Box 54">
            <a:extLst>
              <a:ext uri="{FF2B5EF4-FFF2-40B4-BE49-F238E27FC236}">
                <a16:creationId xmlns:a16="http://schemas.microsoft.com/office/drawing/2014/main" id="{2B134A77-7C20-734B-9A65-D56BD3B34127}"/>
              </a:ext>
            </a:extLst>
          </p:cNvPr>
          <p:cNvSpPr txBox="1">
            <a:spLocks noChangeArrowheads="1"/>
          </p:cNvSpPr>
          <p:nvPr/>
        </p:nvSpPr>
        <p:spPr bwMode="auto">
          <a:xfrm>
            <a:off x="10835265" y="3921125"/>
            <a:ext cx="103838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host bus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(e.g., PCI)</a:t>
            </a:r>
          </a:p>
        </p:txBody>
      </p:sp>
      <p:sp>
        <p:nvSpPr>
          <p:cNvPr id="353" name="Line 55">
            <a:extLst>
              <a:ext uri="{FF2B5EF4-FFF2-40B4-BE49-F238E27FC236}">
                <a16:creationId xmlns:a16="http://schemas.microsoft.com/office/drawing/2014/main" id="{159E9A7C-2C1B-CC40-B1B4-760AFE091B0E}"/>
              </a:ext>
            </a:extLst>
          </p:cNvPr>
          <p:cNvSpPr>
            <a:spLocks noChangeShapeType="1"/>
          </p:cNvSpPr>
          <p:nvPr/>
        </p:nvSpPr>
        <p:spPr bwMode="auto">
          <a:xfrm>
            <a:off x="9730365" y="4408487"/>
            <a:ext cx="3944" cy="340991"/>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4" name="Line 56">
            <a:extLst>
              <a:ext uri="{FF2B5EF4-FFF2-40B4-BE49-F238E27FC236}">
                <a16:creationId xmlns:a16="http://schemas.microsoft.com/office/drawing/2014/main" id="{52214380-92AB-E048-BEDD-B0110B2E837D}"/>
              </a:ext>
            </a:extLst>
          </p:cNvPr>
          <p:cNvSpPr>
            <a:spLocks noChangeShapeType="1"/>
          </p:cNvSpPr>
          <p:nvPr/>
        </p:nvSpPr>
        <p:spPr bwMode="auto">
          <a:xfrm>
            <a:off x="9719463" y="4992686"/>
            <a:ext cx="0" cy="366713"/>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5" name="Line 57">
            <a:extLst>
              <a:ext uri="{FF2B5EF4-FFF2-40B4-BE49-F238E27FC236}">
                <a16:creationId xmlns:a16="http://schemas.microsoft.com/office/drawing/2014/main" id="{DF140DC0-F2C1-704D-A310-3786A5A5C84E}"/>
              </a:ext>
            </a:extLst>
          </p:cNvPr>
          <p:cNvSpPr>
            <a:spLocks noChangeShapeType="1"/>
          </p:cNvSpPr>
          <p:nvPr/>
        </p:nvSpPr>
        <p:spPr bwMode="auto">
          <a:xfrm flipH="1" flipV="1">
            <a:off x="10513002" y="3797300"/>
            <a:ext cx="382588" cy="26828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6" name="Text Box 58">
            <a:extLst>
              <a:ext uri="{FF2B5EF4-FFF2-40B4-BE49-F238E27FC236}">
                <a16:creationId xmlns:a16="http://schemas.microsoft.com/office/drawing/2014/main" id="{8134E125-6FFA-2245-A695-F469578E2397}"/>
              </a:ext>
            </a:extLst>
          </p:cNvPr>
          <p:cNvSpPr txBox="1">
            <a:spLocks noChangeArrowheads="1"/>
          </p:cNvSpPr>
          <p:nvPr/>
        </p:nvSpPr>
        <p:spPr bwMode="auto">
          <a:xfrm>
            <a:off x="10122477" y="5491162"/>
            <a:ext cx="135325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network interface</a:t>
            </a:r>
          </a:p>
        </p:txBody>
      </p:sp>
      <p:sp>
        <p:nvSpPr>
          <p:cNvPr id="357" name="Line 59">
            <a:extLst>
              <a:ext uri="{FF2B5EF4-FFF2-40B4-BE49-F238E27FC236}">
                <a16:creationId xmlns:a16="http://schemas.microsoft.com/office/drawing/2014/main" id="{23B10271-25ED-6947-A1F2-08B5CDCE8968}"/>
              </a:ext>
            </a:extLst>
          </p:cNvPr>
          <p:cNvSpPr>
            <a:spLocks noChangeShapeType="1"/>
          </p:cNvSpPr>
          <p:nvPr/>
        </p:nvSpPr>
        <p:spPr bwMode="auto">
          <a:xfrm flipH="1" flipV="1">
            <a:off x="10330440" y="4814887"/>
            <a:ext cx="271462" cy="75088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8" name="Rectangle 43">
            <a:extLst>
              <a:ext uri="{FF2B5EF4-FFF2-40B4-BE49-F238E27FC236}">
                <a16:creationId xmlns:a16="http://schemas.microsoft.com/office/drawing/2014/main" id="{D2E8D72A-74A0-8047-B32B-E6CC292FCAA2}"/>
              </a:ext>
            </a:extLst>
          </p:cNvPr>
          <p:cNvSpPr>
            <a:spLocks noChangeArrowheads="1"/>
          </p:cNvSpPr>
          <p:nvPr/>
        </p:nvSpPr>
        <p:spPr bwMode="auto">
          <a:xfrm>
            <a:off x="9158625" y="4012536"/>
            <a:ext cx="1122362" cy="1082675"/>
          </a:xfrm>
          <a:prstGeom prst="rect">
            <a:avLst/>
          </a:prstGeom>
          <a:noFill/>
          <a:ln w="28575">
            <a:solidFill>
              <a:srgbClr val="FF0000"/>
            </a:solidFill>
            <a:prstDash val="sys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360" name="Group 84">
            <a:extLst>
              <a:ext uri="{FF2B5EF4-FFF2-40B4-BE49-F238E27FC236}">
                <a16:creationId xmlns:a16="http://schemas.microsoft.com/office/drawing/2014/main" id="{F87BAAC8-00DB-C64F-B18B-456E80F15B7F}"/>
              </a:ext>
            </a:extLst>
          </p:cNvPr>
          <p:cNvGrpSpPr>
            <a:grpSpLocks/>
          </p:cNvGrpSpPr>
          <p:nvPr/>
        </p:nvGrpSpPr>
        <p:grpSpPr bwMode="auto">
          <a:xfrm>
            <a:off x="7926967" y="2941636"/>
            <a:ext cx="1470026" cy="2035175"/>
            <a:chOff x="2695" y="1742"/>
            <a:chExt cx="926" cy="1282"/>
          </a:xfrm>
        </p:grpSpPr>
        <p:sp>
          <p:nvSpPr>
            <p:cNvPr id="361" name="Freeform 62">
              <a:extLst>
                <a:ext uri="{FF2B5EF4-FFF2-40B4-BE49-F238E27FC236}">
                  <a16:creationId xmlns:a16="http://schemas.microsoft.com/office/drawing/2014/main" id="{9DAAFB2F-E3C8-FB46-A22A-E065E7053752}"/>
                </a:ext>
              </a:extLst>
            </p:cNvPr>
            <p:cNvSpPr>
              <a:spLocks/>
            </p:cNvSpPr>
            <p:nvPr/>
          </p:nvSpPr>
          <p:spPr bwMode="auto">
            <a:xfrm>
              <a:off x="3228" y="2488"/>
              <a:ext cx="393"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1" name="Rectangle 73">
              <a:extLst>
                <a:ext uri="{FF2B5EF4-FFF2-40B4-BE49-F238E27FC236}">
                  <a16:creationId xmlns:a16="http://schemas.microsoft.com/office/drawing/2014/main" id="{D34E92F6-E00A-9E48-8EEE-3793F53BE448}"/>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2" name="Freeform 63">
              <a:extLst>
                <a:ext uri="{FF2B5EF4-FFF2-40B4-BE49-F238E27FC236}">
                  <a16:creationId xmlns:a16="http://schemas.microsoft.com/office/drawing/2014/main" id="{BB2C5787-9CAC-D84A-B4B9-64FEECE12BED}"/>
                </a:ext>
              </a:extLst>
            </p:cNvPr>
            <p:cNvSpPr>
              <a:spLocks/>
            </p:cNvSpPr>
            <p:nvPr/>
          </p:nvSpPr>
          <p:spPr bwMode="auto">
            <a:xfrm>
              <a:off x="3222" y="1767"/>
              <a:ext cx="275"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0" name="Rectangle 82">
              <a:extLst>
                <a:ext uri="{FF2B5EF4-FFF2-40B4-BE49-F238E27FC236}">
                  <a16:creationId xmlns:a16="http://schemas.microsoft.com/office/drawing/2014/main" id="{059501C9-A68B-2743-A02C-0C5FBC61B122}"/>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6" name="Text Box 65">
              <a:extLst>
                <a:ext uri="{FF2B5EF4-FFF2-40B4-BE49-F238E27FC236}">
                  <a16:creationId xmlns:a16="http://schemas.microsoft.com/office/drawing/2014/main" id="{6AAE7E3E-6438-C244-82B8-2B86F8F44741}"/>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374" name="Line 66">
              <a:extLst>
                <a:ext uri="{FF2B5EF4-FFF2-40B4-BE49-F238E27FC236}">
                  <a16:creationId xmlns:a16="http://schemas.microsoft.com/office/drawing/2014/main" id="{9A080B16-B360-474F-B6FE-AF8100600C71}"/>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5" name="Line 67">
              <a:extLst>
                <a:ext uri="{FF2B5EF4-FFF2-40B4-BE49-F238E27FC236}">
                  <a16:creationId xmlns:a16="http://schemas.microsoft.com/office/drawing/2014/main" id="{6F15818C-975A-E24C-A5EF-48346108B897}"/>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6" name="Line 68">
              <a:extLst>
                <a:ext uri="{FF2B5EF4-FFF2-40B4-BE49-F238E27FC236}">
                  <a16:creationId xmlns:a16="http://schemas.microsoft.com/office/drawing/2014/main" id="{FD65879D-0360-2B41-B483-1A5D93371234}"/>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8" name="Rectangle 70">
              <a:extLst>
                <a:ext uri="{FF2B5EF4-FFF2-40B4-BE49-F238E27FC236}">
                  <a16:creationId xmlns:a16="http://schemas.microsoft.com/office/drawing/2014/main" id="{38B2F785-6155-1E4B-8594-95B2271DAD7F}"/>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9" name="Line 71">
              <a:extLst>
                <a:ext uri="{FF2B5EF4-FFF2-40B4-BE49-F238E27FC236}">
                  <a16:creationId xmlns:a16="http://schemas.microsoft.com/office/drawing/2014/main" id="{C451312B-40CC-7A40-B679-7AE554491DAE}"/>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0" name="Line 72">
              <a:extLst>
                <a:ext uri="{FF2B5EF4-FFF2-40B4-BE49-F238E27FC236}">
                  <a16:creationId xmlns:a16="http://schemas.microsoft.com/office/drawing/2014/main" id="{E2DC1FE8-5DB9-EA46-8800-4241D6DEF57F}"/>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2" name="Text Box 74">
              <a:extLst>
                <a:ext uri="{FF2B5EF4-FFF2-40B4-BE49-F238E27FC236}">
                  <a16:creationId xmlns:a16="http://schemas.microsoft.com/office/drawing/2014/main" id="{C6254BFE-8FC8-864C-911D-A03B8EB5CCF6}"/>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386" name="Line 78">
              <a:extLst>
                <a:ext uri="{FF2B5EF4-FFF2-40B4-BE49-F238E27FC236}">
                  <a16:creationId xmlns:a16="http://schemas.microsoft.com/office/drawing/2014/main" id="{B46866E9-0690-6D43-9964-01804A72D617}"/>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8" name="Line 80">
              <a:extLst>
                <a:ext uri="{FF2B5EF4-FFF2-40B4-BE49-F238E27FC236}">
                  <a16:creationId xmlns:a16="http://schemas.microsoft.com/office/drawing/2014/main" id="{431126D1-7D41-174B-9A00-15B64D7CFD0A}"/>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9" name="Line 81">
              <a:extLst>
                <a:ext uri="{FF2B5EF4-FFF2-40B4-BE49-F238E27FC236}">
                  <a16:creationId xmlns:a16="http://schemas.microsoft.com/office/drawing/2014/main" id="{E451146C-AD0C-394A-B9D7-786E8388A5AB}"/>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pic>
        <p:nvPicPr>
          <p:cNvPr id="409" name="Picture 87">
            <a:extLst>
              <a:ext uri="{FF2B5EF4-FFF2-40B4-BE49-F238E27FC236}">
                <a16:creationId xmlns:a16="http://schemas.microsoft.com/office/drawing/2014/main" id="{6B897852-0519-9143-BDE1-7222839FA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4086" y="1396579"/>
            <a:ext cx="1143000" cy="1171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410" name="Group 89">
            <a:extLst>
              <a:ext uri="{FF2B5EF4-FFF2-40B4-BE49-F238E27FC236}">
                <a16:creationId xmlns:a16="http://schemas.microsoft.com/office/drawing/2014/main" id="{9321D1B2-41ED-6A42-B25B-B7F04C3C1339}"/>
              </a:ext>
            </a:extLst>
          </p:cNvPr>
          <p:cNvGrpSpPr>
            <a:grpSpLocks/>
          </p:cNvGrpSpPr>
          <p:nvPr/>
        </p:nvGrpSpPr>
        <p:grpSpPr bwMode="auto">
          <a:xfrm>
            <a:off x="7888865" y="5386387"/>
            <a:ext cx="1109662" cy="820449"/>
            <a:chOff x="-44" y="1473"/>
            <a:chExt cx="981" cy="1105"/>
          </a:xfrm>
        </p:grpSpPr>
        <p:pic>
          <p:nvPicPr>
            <p:cNvPr id="411" name="Picture 90" descr="desktop_computer_stylized_medium">
              <a:extLst>
                <a:ext uri="{FF2B5EF4-FFF2-40B4-BE49-F238E27FC236}">
                  <a16:creationId xmlns:a16="http://schemas.microsoft.com/office/drawing/2014/main" id="{E89A12BD-E0D6-A949-9CB5-05BA66E33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13" name="Freeform 91">
              <a:extLst>
                <a:ext uri="{FF2B5EF4-FFF2-40B4-BE49-F238E27FC236}">
                  <a16:creationId xmlns:a16="http://schemas.microsoft.com/office/drawing/2014/main" id="{C0A77030-4BC2-C44C-AD1F-5FB48849AB1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pic>
        <p:nvPicPr>
          <p:cNvPr id="1026" name="Picture 2" descr="Broadcom chip image">
            <a:extLst>
              <a:ext uri="{FF2B5EF4-FFF2-40B4-BE49-F238E27FC236}">
                <a16:creationId xmlns:a16="http://schemas.microsoft.com/office/drawing/2014/main" id="{33C0D5A2-E836-0E42-91D7-80B5B9B538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90404" y="1556656"/>
            <a:ext cx="921139" cy="921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293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9">
                                            <p:txEl>
                                              <p:pRg st="1" end="1"/>
                                            </p:txEl>
                                          </p:spTgt>
                                        </p:tgtEl>
                                        <p:attrNameLst>
                                          <p:attrName>style.visibility</p:attrName>
                                        </p:attrNameLst>
                                      </p:cBhvr>
                                      <p:to>
                                        <p:strVal val="visible"/>
                                      </p:to>
                                    </p:set>
                                    <p:animEffect transition="in" filter="dissolve">
                                      <p:cBhvr>
                                        <p:cTn id="7" dur="500"/>
                                        <p:tgtEl>
                                          <p:spTgt spid="2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59">
                                            <p:txEl>
                                              <p:pRg st="2" end="2"/>
                                            </p:txEl>
                                          </p:spTgt>
                                        </p:tgtEl>
                                        <p:attrNameLst>
                                          <p:attrName>style.visibility</p:attrName>
                                        </p:attrNameLst>
                                      </p:cBhvr>
                                      <p:to>
                                        <p:strVal val="visible"/>
                                      </p:to>
                                    </p:set>
                                    <p:animEffect transition="in" filter="dissolve">
                                      <p:cBhvr>
                                        <p:cTn id="12" dur="500"/>
                                        <p:tgtEl>
                                          <p:spTgt spid="2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9">
                                            <p:txEl>
                                              <p:pRg st="3" end="3"/>
                                            </p:txEl>
                                          </p:spTgt>
                                        </p:tgtEl>
                                        <p:attrNameLst>
                                          <p:attrName>style.visibility</p:attrName>
                                        </p:attrNameLst>
                                      </p:cBhvr>
                                      <p:to>
                                        <p:strVal val="visible"/>
                                      </p:to>
                                    </p:set>
                                    <p:animEffect transition="in" filter="dissolve">
                                      <p:cBhvr>
                                        <p:cTn id="17" dur="500"/>
                                        <p:tgtEl>
                                          <p:spTgt spid="2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59">
                                            <p:txEl>
                                              <p:pRg st="4" end="4"/>
                                            </p:txEl>
                                          </p:spTgt>
                                        </p:tgtEl>
                                        <p:attrNameLst>
                                          <p:attrName>style.visibility</p:attrName>
                                        </p:attrNameLst>
                                      </p:cBhvr>
                                      <p:to>
                                        <p:strVal val="visible"/>
                                      </p:to>
                                    </p:set>
                                    <p:animEffect transition="in" filter="dissolve">
                                      <p:cBhvr>
                                        <p:cTn id="22" dur="500"/>
                                        <p:tgtEl>
                                          <p:spTgt spid="2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59">
                                            <p:txEl>
                                              <p:pRg st="5" end="5"/>
                                            </p:txEl>
                                          </p:spTgt>
                                        </p:tgtEl>
                                        <p:attrNameLst>
                                          <p:attrName>style.visibility</p:attrName>
                                        </p:attrNameLst>
                                      </p:cBhvr>
                                      <p:to>
                                        <p:strVal val="visible"/>
                                      </p:to>
                                    </p:set>
                                    <p:animEffect transition="in" filter="dissolve">
                                      <p:cBhvr>
                                        <p:cTn id="27" dur="500"/>
                                        <p:tgtEl>
                                          <p:spTgt spid="2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59">
                                            <p:txEl>
                                              <p:pRg st="7" end="7"/>
                                            </p:txEl>
                                          </p:spTgt>
                                        </p:tgtEl>
                                        <p:attrNameLst>
                                          <p:attrName>style.visibility</p:attrName>
                                        </p:attrNameLst>
                                      </p:cBhvr>
                                      <p:to>
                                        <p:strVal val="visible"/>
                                      </p:to>
                                    </p:set>
                                    <p:animEffect transition="in" filter="dissolve">
                                      <p:cBhvr>
                                        <p:cTn id="32" dur="500"/>
                                        <p:tgtEl>
                                          <p:spTgt spid="25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59">
                                            <p:txEl>
                                              <p:pRg st="8" end="8"/>
                                            </p:txEl>
                                          </p:spTgt>
                                        </p:tgtEl>
                                        <p:attrNameLst>
                                          <p:attrName>style.visibility</p:attrName>
                                        </p:attrNameLst>
                                      </p:cBhvr>
                                      <p:to>
                                        <p:strVal val="visible"/>
                                      </p:to>
                                    </p:set>
                                    <p:animEffect transition="in" filter="dissolve">
                                      <p:cBhvr>
                                        <p:cTn id="37" dur="500"/>
                                        <p:tgtEl>
                                          <p:spTgt spid="259">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59">
                                            <p:txEl>
                                              <p:pRg st="9" end="9"/>
                                            </p:txEl>
                                          </p:spTgt>
                                        </p:tgtEl>
                                        <p:attrNameLst>
                                          <p:attrName>style.visibility</p:attrName>
                                        </p:attrNameLst>
                                      </p:cBhvr>
                                      <p:to>
                                        <p:strVal val="visible"/>
                                      </p:to>
                                    </p:set>
                                    <p:animEffect transition="in" filter="dissolve">
                                      <p:cBhvr>
                                        <p:cTn id="42" dur="500"/>
                                        <p:tgtEl>
                                          <p:spTgt spid="259">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59">
                                            <p:txEl>
                                              <p:pRg st="10" end="10"/>
                                            </p:txEl>
                                          </p:spTgt>
                                        </p:tgtEl>
                                        <p:attrNameLst>
                                          <p:attrName>style.visibility</p:attrName>
                                        </p:attrNameLst>
                                      </p:cBhvr>
                                      <p:to>
                                        <p:strVal val="visible"/>
                                      </p:to>
                                    </p:set>
                                    <p:animEffect transition="in" filter="dissolve">
                                      <p:cBhvr>
                                        <p:cTn id="47" dur="500"/>
                                        <p:tgtEl>
                                          <p:spTgt spid="259">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360"/>
                                        </p:tgtEl>
                                        <p:attrNameLst>
                                          <p:attrName>style.visibility</p:attrName>
                                        </p:attrNameLst>
                                      </p:cBhvr>
                                      <p:to>
                                        <p:strVal val="visible"/>
                                      </p:to>
                                    </p:set>
                                    <p:animEffect transition="in" filter="wipe(right)">
                                      <p:cBhvr>
                                        <p:cTn id="52" dur="1000"/>
                                        <p:tgtEl>
                                          <p:spTgt spid="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Group 115">
            <a:extLst>
              <a:ext uri="{FF2B5EF4-FFF2-40B4-BE49-F238E27FC236}">
                <a16:creationId xmlns:a16="http://schemas.microsoft.com/office/drawing/2014/main" id="{672F9AB0-BFC2-5542-A40C-5E7B5EB25F2B}"/>
              </a:ext>
            </a:extLst>
          </p:cNvPr>
          <p:cNvGrpSpPr/>
          <p:nvPr/>
        </p:nvGrpSpPr>
        <p:grpSpPr>
          <a:xfrm>
            <a:off x="6859466" y="1579642"/>
            <a:ext cx="1654101" cy="2401887"/>
            <a:chOff x="3457903" y="1592254"/>
            <a:chExt cx="1654101" cy="2401887"/>
          </a:xfrm>
        </p:grpSpPr>
        <p:sp>
          <p:nvSpPr>
            <p:cNvPr id="117" name="Rectangle 42">
              <a:extLst>
                <a:ext uri="{FF2B5EF4-FFF2-40B4-BE49-F238E27FC236}">
                  <a16:creationId xmlns:a16="http://schemas.microsoft.com/office/drawing/2014/main" id="{1AEEBA61-14FC-154D-88CA-B447B035949D}"/>
                </a:ext>
              </a:extLst>
            </p:cNvPr>
            <p:cNvSpPr>
              <a:spLocks noChangeArrowheads="1"/>
            </p:cNvSpPr>
            <p:nvPr/>
          </p:nvSpPr>
          <p:spPr bwMode="auto">
            <a:xfrm>
              <a:off x="3457903" y="1592254"/>
              <a:ext cx="1654101"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8" name="Rectangle 44">
              <a:extLst>
                <a:ext uri="{FF2B5EF4-FFF2-40B4-BE49-F238E27FC236}">
                  <a16:creationId xmlns:a16="http://schemas.microsoft.com/office/drawing/2014/main" id="{D0D47B06-FE3D-DA4E-A18A-5F4609A0AA92}"/>
                </a:ext>
              </a:extLst>
            </p:cNvPr>
            <p:cNvSpPr>
              <a:spLocks noChangeArrowheads="1"/>
            </p:cNvSpPr>
            <p:nvPr/>
          </p:nvSpPr>
          <p:spPr bwMode="auto">
            <a:xfrm>
              <a:off x="3992843" y="3517620"/>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9" name="Rectangle 45">
              <a:extLst>
                <a:ext uri="{FF2B5EF4-FFF2-40B4-BE49-F238E27FC236}">
                  <a16:creationId xmlns:a16="http://schemas.microsoft.com/office/drawing/2014/main" id="{2220353A-A27E-5C4B-B042-109D641001A1}"/>
                </a:ext>
              </a:extLst>
            </p:cNvPr>
            <p:cNvSpPr>
              <a:spLocks noChangeArrowheads="1"/>
            </p:cNvSpPr>
            <p:nvPr/>
          </p:nvSpPr>
          <p:spPr bwMode="auto">
            <a:xfrm>
              <a:off x="3996418"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120" name="Text Box 46">
              <a:extLst>
                <a:ext uri="{FF2B5EF4-FFF2-40B4-BE49-F238E27FC236}">
                  <a16:creationId xmlns:a16="http://schemas.microsoft.com/office/drawing/2014/main" id="{000F374E-6915-074D-8BA8-C296E4FB3100}"/>
                </a:ext>
              </a:extLst>
            </p:cNvPr>
            <p:cNvSpPr txBox="1">
              <a:spLocks noChangeArrowheads="1"/>
            </p:cNvSpPr>
            <p:nvPr/>
          </p:nvSpPr>
          <p:spPr bwMode="auto">
            <a:xfrm>
              <a:off x="3963393" y="3514379"/>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1" name="Freeform 47">
              <a:extLst>
                <a:ext uri="{FF2B5EF4-FFF2-40B4-BE49-F238E27FC236}">
                  <a16:creationId xmlns:a16="http://schemas.microsoft.com/office/drawing/2014/main" id="{5722F489-9C55-474B-AD7B-3596A67F9C53}"/>
                </a:ext>
              </a:extLst>
            </p:cNvPr>
            <p:cNvSpPr>
              <a:spLocks/>
            </p:cNvSpPr>
            <p:nvPr/>
          </p:nvSpPr>
          <p:spPr bwMode="auto">
            <a:xfrm flipH="1">
              <a:off x="4297726" y="2473508"/>
              <a:ext cx="291334"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2" name="Line 48">
              <a:extLst>
                <a:ext uri="{FF2B5EF4-FFF2-40B4-BE49-F238E27FC236}">
                  <a16:creationId xmlns:a16="http://schemas.microsoft.com/office/drawing/2014/main" id="{11921392-3DC2-E44B-9184-34A0E05D1A51}"/>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3" name="Line 49">
              <a:extLst>
                <a:ext uri="{FF2B5EF4-FFF2-40B4-BE49-F238E27FC236}">
                  <a16:creationId xmlns:a16="http://schemas.microsoft.com/office/drawing/2014/main" id="{BAFE9A46-B07B-0D46-BF9D-A127CF0FC1F6}"/>
                </a:ext>
              </a:extLst>
            </p:cNvPr>
            <p:cNvSpPr>
              <a:spLocks noChangeShapeType="1"/>
            </p:cNvSpPr>
            <p:nvPr/>
          </p:nvSpPr>
          <p:spPr bwMode="auto">
            <a:xfrm flipV="1">
              <a:off x="4182165" y="2631881"/>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4" name="Rectangle 50">
              <a:extLst>
                <a:ext uri="{FF2B5EF4-FFF2-40B4-BE49-F238E27FC236}">
                  <a16:creationId xmlns:a16="http://schemas.microsoft.com/office/drawing/2014/main" id="{B42296AE-5EDB-CB41-A8A8-F256FE98406B}"/>
                </a:ext>
              </a:extLst>
            </p:cNvPr>
            <p:cNvSpPr>
              <a:spLocks noChangeArrowheads="1"/>
            </p:cNvSpPr>
            <p:nvPr/>
          </p:nvSpPr>
          <p:spPr bwMode="auto">
            <a:xfrm>
              <a:off x="3536392" y="1927519"/>
              <a:ext cx="657225" cy="519112"/>
            </a:xfrm>
            <a:prstGeom prst="rect">
              <a:avLst/>
            </a:prstGeom>
            <a:solidFill>
              <a:srgbClr val="FFFFFF"/>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125" name="Rectangle 51">
              <a:extLst>
                <a:ext uri="{FF2B5EF4-FFF2-40B4-BE49-F238E27FC236}">
                  <a16:creationId xmlns:a16="http://schemas.microsoft.com/office/drawing/2014/main" id="{A0530BD1-8578-7749-A8F2-514C1E6AFDF1}"/>
                </a:ext>
              </a:extLst>
            </p:cNvPr>
            <p:cNvSpPr>
              <a:spLocks noChangeArrowheads="1"/>
            </p:cNvSpPr>
            <p:nvPr/>
          </p:nvSpPr>
          <p:spPr bwMode="auto">
            <a:xfrm>
              <a:off x="4351984" y="1939780"/>
              <a:ext cx="657225" cy="519113"/>
            </a:xfrm>
            <a:prstGeom prst="rect">
              <a:avLst/>
            </a:prstGeom>
            <a:solidFill>
              <a:srgbClr val="FFFFFF"/>
            </a:solidFill>
            <a:ln w="28575">
              <a:solidFill>
                <a:srgbClr val="E4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126" name="Line 52">
              <a:extLst>
                <a:ext uri="{FF2B5EF4-FFF2-40B4-BE49-F238E27FC236}">
                  <a16:creationId xmlns:a16="http://schemas.microsoft.com/office/drawing/2014/main" id="{A3C7A151-EBC5-7E44-A73B-EC7BF250A222}"/>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7" name="Line 53">
              <a:extLst>
                <a:ext uri="{FF2B5EF4-FFF2-40B4-BE49-F238E27FC236}">
                  <a16:creationId xmlns:a16="http://schemas.microsoft.com/office/drawing/2014/main" id="{C4B99840-0FB7-CE42-8D34-DEC52118C37C}"/>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8" name="Line 55">
              <a:extLst>
                <a:ext uri="{FF2B5EF4-FFF2-40B4-BE49-F238E27FC236}">
                  <a16:creationId xmlns:a16="http://schemas.microsoft.com/office/drawing/2014/main" id="{68A743ED-4B58-E94D-83B1-E54D12545A09}"/>
                </a:ext>
              </a:extLst>
            </p:cNvPr>
            <p:cNvSpPr>
              <a:spLocks noChangeShapeType="1"/>
            </p:cNvSpPr>
            <p:nvPr/>
          </p:nvSpPr>
          <p:spPr bwMode="auto">
            <a:xfrm flipH="1">
              <a:off x="4308787" y="3249620"/>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9" name="Rectangle 43">
              <a:extLst>
                <a:ext uri="{FF2B5EF4-FFF2-40B4-BE49-F238E27FC236}">
                  <a16:creationId xmlns:a16="http://schemas.microsoft.com/office/drawing/2014/main" id="{0EC4FEFF-71C3-204E-942F-DF941FB471F2}"/>
                </a:ext>
              </a:extLst>
            </p:cNvPr>
            <p:cNvSpPr>
              <a:spLocks noChangeArrowheads="1"/>
            </p:cNvSpPr>
            <p:nvPr/>
          </p:nvSpPr>
          <p:spPr bwMode="auto">
            <a:xfrm>
              <a:off x="3718524" y="2820792"/>
              <a:ext cx="1122362" cy="1082675"/>
            </a:xfrm>
            <a:prstGeom prst="rect">
              <a:avLst/>
            </a:prstGeom>
            <a:noFill/>
            <a:ln w="28575">
              <a:solidFill>
                <a:srgbClr val="FF0000"/>
              </a:solidFill>
              <a:prstDash val="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938646" y="362678"/>
            <a:ext cx="10515600" cy="894622"/>
          </a:xfrm>
        </p:spPr>
        <p:txBody>
          <a:bodyPr>
            <a:normAutofit/>
          </a:bodyPr>
          <a:lstStyle/>
          <a:p>
            <a:r>
              <a:rPr lang="en-US" altLang="en-US" sz="5400" dirty="0">
                <a:cs typeface="Calibri" panose="020F0502020204030204" pitchFamily="34" charset="0"/>
              </a:rPr>
              <a:t>Interfaces communicating</a:t>
            </a:r>
            <a:endParaRPr lang="en-US" sz="5400" dirty="0"/>
          </a:p>
        </p:txBody>
      </p:sp>
      <p:grpSp>
        <p:nvGrpSpPr>
          <p:cNvPr id="10" name="Group 9">
            <a:extLst>
              <a:ext uri="{FF2B5EF4-FFF2-40B4-BE49-F238E27FC236}">
                <a16:creationId xmlns:a16="http://schemas.microsoft.com/office/drawing/2014/main" id="{2EA5E3C2-990E-9C41-AAAA-45311F46F06D}"/>
              </a:ext>
            </a:extLst>
          </p:cNvPr>
          <p:cNvGrpSpPr/>
          <p:nvPr/>
        </p:nvGrpSpPr>
        <p:grpSpPr>
          <a:xfrm>
            <a:off x="3386648" y="1585768"/>
            <a:ext cx="1709144" cy="2401887"/>
            <a:chOff x="3386648" y="1585768"/>
            <a:chExt cx="1709144" cy="2401887"/>
          </a:xfrm>
        </p:grpSpPr>
        <p:sp>
          <p:nvSpPr>
            <p:cNvPr id="340" name="Rectangle 42">
              <a:extLst>
                <a:ext uri="{FF2B5EF4-FFF2-40B4-BE49-F238E27FC236}">
                  <a16:creationId xmlns:a16="http://schemas.microsoft.com/office/drawing/2014/main" id="{08D16DCA-2F81-3142-8787-DCBB82571FB9}"/>
                </a:ext>
              </a:extLst>
            </p:cNvPr>
            <p:cNvSpPr>
              <a:spLocks noChangeArrowheads="1"/>
            </p:cNvSpPr>
            <p:nvPr/>
          </p:nvSpPr>
          <p:spPr bwMode="auto">
            <a:xfrm>
              <a:off x="3386648" y="1585768"/>
              <a:ext cx="1709144"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2" name="Rectangle 44">
              <a:extLst>
                <a:ext uri="{FF2B5EF4-FFF2-40B4-BE49-F238E27FC236}">
                  <a16:creationId xmlns:a16="http://schemas.microsoft.com/office/drawing/2014/main" id="{4292A8DC-1EBA-E346-AA85-38C6822CAA62}"/>
                </a:ext>
              </a:extLst>
            </p:cNvPr>
            <p:cNvSpPr>
              <a:spLocks noChangeArrowheads="1"/>
            </p:cNvSpPr>
            <p:nvPr/>
          </p:nvSpPr>
          <p:spPr bwMode="auto">
            <a:xfrm>
              <a:off x="3837201" y="3524105"/>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3" name="Rectangle 45">
              <a:extLst>
                <a:ext uri="{FF2B5EF4-FFF2-40B4-BE49-F238E27FC236}">
                  <a16:creationId xmlns:a16="http://schemas.microsoft.com/office/drawing/2014/main" id="{9AD0BC31-6A50-984F-86A3-3CA27EA7CD26}"/>
                </a:ext>
              </a:extLst>
            </p:cNvPr>
            <p:cNvSpPr>
              <a:spLocks noChangeArrowheads="1"/>
            </p:cNvSpPr>
            <p:nvPr/>
          </p:nvSpPr>
          <p:spPr bwMode="auto">
            <a:xfrm>
              <a:off x="3856453"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344" name="Text Box 46">
              <a:extLst>
                <a:ext uri="{FF2B5EF4-FFF2-40B4-BE49-F238E27FC236}">
                  <a16:creationId xmlns:a16="http://schemas.microsoft.com/office/drawing/2014/main" id="{0B7C150F-CB12-034D-8895-A7245A5D606B}"/>
                </a:ext>
              </a:extLst>
            </p:cNvPr>
            <p:cNvSpPr txBox="1">
              <a:spLocks noChangeArrowheads="1"/>
            </p:cNvSpPr>
            <p:nvPr/>
          </p:nvSpPr>
          <p:spPr bwMode="auto">
            <a:xfrm>
              <a:off x="3792993" y="3514379"/>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45" name="Freeform 47">
              <a:extLst>
                <a:ext uri="{FF2B5EF4-FFF2-40B4-BE49-F238E27FC236}">
                  <a16:creationId xmlns:a16="http://schemas.microsoft.com/office/drawing/2014/main" id="{793E17F7-22E2-FF4D-8509-E82EDBE2D5AA}"/>
                </a:ext>
              </a:extLst>
            </p:cNvPr>
            <p:cNvSpPr>
              <a:spLocks/>
            </p:cNvSpPr>
            <p:nvPr/>
          </p:nvSpPr>
          <p:spPr bwMode="auto">
            <a:xfrm>
              <a:off x="3778897" y="2455718"/>
              <a:ext cx="326278"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6" name="Line 48">
              <a:extLst>
                <a:ext uri="{FF2B5EF4-FFF2-40B4-BE49-F238E27FC236}">
                  <a16:creationId xmlns:a16="http://schemas.microsoft.com/office/drawing/2014/main" id="{07601B60-F87E-2F49-8A8E-1FF14E515D33}"/>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7" name="Line 49">
              <a:extLst>
                <a:ext uri="{FF2B5EF4-FFF2-40B4-BE49-F238E27FC236}">
                  <a16:creationId xmlns:a16="http://schemas.microsoft.com/office/drawing/2014/main" id="{A28FA316-5FFA-F44A-BA99-AC0415DFF79C}"/>
                </a:ext>
              </a:extLst>
            </p:cNvPr>
            <p:cNvSpPr>
              <a:spLocks noChangeShapeType="1"/>
            </p:cNvSpPr>
            <p:nvPr/>
          </p:nvSpPr>
          <p:spPr bwMode="auto">
            <a:xfrm flipV="1">
              <a:off x="4164375" y="2631881"/>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8" name="Rectangle 50">
              <a:extLst>
                <a:ext uri="{FF2B5EF4-FFF2-40B4-BE49-F238E27FC236}">
                  <a16:creationId xmlns:a16="http://schemas.microsoft.com/office/drawing/2014/main" id="{A634403E-4499-294B-99AD-E3A86D96C08B}"/>
                </a:ext>
              </a:extLst>
            </p:cNvPr>
            <p:cNvSpPr>
              <a:spLocks noChangeArrowheads="1"/>
            </p:cNvSpPr>
            <p:nvPr/>
          </p:nvSpPr>
          <p:spPr bwMode="auto">
            <a:xfrm>
              <a:off x="3532834" y="1938193"/>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349" name="Rectangle 51">
              <a:extLst>
                <a:ext uri="{FF2B5EF4-FFF2-40B4-BE49-F238E27FC236}">
                  <a16:creationId xmlns:a16="http://schemas.microsoft.com/office/drawing/2014/main" id="{82C997D8-021F-0245-9B73-2C5E048B65DC}"/>
                </a:ext>
              </a:extLst>
            </p:cNvPr>
            <p:cNvSpPr>
              <a:spLocks noChangeArrowheads="1"/>
            </p:cNvSpPr>
            <p:nvPr/>
          </p:nvSpPr>
          <p:spPr bwMode="auto">
            <a:xfrm>
              <a:off x="4351984" y="193978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350" name="Line 52">
              <a:extLst>
                <a:ext uri="{FF2B5EF4-FFF2-40B4-BE49-F238E27FC236}">
                  <a16:creationId xmlns:a16="http://schemas.microsoft.com/office/drawing/2014/main" id="{D74D41F5-3112-6646-9892-D00D36377E62}"/>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1" name="Line 53">
              <a:extLst>
                <a:ext uri="{FF2B5EF4-FFF2-40B4-BE49-F238E27FC236}">
                  <a16:creationId xmlns:a16="http://schemas.microsoft.com/office/drawing/2014/main" id="{AA1745EF-4026-E54D-9775-040F79E5D154}"/>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3" name="Line 55">
              <a:extLst>
                <a:ext uri="{FF2B5EF4-FFF2-40B4-BE49-F238E27FC236}">
                  <a16:creationId xmlns:a16="http://schemas.microsoft.com/office/drawing/2014/main" id="{159E9A7C-2C1B-CC40-B1B4-760AFE091B0E}"/>
                </a:ext>
              </a:extLst>
            </p:cNvPr>
            <p:cNvSpPr>
              <a:spLocks noChangeShapeType="1"/>
            </p:cNvSpPr>
            <p:nvPr/>
          </p:nvSpPr>
          <p:spPr bwMode="auto">
            <a:xfrm flipH="1">
              <a:off x="4172601" y="3239892"/>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8" name="Rectangle 43">
              <a:extLst>
                <a:ext uri="{FF2B5EF4-FFF2-40B4-BE49-F238E27FC236}">
                  <a16:creationId xmlns:a16="http://schemas.microsoft.com/office/drawing/2014/main" id="{D2E8D72A-74A0-8047-B32B-E6CC292FCAA2}"/>
                </a:ext>
              </a:extLst>
            </p:cNvPr>
            <p:cNvSpPr>
              <a:spLocks noChangeArrowheads="1"/>
            </p:cNvSpPr>
            <p:nvPr/>
          </p:nvSpPr>
          <p:spPr bwMode="auto">
            <a:xfrm>
              <a:off x="3643876" y="2820792"/>
              <a:ext cx="1122362" cy="1082675"/>
            </a:xfrm>
            <a:prstGeom prst="rect">
              <a:avLst/>
            </a:prstGeom>
            <a:noFill/>
            <a:ln w="28575">
              <a:solidFill>
                <a:srgbClr val="FF0000"/>
              </a:solidFill>
              <a:prstDash val="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360" name="Group 84">
            <a:extLst>
              <a:ext uri="{FF2B5EF4-FFF2-40B4-BE49-F238E27FC236}">
                <a16:creationId xmlns:a16="http://schemas.microsoft.com/office/drawing/2014/main" id="{F87BAAC8-00DB-C64F-B18B-456E80F15B7F}"/>
              </a:ext>
            </a:extLst>
          </p:cNvPr>
          <p:cNvGrpSpPr>
            <a:grpSpLocks/>
          </p:cNvGrpSpPr>
          <p:nvPr/>
        </p:nvGrpSpPr>
        <p:grpSpPr bwMode="auto">
          <a:xfrm>
            <a:off x="2300585" y="1777854"/>
            <a:ext cx="1508125" cy="2035175"/>
            <a:chOff x="2695" y="1742"/>
            <a:chExt cx="950" cy="1282"/>
          </a:xfrm>
        </p:grpSpPr>
        <p:sp>
          <p:nvSpPr>
            <p:cNvPr id="361" name="Freeform 62">
              <a:extLst>
                <a:ext uri="{FF2B5EF4-FFF2-40B4-BE49-F238E27FC236}">
                  <a16:creationId xmlns:a16="http://schemas.microsoft.com/office/drawing/2014/main" id="{9DAAFB2F-E3C8-FB46-A22A-E065E7053752}"/>
                </a:ext>
              </a:extLst>
            </p:cNvPr>
            <p:cNvSpPr>
              <a:spLocks/>
            </p:cNvSpPr>
            <p:nvPr/>
          </p:nvSpPr>
          <p:spPr bwMode="auto">
            <a:xfrm>
              <a:off x="3228" y="2488"/>
              <a:ext cx="417"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74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1" name="Rectangle 73">
              <a:extLst>
                <a:ext uri="{FF2B5EF4-FFF2-40B4-BE49-F238E27FC236}">
                  <a16:creationId xmlns:a16="http://schemas.microsoft.com/office/drawing/2014/main" id="{D34E92F6-E00A-9E48-8EEE-3793F53BE448}"/>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2" name="Freeform 63">
              <a:extLst>
                <a:ext uri="{FF2B5EF4-FFF2-40B4-BE49-F238E27FC236}">
                  <a16:creationId xmlns:a16="http://schemas.microsoft.com/office/drawing/2014/main" id="{BB2C5787-9CAC-D84A-B4B9-64FEECE12BED}"/>
                </a:ext>
              </a:extLst>
            </p:cNvPr>
            <p:cNvSpPr>
              <a:spLocks/>
            </p:cNvSpPr>
            <p:nvPr/>
          </p:nvSpPr>
          <p:spPr bwMode="auto">
            <a:xfrm>
              <a:off x="3222" y="1767"/>
              <a:ext cx="244"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99000">
                  <a:srgbClr val="FFFFFF">
                    <a:alpha val="66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0" name="Rectangle 82">
              <a:extLst>
                <a:ext uri="{FF2B5EF4-FFF2-40B4-BE49-F238E27FC236}">
                  <a16:creationId xmlns:a16="http://schemas.microsoft.com/office/drawing/2014/main" id="{059501C9-A68B-2743-A02C-0C5FBC61B122}"/>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6" name="Text Box 65">
              <a:extLst>
                <a:ext uri="{FF2B5EF4-FFF2-40B4-BE49-F238E27FC236}">
                  <a16:creationId xmlns:a16="http://schemas.microsoft.com/office/drawing/2014/main" id="{6AAE7E3E-6438-C244-82B8-2B86F8F44741}"/>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374" name="Line 66">
              <a:extLst>
                <a:ext uri="{FF2B5EF4-FFF2-40B4-BE49-F238E27FC236}">
                  <a16:creationId xmlns:a16="http://schemas.microsoft.com/office/drawing/2014/main" id="{9A080B16-B360-474F-B6FE-AF8100600C71}"/>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5" name="Line 67">
              <a:extLst>
                <a:ext uri="{FF2B5EF4-FFF2-40B4-BE49-F238E27FC236}">
                  <a16:creationId xmlns:a16="http://schemas.microsoft.com/office/drawing/2014/main" id="{6F15818C-975A-E24C-A5EF-48346108B897}"/>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6" name="Line 68">
              <a:extLst>
                <a:ext uri="{FF2B5EF4-FFF2-40B4-BE49-F238E27FC236}">
                  <a16:creationId xmlns:a16="http://schemas.microsoft.com/office/drawing/2014/main" id="{FD65879D-0360-2B41-B483-1A5D93371234}"/>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8" name="Rectangle 70">
              <a:extLst>
                <a:ext uri="{FF2B5EF4-FFF2-40B4-BE49-F238E27FC236}">
                  <a16:creationId xmlns:a16="http://schemas.microsoft.com/office/drawing/2014/main" id="{38B2F785-6155-1E4B-8594-95B2271DAD7F}"/>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9" name="Line 71">
              <a:extLst>
                <a:ext uri="{FF2B5EF4-FFF2-40B4-BE49-F238E27FC236}">
                  <a16:creationId xmlns:a16="http://schemas.microsoft.com/office/drawing/2014/main" id="{C451312B-40CC-7A40-B679-7AE554491DAE}"/>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0" name="Line 72">
              <a:extLst>
                <a:ext uri="{FF2B5EF4-FFF2-40B4-BE49-F238E27FC236}">
                  <a16:creationId xmlns:a16="http://schemas.microsoft.com/office/drawing/2014/main" id="{E2DC1FE8-5DB9-EA46-8800-4241D6DEF57F}"/>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2" name="Text Box 74">
              <a:extLst>
                <a:ext uri="{FF2B5EF4-FFF2-40B4-BE49-F238E27FC236}">
                  <a16:creationId xmlns:a16="http://schemas.microsoft.com/office/drawing/2014/main" id="{C6254BFE-8FC8-864C-911D-A03B8EB5CCF6}"/>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386" name="Line 78">
              <a:extLst>
                <a:ext uri="{FF2B5EF4-FFF2-40B4-BE49-F238E27FC236}">
                  <a16:creationId xmlns:a16="http://schemas.microsoft.com/office/drawing/2014/main" id="{B46866E9-0690-6D43-9964-01804A72D617}"/>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8" name="Line 80">
              <a:extLst>
                <a:ext uri="{FF2B5EF4-FFF2-40B4-BE49-F238E27FC236}">
                  <a16:creationId xmlns:a16="http://schemas.microsoft.com/office/drawing/2014/main" id="{431126D1-7D41-174B-9A00-15B64D7CFD0A}"/>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9" name="Line 81">
              <a:extLst>
                <a:ext uri="{FF2B5EF4-FFF2-40B4-BE49-F238E27FC236}">
                  <a16:creationId xmlns:a16="http://schemas.microsoft.com/office/drawing/2014/main" id="{E451146C-AD0C-394A-B9D7-786E8388A5AB}"/>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1" name="Group 10">
            <a:extLst>
              <a:ext uri="{FF2B5EF4-FFF2-40B4-BE49-F238E27FC236}">
                <a16:creationId xmlns:a16="http://schemas.microsoft.com/office/drawing/2014/main" id="{F0940C5E-A452-394D-9303-5A0908ACF414}"/>
              </a:ext>
            </a:extLst>
          </p:cNvPr>
          <p:cNvGrpSpPr/>
          <p:nvPr/>
        </p:nvGrpSpPr>
        <p:grpSpPr>
          <a:xfrm>
            <a:off x="8154574" y="1741034"/>
            <a:ext cx="1453373" cy="2053837"/>
            <a:chOff x="9730606" y="1055376"/>
            <a:chExt cx="1453373" cy="2053837"/>
          </a:xfrm>
        </p:grpSpPr>
        <p:sp>
          <p:nvSpPr>
            <p:cNvPr id="62" name="Freeform 62">
              <a:extLst>
                <a:ext uri="{FF2B5EF4-FFF2-40B4-BE49-F238E27FC236}">
                  <a16:creationId xmlns:a16="http://schemas.microsoft.com/office/drawing/2014/main" id="{01B01F1E-124F-BC43-A974-ABF83467E862}"/>
                </a:ext>
              </a:extLst>
            </p:cNvPr>
            <p:cNvSpPr>
              <a:spLocks/>
            </p:cNvSpPr>
            <p:nvPr/>
          </p:nvSpPr>
          <p:spPr bwMode="auto">
            <a:xfrm flipH="1">
              <a:off x="9730606" y="2258313"/>
              <a:ext cx="623888" cy="850900"/>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82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Rectangle 73">
              <a:extLst>
                <a:ext uri="{FF2B5EF4-FFF2-40B4-BE49-F238E27FC236}">
                  <a16:creationId xmlns:a16="http://schemas.microsoft.com/office/drawing/2014/main" id="{E45D8FA9-172B-4349-9201-C855690CD8C7}"/>
                </a:ext>
              </a:extLst>
            </p:cNvPr>
            <p:cNvSpPr>
              <a:spLocks noChangeArrowheads="1"/>
            </p:cNvSpPr>
            <p:nvPr/>
          </p:nvSpPr>
          <p:spPr bwMode="auto">
            <a:xfrm>
              <a:off x="10360066" y="2541276"/>
              <a:ext cx="776288" cy="415925"/>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4" name="Freeform 63">
              <a:extLst>
                <a:ext uri="{FF2B5EF4-FFF2-40B4-BE49-F238E27FC236}">
                  <a16:creationId xmlns:a16="http://schemas.microsoft.com/office/drawing/2014/main" id="{D6688D65-8859-3543-A395-35CEEDEDD0DE}"/>
                </a:ext>
              </a:extLst>
            </p:cNvPr>
            <p:cNvSpPr>
              <a:spLocks/>
            </p:cNvSpPr>
            <p:nvPr/>
          </p:nvSpPr>
          <p:spPr bwMode="auto">
            <a:xfrm flipH="1">
              <a:off x="9935685" y="1076403"/>
              <a:ext cx="436563" cy="70326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alpha val="81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5" name="Rectangle 82">
              <a:extLst>
                <a:ext uri="{FF2B5EF4-FFF2-40B4-BE49-F238E27FC236}">
                  <a16:creationId xmlns:a16="http://schemas.microsoft.com/office/drawing/2014/main" id="{06D41716-A543-3F4F-9489-BC4A00085E88}"/>
                </a:ext>
              </a:extLst>
            </p:cNvPr>
            <p:cNvSpPr>
              <a:spLocks noChangeArrowheads="1"/>
            </p:cNvSpPr>
            <p:nvPr/>
          </p:nvSpPr>
          <p:spPr bwMode="auto">
            <a:xfrm>
              <a:off x="10355304" y="1090301"/>
              <a:ext cx="777876" cy="73501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6" name="Text Box 65">
              <a:extLst>
                <a:ext uri="{FF2B5EF4-FFF2-40B4-BE49-F238E27FC236}">
                  <a16:creationId xmlns:a16="http://schemas.microsoft.com/office/drawing/2014/main" id="{2D82B720-E5DF-4F4F-8FBA-8D31F068A355}"/>
                </a:ext>
              </a:extLst>
            </p:cNvPr>
            <p:cNvSpPr txBox="1">
              <a:spLocks noChangeArrowheads="1"/>
            </p:cNvSpPr>
            <p:nvPr/>
          </p:nvSpPr>
          <p:spPr bwMode="auto">
            <a:xfrm>
              <a:off x="10306091" y="1055376"/>
              <a:ext cx="877888" cy="830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67" name="Line 66">
              <a:extLst>
                <a:ext uri="{FF2B5EF4-FFF2-40B4-BE49-F238E27FC236}">
                  <a16:creationId xmlns:a16="http://schemas.microsoft.com/office/drawing/2014/main" id="{D80B677C-0558-AA49-9BC2-C865179CDED6}"/>
                </a:ext>
              </a:extLst>
            </p:cNvPr>
            <p:cNvSpPr>
              <a:spLocks noChangeShapeType="1"/>
            </p:cNvSpPr>
            <p:nvPr/>
          </p:nvSpPr>
          <p:spPr bwMode="auto">
            <a:xfrm>
              <a:off x="10360066" y="1303026"/>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8" name="Line 67">
              <a:extLst>
                <a:ext uri="{FF2B5EF4-FFF2-40B4-BE49-F238E27FC236}">
                  <a16:creationId xmlns:a16="http://schemas.microsoft.com/office/drawing/2014/main" id="{96ECD29D-6AC3-3C4A-8B76-C6CE4E7094C2}"/>
                </a:ext>
              </a:extLst>
            </p:cNvPr>
            <p:cNvSpPr>
              <a:spLocks noChangeShapeType="1"/>
            </p:cNvSpPr>
            <p:nvPr/>
          </p:nvSpPr>
          <p:spPr bwMode="auto">
            <a:xfrm>
              <a:off x="10360066" y="1466539"/>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9" name="Line 68">
              <a:extLst>
                <a:ext uri="{FF2B5EF4-FFF2-40B4-BE49-F238E27FC236}">
                  <a16:creationId xmlns:a16="http://schemas.microsoft.com/office/drawing/2014/main" id="{93393447-F152-0A41-B307-A690875EC8D8}"/>
                </a:ext>
              </a:extLst>
            </p:cNvPr>
            <p:cNvSpPr>
              <a:spLocks noChangeShapeType="1"/>
            </p:cNvSpPr>
            <p:nvPr/>
          </p:nvSpPr>
          <p:spPr bwMode="auto">
            <a:xfrm>
              <a:off x="10356891" y="1639576"/>
              <a:ext cx="776288"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0" name="Rectangle 70">
              <a:extLst>
                <a:ext uri="{FF2B5EF4-FFF2-40B4-BE49-F238E27FC236}">
                  <a16:creationId xmlns:a16="http://schemas.microsoft.com/office/drawing/2014/main" id="{34836D0F-96F1-C74D-BB52-0007C90AE400}"/>
                </a:ext>
              </a:extLst>
            </p:cNvPr>
            <p:cNvSpPr>
              <a:spLocks noChangeArrowheads="1"/>
            </p:cNvSpPr>
            <p:nvPr/>
          </p:nvSpPr>
          <p:spPr bwMode="auto">
            <a:xfrm>
              <a:off x="10293391" y="1801501"/>
              <a:ext cx="876301" cy="1825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1" name="Line 71">
              <a:extLst>
                <a:ext uri="{FF2B5EF4-FFF2-40B4-BE49-F238E27FC236}">
                  <a16:creationId xmlns:a16="http://schemas.microsoft.com/office/drawing/2014/main" id="{B826D465-956C-AC42-A034-8ACCE0186508}"/>
                </a:ext>
              </a:extLst>
            </p:cNvPr>
            <p:cNvSpPr>
              <a:spLocks noChangeShapeType="1"/>
            </p:cNvSpPr>
            <p:nvPr/>
          </p:nvSpPr>
          <p:spPr bwMode="auto">
            <a:xfrm>
              <a:off x="10355304" y="1820551"/>
              <a:ext cx="0" cy="103188"/>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2" name="Line 72">
              <a:extLst>
                <a:ext uri="{FF2B5EF4-FFF2-40B4-BE49-F238E27FC236}">
                  <a16:creationId xmlns:a16="http://schemas.microsoft.com/office/drawing/2014/main" id="{18797742-2033-0E42-BF7B-CC2F3B1166C8}"/>
                </a:ext>
              </a:extLst>
            </p:cNvPr>
            <p:cNvSpPr>
              <a:spLocks noChangeShapeType="1"/>
            </p:cNvSpPr>
            <p:nvPr/>
          </p:nvSpPr>
          <p:spPr bwMode="auto">
            <a:xfrm>
              <a:off x="11134767" y="1811026"/>
              <a:ext cx="0" cy="101600"/>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3" name="Text Box 74">
              <a:extLst>
                <a:ext uri="{FF2B5EF4-FFF2-40B4-BE49-F238E27FC236}">
                  <a16:creationId xmlns:a16="http://schemas.microsoft.com/office/drawing/2014/main" id="{6CAFE6BE-3638-874A-B141-EDEE018D60F4}"/>
                </a:ext>
              </a:extLst>
            </p:cNvPr>
            <p:cNvSpPr txBox="1">
              <a:spLocks noChangeArrowheads="1"/>
            </p:cNvSpPr>
            <p:nvPr/>
          </p:nvSpPr>
          <p:spPr bwMode="auto">
            <a:xfrm>
              <a:off x="10388641" y="2501589"/>
              <a:ext cx="684213"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74" name="Line 78">
              <a:extLst>
                <a:ext uri="{FF2B5EF4-FFF2-40B4-BE49-F238E27FC236}">
                  <a16:creationId xmlns:a16="http://schemas.microsoft.com/office/drawing/2014/main" id="{84E322A3-E89B-AC48-B4B3-233C598CB6DD}"/>
                </a:ext>
              </a:extLst>
            </p:cNvPr>
            <p:cNvSpPr>
              <a:spLocks noChangeShapeType="1"/>
            </p:cNvSpPr>
            <p:nvPr/>
          </p:nvSpPr>
          <p:spPr bwMode="auto">
            <a:xfrm>
              <a:off x="10358479" y="2739714"/>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5" name="Line 80">
              <a:extLst>
                <a:ext uri="{FF2B5EF4-FFF2-40B4-BE49-F238E27FC236}">
                  <a16:creationId xmlns:a16="http://schemas.microsoft.com/office/drawing/2014/main" id="{B2BA3CCE-9278-934F-8020-A9A3C0BDAD18}"/>
                </a:ext>
              </a:extLst>
            </p:cNvPr>
            <p:cNvSpPr>
              <a:spLocks noChangeShapeType="1"/>
            </p:cNvSpPr>
            <p:nvPr/>
          </p:nvSpPr>
          <p:spPr bwMode="auto">
            <a:xfrm>
              <a:off x="10360066" y="2439676"/>
              <a:ext cx="0" cy="103188"/>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6" name="Line 81">
              <a:extLst>
                <a:ext uri="{FF2B5EF4-FFF2-40B4-BE49-F238E27FC236}">
                  <a16:creationId xmlns:a16="http://schemas.microsoft.com/office/drawing/2014/main" id="{5AB37789-637D-C443-B20A-F54499BB7D18}"/>
                </a:ext>
              </a:extLst>
            </p:cNvPr>
            <p:cNvSpPr>
              <a:spLocks noChangeShapeType="1"/>
            </p:cNvSpPr>
            <p:nvPr/>
          </p:nvSpPr>
          <p:spPr bwMode="auto">
            <a:xfrm>
              <a:off x="11136354" y="2439676"/>
              <a:ext cx="0" cy="101600"/>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5" name="Freeform 4">
            <a:extLst>
              <a:ext uri="{FF2B5EF4-FFF2-40B4-BE49-F238E27FC236}">
                <a16:creationId xmlns:a16="http://schemas.microsoft.com/office/drawing/2014/main" id="{40BD8E7B-C44D-C64B-8B42-1AB6A22BDEC2}"/>
              </a:ext>
            </a:extLst>
          </p:cNvPr>
          <p:cNvSpPr/>
          <p:nvPr/>
        </p:nvSpPr>
        <p:spPr>
          <a:xfrm>
            <a:off x="4153301" y="3785951"/>
            <a:ext cx="3591390" cy="522811"/>
          </a:xfrm>
          <a:custGeom>
            <a:avLst/>
            <a:gdLst>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4" fmla="*/ 5874327 w 5874327"/>
              <a:gd name="connsiteY4" fmla="*/ 41564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48806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30701 h 277091"/>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0" fmla="*/ 0 w 5874327"/>
              <a:gd name="connsiteY0" fmla="*/ 5510 h 282601"/>
              <a:gd name="connsiteX1" fmla="*/ 0 w 5874327"/>
              <a:gd name="connsiteY1" fmla="*/ 282601 h 282601"/>
              <a:gd name="connsiteX2" fmla="*/ 5874327 w 5874327"/>
              <a:gd name="connsiteY2" fmla="*/ 282601 h 282601"/>
              <a:gd name="connsiteX3" fmla="*/ 5864278 w 5874327"/>
              <a:gd name="connsiteY3" fmla="*/ 0 h 282601"/>
            </a:gdLst>
            <a:ahLst/>
            <a:cxnLst>
              <a:cxn ang="0">
                <a:pos x="connsiteX0" y="connsiteY0"/>
              </a:cxn>
              <a:cxn ang="0">
                <a:pos x="connsiteX1" y="connsiteY1"/>
              </a:cxn>
              <a:cxn ang="0">
                <a:pos x="connsiteX2" y="connsiteY2"/>
              </a:cxn>
              <a:cxn ang="0">
                <a:pos x="connsiteX3" y="connsiteY3"/>
              </a:cxn>
            </a:cxnLst>
            <a:rect l="l" t="t" r="r" b="b"/>
            <a:pathLst>
              <a:path w="5874327" h="282601">
                <a:moveTo>
                  <a:pt x="0" y="5510"/>
                </a:moveTo>
                <a:lnTo>
                  <a:pt x="0" y="282601"/>
                </a:lnTo>
                <a:lnTo>
                  <a:pt x="5874327" y="282601"/>
                </a:lnTo>
                <a:cubicBezTo>
                  <a:pt x="5874327" y="204092"/>
                  <a:pt x="5863162" y="41065"/>
                  <a:pt x="5864278" y="0"/>
                </a:cubicBezTo>
              </a:path>
            </a:pathLst>
          </a:custGeom>
          <a:noFill/>
          <a:ln w="34925">
            <a:solidFill>
              <a:srgbClr val="0000A8"/>
            </a:solidFill>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Rectangle 3">
            <a:extLst>
              <a:ext uri="{FF2B5EF4-FFF2-40B4-BE49-F238E27FC236}">
                <a16:creationId xmlns:a16="http://schemas.microsoft.com/office/drawing/2014/main" id="{18B56FA4-5E06-734B-8CCA-520BDE95A7B2}"/>
              </a:ext>
            </a:extLst>
          </p:cNvPr>
          <p:cNvSpPr txBox="1">
            <a:spLocks noChangeArrowheads="1"/>
          </p:cNvSpPr>
          <p:nvPr/>
        </p:nvSpPr>
        <p:spPr bwMode="auto">
          <a:xfrm>
            <a:off x="1181424" y="4590175"/>
            <a:ext cx="5247083" cy="19351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rPr>
              <a:t>sending side: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rPr>
              <a:t>encapsulates datagram in frame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rPr>
              <a:t>adds error checking bits, reliable data transfer, flow control, etc.</a:t>
            </a:r>
          </a:p>
        </p:txBody>
      </p:sp>
      <p:sp>
        <p:nvSpPr>
          <p:cNvPr id="82" name="Rectangle 4">
            <a:extLst>
              <a:ext uri="{FF2B5EF4-FFF2-40B4-BE49-F238E27FC236}">
                <a16:creationId xmlns:a16="http://schemas.microsoft.com/office/drawing/2014/main" id="{CE6ED78C-4BB6-A242-9D70-6F08129C21FF}"/>
              </a:ext>
            </a:extLst>
          </p:cNvPr>
          <p:cNvSpPr txBox="1">
            <a:spLocks noChangeArrowheads="1"/>
          </p:cNvSpPr>
          <p:nvPr/>
        </p:nvSpPr>
        <p:spPr bwMode="auto">
          <a:xfrm>
            <a:off x="6683664" y="4606063"/>
            <a:ext cx="4829464" cy="1851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rPr>
              <a:t>receiving side: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rPr>
              <a:t>looks for errors, reliable data transfer, flow control, etc.</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rPr>
              <a:t>extracts datagram, passes to upper layer at receiving side</a:t>
            </a:r>
          </a:p>
        </p:txBody>
      </p:sp>
      <p:grpSp>
        <p:nvGrpSpPr>
          <p:cNvPr id="8" name="Group 7">
            <a:extLst>
              <a:ext uri="{FF2B5EF4-FFF2-40B4-BE49-F238E27FC236}">
                <a16:creationId xmlns:a16="http://schemas.microsoft.com/office/drawing/2014/main" id="{537C4F57-1245-0842-89E6-D0D42B4637B1}"/>
              </a:ext>
            </a:extLst>
          </p:cNvPr>
          <p:cNvGrpSpPr/>
          <p:nvPr/>
        </p:nvGrpSpPr>
        <p:grpSpPr>
          <a:xfrm>
            <a:off x="957300" y="3054812"/>
            <a:ext cx="1569900" cy="338554"/>
            <a:chOff x="946500" y="2082812"/>
            <a:chExt cx="1569900" cy="338554"/>
          </a:xfrm>
          <a:effectLst>
            <a:outerShdw blurRad="50800" dist="38100" dir="18900000" algn="bl" rotWithShape="0">
              <a:prstClr val="black">
                <a:alpha val="40000"/>
              </a:prstClr>
            </a:outerShdw>
          </a:effectLst>
        </p:grpSpPr>
        <p:sp>
          <p:nvSpPr>
            <p:cNvPr id="104" name="Rectangle 103">
              <a:extLst>
                <a:ext uri="{FF2B5EF4-FFF2-40B4-BE49-F238E27FC236}">
                  <a16:creationId xmlns:a16="http://schemas.microsoft.com/office/drawing/2014/main" id="{9EDCCCEE-3CB2-1846-BBAC-01DB77CF94E9}"/>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0B6EC950-6D21-8943-AD9A-1A9BA731F563}"/>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9" name="Group 8">
            <a:extLst>
              <a:ext uri="{FF2B5EF4-FFF2-40B4-BE49-F238E27FC236}">
                <a16:creationId xmlns:a16="http://schemas.microsoft.com/office/drawing/2014/main" id="{3974AB8B-EB99-0441-9682-66840F3A7F92}"/>
              </a:ext>
            </a:extLst>
          </p:cNvPr>
          <p:cNvGrpSpPr/>
          <p:nvPr/>
        </p:nvGrpSpPr>
        <p:grpSpPr>
          <a:xfrm>
            <a:off x="955870" y="3055124"/>
            <a:ext cx="1642179" cy="339427"/>
            <a:chOff x="8795014" y="27710"/>
            <a:chExt cx="1642179" cy="339427"/>
          </a:xfrm>
        </p:grpSpPr>
        <p:grpSp>
          <p:nvGrpSpPr>
            <p:cNvPr id="108" name="Group 107">
              <a:extLst>
                <a:ext uri="{FF2B5EF4-FFF2-40B4-BE49-F238E27FC236}">
                  <a16:creationId xmlns:a16="http://schemas.microsoft.com/office/drawing/2014/main" id="{3F4BB85F-69FB-5247-9776-577109762BF8}"/>
                </a:ext>
              </a:extLst>
            </p:cNvPr>
            <p:cNvGrpSpPr/>
            <p:nvPr/>
          </p:nvGrpSpPr>
          <p:grpSpPr>
            <a:xfrm>
              <a:off x="8795014" y="28583"/>
              <a:ext cx="1569900" cy="338554"/>
              <a:chOff x="946500" y="2082812"/>
              <a:chExt cx="1569900" cy="338554"/>
            </a:xfrm>
            <a:effectLst>
              <a:outerShdw blurRad="50800" dist="38100" dir="18900000" algn="bl" rotWithShape="0">
                <a:prstClr val="black">
                  <a:alpha val="40000"/>
                </a:prstClr>
              </a:outerShdw>
            </a:effectLst>
          </p:grpSpPr>
          <p:sp>
            <p:nvSpPr>
              <p:cNvPr id="109" name="Rectangle 108">
                <a:extLst>
                  <a:ext uri="{FF2B5EF4-FFF2-40B4-BE49-F238E27FC236}">
                    <a16:creationId xmlns:a16="http://schemas.microsoft.com/office/drawing/2014/main" id="{DBC16E38-D878-DA40-BBB8-6FB0CDBAC30B}"/>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0" name="TextBox 109">
                <a:extLst>
                  <a:ext uri="{FF2B5EF4-FFF2-40B4-BE49-F238E27FC236}">
                    <a16:creationId xmlns:a16="http://schemas.microsoft.com/office/drawing/2014/main" id="{1A787236-15FA-7C49-9EC5-8D58F317FD53}"/>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11" name="Group 110">
              <a:extLst>
                <a:ext uri="{FF2B5EF4-FFF2-40B4-BE49-F238E27FC236}">
                  <a16:creationId xmlns:a16="http://schemas.microsoft.com/office/drawing/2014/main" id="{C005BFB6-442F-8B4F-A9BE-E9EA4B39C815}"/>
                </a:ext>
              </a:extLst>
            </p:cNvPr>
            <p:cNvGrpSpPr/>
            <p:nvPr/>
          </p:nvGrpSpPr>
          <p:grpSpPr>
            <a:xfrm>
              <a:off x="9386857" y="27710"/>
              <a:ext cx="1050336" cy="338554"/>
              <a:chOff x="1551732" y="2084406"/>
              <a:chExt cx="1050336" cy="338554"/>
            </a:xfrm>
          </p:grpSpPr>
          <p:sp>
            <p:nvSpPr>
              <p:cNvPr id="112" name="Rectangle 111">
                <a:extLst>
                  <a:ext uri="{FF2B5EF4-FFF2-40B4-BE49-F238E27FC236}">
                    <a16:creationId xmlns:a16="http://schemas.microsoft.com/office/drawing/2014/main" id="{D71FB187-96E4-244B-AF15-E9CD3D0042E1}"/>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3" name="TextBox 112">
                <a:extLst>
                  <a:ext uri="{FF2B5EF4-FFF2-40B4-BE49-F238E27FC236}">
                    <a16:creationId xmlns:a16="http://schemas.microsoft.com/office/drawing/2014/main" id="{B0772B65-2D38-BD48-890B-AE81492D2152}"/>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grpSp>
        <p:nvGrpSpPr>
          <p:cNvPr id="7" name="Group 6">
            <a:extLst>
              <a:ext uri="{FF2B5EF4-FFF2-40B4-BE49-F238E27FC236}">
                <a16:creationId xmlns:a16="http://schemas.microsoft.com/office/drawing/2014/main" id="{496E2B94-DB9A-7246-AFC8-1AF4BF171909}"/>
              </a:ext>
            </a:extLst>
          </p:cNvPr>
          <p:cNvGrpSpPr/>
          <p:nvPr/>
        </p:nvGrpSpPr>
        <p:grpSpPr>
          <a:xfrm>
            <a:off x="1551732" y="2080806"/>
            <a:ext cx="1050336" cy="338554"/>
            <a:chOff x="1551732" y="2084406"/>
            <a:chExt cx="1050336" cy="338554"/>
          </a:xfrm>
        </p:grpSpPr>
        <p:sp>
          <p:nvSpPr>
            <p:cNvPr id="97" name="Rectangle 96">
              <a:extLst>
                <a:ext uri="{FF2B5EF4-FFF2-40B4-BE49-F238E27FC236}">
                  <a16:creationId xmlns:a16="http://schemas.microsoft.com/office/drawing/2014/main" id="{0FE69BAF-1146-6E49-A666-E323A3E57C63}"/>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16546C0F-2F99-5D49-9B71-D806E1F4AC4B}"/>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nvGrpSpPr>
          <p:cNvPr id="12" name="Group 11">
            <a:extLst>
              <a:ext uri="{FF2B5EF4-FFF2-40B4-BE49-F238E27FC236}">
                <a16:creationId xmlns:a16="http://schemas.microsoft.com/office/drawing/2014/main" id="{AE4DCBCE-E716-334C-BD5E-3775F82A2DA5}"/>
              </a:ext>
            </a:extLst>
          </p:cNvPr>
          <p:cNvGrpSpPr/>
          <p:nvPr/>
        </p:nvGrpSpPr>
        <p:grpSpPr>
          <a:xfrm>
            <a:off x="9888337" y="3037360"/>
            <a:ext cx="1050336" cy="338554"/>
            <a:chOff x="309834" y="1124253"/>
            <a:chExt cx="1050336" cy="338554"/>
          </a:xfrm>
        </p:grpSpPr>
        <p:sp>
          <p:nvSpPr>
            <p:cNvPr id="132" name="Rectangle 131">
              <a:extLst>
                <a:ext uri="{FF2B5EF4-FFF2-40B4-BE49-F238E27FC236}">
                  <a16:creationId xmlns:a16="http://schemas.microsoft.com/office/drawing/2014/main" id="{E80854FB-94FB-5641-A2CE-545956B45415}"/>
                </a:ext>
              </a:extLst>
            </p:cNvPr>
            <p:cNvSpPr/>
            <p:nvPr/>
          </p:nvSpPr>
          <p:spPr>
            <a:xfrm>
              <a:off x="326223" y="1172864"/>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3" name="TextBox 132">
              <a:extLst>
                <a:ext uri="{FF2B5EF4-FFF2-40B4-BE49-F238E27FC236}">
                  <a16:creationId xmlns:a16="http://schemas.microsoft.com/office/drawing/2014/main" id="{D9C16815-500B-C54D-BE20-C80213A27D36}"/>
                </a:ext>
              </a:extLst>
            </p:cNvPr>
            <p:cNvSpPr txBox="1"/>
            <p:nvPr/>
          </p:nvSpPr>
          <p:spPr>
            <a:xfrm>
              <a:off x="309834" y="1124253"/>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spTree>
    <p:extLst>
      <p:ext uri="{BB962C8B-B14F-4D97-AF65-F5344CB8AC3E}">
        <p14:creationId xmlns:p14="http://schemas.microsoft.com/office/powerpoint/2010/main" val="186535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5E-6 7.40741E-7 L -2.5E-6 0.14236 " pathEditMode="relative" rAng="0" ptsTypes="AA">
                                      <p:cBhvr>
                                        <p:cTn id="6" dur="2000" fill="hold"/>
                                        <p:tgtEl>
                                          <p:spTgt spid="7"/>
                                        </p:tgtEl>
                                        <p:attrNameLst>
                                          <p:attrName>ppt_x</p:attrName>
                                          <p:attrName>ppt_y</p:attrName>
                                        </p:attrNameLst>
                                      </p:cBhvr>
                                      <p:rCtr x="0" y="7106"/>
                                    </p:animMotion>
                                  </p:childTnLst>
                                </p:cTn>
                              </p:par>
                            </p:childTnLst>
                          </p:cTn>
                        </p:par>
                        <p:par>
                          <p:cTn id="7" fill="hold">
                            <p:stCondLst>
                              <p:cond delay="2000"/>
                            </p:stCondLst>
                            <p:childTnLst>
                              <p:par>
                                <p:cTn id="8" presetID="9"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dissolve">
                                      <p:cBhvr>
                                        <p:cTn id="13" dur="500"/>
                                        <p:tgtEl>
                                          <p:spTgt spid="8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nodeType="clickEffect">
                                  <p:stCondLst>
                                    <p:cond delay="0"/>
                                  </p:stCondLst>
                                  <p:childTnLst>
                                    <p:animEffect transition="out" filter="dissolv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9" presetClass="exit" presetSubtype="0" fill="hold" nodeType="withEffect">
                                  <p:stCondLst>
                                    <p:cond delay="0"/>
                                  </p:stCondLst>
                                  <p:childTnLst>
                                    <p:animEffect transition="out" filter="dissolv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par>
                                <p:cTn id="22" presetID="9"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par>
                          <p:cTn id="25" fill="hold">
                            <p:stCondLst>
                              <p:cond delay="500"/>
                            </p:stCondLst>
                            <p:childTnLst>
                              <p:par>
                                <p:cTn id="26" presetID="0" presetClass="path" presetSubtype="0" accel="50000" decel="50000" fill="hold" nodeType="afterEffect">
                                  <p:stCondLst>
                                    <p:cond delay="0"/>
                                  </p:stCondLst>
                                  <p:childTnLst>
                                    <p:animMotion origin="layout" path="M -3.125E-6 -0.00023 C 0.00078 0.05555 0.0017 0.11111 0.00261 0.1669 L 0.68633 0.17477 L 0.68633 -0.00301 " pathEditMode="relative" rAng="0" ptsTypes="AAAA">
                                      <p:cBhvr>
                                        <p:cTn id="27" dur="2000" fill="hold"/>
                                        <p:tgtEl>
                                          <p:spTgt spid="9"/>
                                        </p:tgtEl>
                                        <p:attrNameLst>
                                          <p:attrName>ppt_x</p:attrName>
                                          <p:attrName>ppt_y</p:attrName>
                                        </p:attrNameLst>
                                      </p:cBhvr>
                                      <p:rCtr x="34310" y="8611"/>
                                    </p:animMotion>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dissolve">
                                      <p:cBhvr>
                                        <p:cTn id="31" dur="500"/>
                                        <p:tgtEl>
                                          <p:spTgt spid="8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xit" presetSubtype="0" fill="hold" nodeType="clickEffect">
                                  <p:stCondLst>
                                    <p:cond delay="0"/>
                                  </p:stCondLst>
                                  <p:childTnLst>
                                    <p:animEffect transition="out" filter="dissolv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9"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dissolve">
                                      <p:cBhvr>
                                        <p:cTn id="39" dur="500"/>
                                        <p:tgtEl>
                                          <p:spTgt spid="12"/>
                                        </p:tgtEl>
                                      </p:cBhvr>
                                    </p:animEffect>
                                  </p:childTnLst>
                                </p:cTn>
                              </p:par>
                            </p:childTnLst>
                          </p:cTn>
                        </p:par>
                        <p:par>
                          <p:cTn id="40" fill="hold">
                            <p:stCondLst>
                              <p:cond delay="500"/>
                            </p:stCondLst>
                            <p:childTnLst>
                              <p:par>
                                <p:cTn id="41" presetID="0" presetClass="path" presetSubtype="0" accel="50000" decel="50000" fill="hold" nodeType="afterEffect">
                                  <p:stCondLst>
                                    <p:cond delay="0"/>
                                  </p:stCondLst>
                                  <p:childTnLst>
                                    <p:animMotion origin="layout" path="M 0.00052 -0.00023 L -0.00039 -0.13842 " pathEditMode="relative" rAng="0" ptsTypes="AA">
                                      <p:cBhvr>
                                        <p:cTn id="42" dur="2000" fill="hold"/>
                                        <p:tgtEl>
                                          <p:spTgt spid="12"/>
                                        </p:tgtEl>
                                        <p:attrNameLst>
                                          <p:attrName>ppt_x</p:attrName>
                                          <p:attrName>ppt_y</p:attrName>
                                        </p:attrNameLst>
                                      </p:cBhvr>
                                      <p:rCtr x="-52" y="-6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8"/>
          <p:cNvSpPr txBox="1">
            <a:spLocks noGrp="1"/>
          </p:cNvSpPr>
          <p:nvPr>
            <p:ph type="title"/>
          </p:nvPr>
        </p:nvSpPr>
        <p:spPr>
          <a:xfrm>
            <a:off x="800100" y="349426"/>
            <a:ext cx="10515600" cy="8946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99"/>
              </a:buClr>
              <a:buSzPts val="4400"/>
              <a:buFont typeface="Calibri"/>
              <a:buNone/>
            </a:pPr>
            <a:r>
              <a:rPr lang="en-US" sz="4000" b="0">
                <a:solidFill>
                  <a:srgbClr val="000099"/>
                </a:solidFill>
                <a:ea typeface="Calibri"/>
                <a:cs typeface="Calibri"/>
                <a:sym typeface="Calibri"/>
              </a:rPr>
              <a:t>MAC addresses</a:t>
            </a:r>
            <a:endParaRPr sz="4000" b="0">
              <a:ea typeface="Calibri"/>
              <a:cs typeface="Calibri"/>
              <a:sym typeface="Calibri"/>
            </a:endParaRPr>
          </a:p>
        </p:txBody>
      </p:sp>
      <p:sp>
        <p:nvSpPr>
          <p:cNvPr id="197" name="Google Shape;197;p8"/>
          <p:cNvSpPr txBox="1"/>
          <p:nvPr/>
        </p:nvSpPr>
        <p:spPr>
          <a:xfrm>
            <a:off x="877956" y="1480930"/>
            <a:ext cx="10903227" cy="1981798"/>
          </a:xfrm>
          <a:prstGeom prst="rect">
            <a:avLst/>
          </a:prstGeom>
          <a:noFill/>
          <a:ln>
            <a:noFill/>
          </a:ln>
        </p:spPr>
        <p:txBody>
          <a:bodyPr spcFirstLastPara="1" wrap="square" lIns="91425" tIns="45700" rIns="91425" bIns="45700" anchor="t" anchorCtr="0">
            <a:normAutofit/>
          </a:bodyPr>
          <a:lstStyle/>
          <a:p>
            <a:pPr marL="352425" marR="0" lvl="0" indent="-339725" algn="l" rtl="0">
              <a:lnSpc>
                <a:spcPct val="90000"/>
              </a:lnSpc>
              <a:spcBef>
                <a:spcPts val="0"/>
              </a:spcBef>
              <a:spcAft>
                <a:spcPts val="0"/>
              </a:spcAft>
              <a:buClr>
                <a:srgbClr val="0000A3"/>
              </a:buClr>
              <a:buSzPts val="3200"/>
              <a:buFont typeface="Noto Sans Symbols"/>
              <a:buChar char="▪"/>
            </a:pPr>
            <a:r>
              <a:rPr lang="en-US" sz="2800" b="0" i="0" u="none" strike="noStrike" cap="none">
                <a:solidFill>
                  <a:srgbClr val="000000"/>
                </a:solidFill>
                <a:latin typeface="+mj-lt"/>
                <a:ea typeface="Calibri"/>
                <a:cs typeface="Calibri"/>
                <a:sym typeface="Calibri"/>
              </a:rPr>
              <a:t>32-bit IP address: </a:t>
            </a:r>
            <a:endParaRPr sz="1600">
              <a:latin typeface="+mj-lt"/>
            </a:endParaRPr>
          </a:p>
          <a:p>
            <a:pPr marL="695325" marR="0" lvl="1" indent="-231775" algn="l" rtl="0">
              <a:lnSpc>
                <a:spcPct val="90000"/>
              </a:lnSpc>
              <a:spcBef>
                <a:spcPts val="500"/>
              </a:spcBef>
              <a:spcAft>
                <a:spcPts val="0"/>
              </a:spcAft>
              <a:buClr>
                <a:srgbClr val="0000A8"/>
              </a:buClr>
              <a:buSzPts val="2800"/>
              <a:buFont typeface="Arial"/>
              <a:buChar char="•"/>
            </a:pPr>
            <a:r>
              <a:rPr lang="en-US" sz="2400" b="0" i="1" u="none" strike="noStrike" cap="none">
                <a:solidFill>
                  <a:srgbClr val="000000"/>
                </a:solidFill>
                <a:latin typeface="+mj-lt"/>
                <a:ea typeface="Calibri"/>
                <a:cs typeface="Calibri"/>
                <a:sym typeface="Calibri"/>
              </a:rPr>
              <a:t>network-layer</a:t>
            </a:r>
            <a:r>
              <a:rPr lang="en-US" sz="2400" b="0" i="0" u="none" strike="noStrike" cap="none">
                <a:solidFill>
                  <a:srgbClr val="000000"/>
                </a:solidFill>
                <a:latin typeface="+mj-lt"/>
                <a:ea typeface="Calibri"/>
                <a:cs typeface="Calibri"/>
                <a:sym typeface="Calibri"/>
              </a:rPr>
              <a:t> address for interface</a:t>
            </a:r>
            <a:endParaRPr sz="1600">
              <a:latin typeface="+mj-lt"/>
            </a:endParaRPr>
          </a:p>
          <a:p>
            <a:pPr marL="695325" marR="0" lvl="1" indent="-231775" algn="l" rtl="0">
              <a:lnSpc>
                <a:spcPct val="90000"/>
              </a:lnSpc>
              <a:spcBef>
                <a:spcPts val="500"/>
              </a:spcBef>
              <a:spcAft>
                <a:spcPts val="0"/>
              </a:spcAft>
              <a:buClr>
                <a:srgbClr val="0000A8"/>
              </a:buClr>
              <a:buSzPts val="2800"/>
              <a:buFont typeface="Arial"/>
              <a:buChar char="•"/>
            </a:pPr>
            <a:r>
              <a:rPr lang="en-US" sz="2400" b="0" i="0" u="none" strike="noStrike" cap="none">
                <a:solidFill>
                  <a:srgbClr val="000000"/>
                </a:solidFill>
                <a:latin typeface="+mj-lt"/>
                <a:ea typeface="Calibri"/>
                <a:cs typeface="Calibri"/>
                <a:sym typeface="Calibri"/>
              </a:rPr>
              <a:t>used for layer 3 (network layer) forwarding</a:t>
            </a:r>
            <a:endParaRPr sz="1600">
              <a:latin typeface="+mj-lt"/>
            </a:endParaRPr>
          </a:p>
          <a:p>
            <a:pPr marL="695325" marR="0" lvl="1" indent="-231775" algn="l" rtl="0">
              <a:lnSpc>
                <a:spcPct val="90000"/>
              </a:lnSpc>
              <a:spcBef>
                <a:spcPts val="500"/>
              </a:spcBef>
              <a:spcAft>
                <a:spcPts val="0"/>
              </a:spcAft>
              <a:buClr>
                <a:srgbClr val="0000A8"/>
              </a:buClr>
              <a:buSzPts val="2800"/>
              <a:buFont typeface="Arial"/>
              <a:buChar char="•"/>
            </a:pPr>
            <a:r>
              <a:rPr lang="en-US" sz="2400" b="0" i="0" u="none" strike="noStrike" cap="none">
                <a:solidFill>
                  <a:srgbClr val="000000"/>
                </a:solidFill>
                <a:latin typeface="+mj-lt"/>
                <a:ea typeface="Calibri"/>
                <a:cs typeface="Calibri"/>
                <a:sym typeface="Calibri"/>
              </a:rPr>
              <a:t>e.g.: 128.119.40.136</a:t>
            </a:r>
            <a:endParaRPr sz="1600">
              <a:latin typeface="+mj-lt"/>
            </a:endParaRPr>
          </a:p>
          <a:p>
            <a:pPr marL="695325" marR="0" lvl="1" indent="-79375" algn="l" rtl="0">
              <a:lnSpc>
                <a:spcPct val="90000"/>
              </a:lnSpc>
              <a:spcBef>
                <a:spcPts val="500"/>
              </a:spcBef>
              <a:spcAft>
                <a:spcPts val="0"/>
              </a:spcAft>
              <a:buClr>
                <a:srgbClr val="0000A8"/>
              </a:buClr>
              <a:buSzPts val="2400"/>
              <a:buFont typeface="Arial"/>
              <a:buNone/>
            </a:pPr>
            <a:endParaRPr sz="2000" b="0" i="0" u="none" strike="noStrike" cap="none">
              <a:solidFill>
                <a:srgbClr val="000000"/>
              </a:solidFill>
              <a:latin typeface="+mj-lt"/>
              <a:ea typeface="Gill Sans"/>
              <a:cs typeface="Gill Sans"/>
              <a:sym typeface="Gill Sans"/>
            </a:endParaRPr>
          </a:p>
        </p:txBody>
      </p:sp>
      <p:sp>
        <p:nvSpPr>
          <p:cNvPr id="198" name="Google Shape;198;p8"/>
          <p:cNvSpPr txBox="1"/>
          <p:nvPr/>
        </p:nvSpPr>
        <p:spPr>
          <a:xfrm>
            <a:off x="925425" y="3402170"/>
            <a:ext cx="10903227" cy="2264112"/>
          </a:xfrm>
          <a:prstGeom prst="rect">
            <a:avLst/>
          </a:prstGeom>
          <a:noFill/>
          <a:ln>
            <a:noFill/>
          </a:ln>
        </p:spPr>
        <p:txBody>
          <a:bodyPr spcFirstLastPara="1" wrap="square" lIns="91425" tIns="45700" rIns="91425" bIns="45700" anchor="t" anchorCtr="0">
            <a:normAutofit/>
          </a:bodyPr>
          <a:lstStyle/>
          <a:p>
            <a:pPr marL="352425" marR="0" lvl="0" indent="-339725" algn="l" rtl="0">
              <a:lnSpc>
                <a:spcPct val="90000"/>
              </a:lnSpc>
              <a:spcBef>
                <a:spcPts val="0"/>
              </a:spcBef>
              <a:spcAft>
                <a:spcPts val="0"/>
              </a:spcAft>
              <a:buClr>
                <a:srgbClr val="0000A3"/>
              </a:buClr>
              <a:buSzPts val="3200"/>
              <a:buFont typeface="Noto Sans Symbols"/>
              <a:buChar char="▪"/>
            </a:pPr>
            <a:r>
              <a:rPr lang="en-US" sz="2800" b="0" i="0" u="none" strike="noStrike" cap="none">
                <a:solidFill>
                  <a:srgbClr val="000000"/>
                </a:solidFill>
                <a:latin typeface="+mj-lt"/>
                <a:ea typeface="Calibri"/>
                <a:cs typeface="Calibri"/>
                <a:sym typeface="Calibri"/>
              </a:rPr>
              <a:t>MAC (or LAN or physical or Ethernet) address:</a:t>
            </a:r>
            <a:r>
              <a:rPr lang="en-US" sz="2800" b="0" i="0" u="none" strike="noStrike" cap="none">
                <a:solidFill>
                  <a:srgbClr val="FF0000"/>
                </a:solidFill>
                <a:latin typeface="+mj-lt"/>
                <a:ea typeface="Calibri"/>
                <a:cs typeface="Calibri"/>
                <a:sym typeface="Calibri"/>
              </a:rPr>
              <a:t> </a:t>
            </a:r>
            <a:endParaRPr sz="1600">
              <a:latin typeface="+mj-lt"/>
            </a:endParaRPr>
          </a:p>
          <a:p>
            <a:pPr marL="695325" marR="0" lvl="1" indent="-231775" algn="l" rtl="0">
              <a:lnSpc>
                <a:spcPct val="90000"/>
              </a:lnSpc>
              <a:spcBef>
                <a:spcPts val="500"/>
              </a:spcBef>
              <a:spcAft>
                <a:spcPts val="0"/>
              </a:spcAft>
              <a:buClr>
                <a:srgbClr val="0000A8"/>
              </a:buClr>
              <a:buSzPts val="2800"/>
              <a:buFont typeface="Arial"/>
              <a:buChar char="•"/>
            </a:pPr>
            <a:r>
              <a:rPr lang="en-US" sz="2400" b="0" i="0" u="none" strike="noStrike" cap="none">
                <a:solidFill>
                  <a:srgbClr val="000000"/>
                </a:solidFill>
                <a:latin typeface="+mj-lt"/>
                <a:ea typeface="Calibri"/>
                <a:cs typeface="Calibri"/>
                <a:sym typeface="Calibri"/>
              </a:rPr>
              <a:t>function:</a:t>
            </a:r>
            <a:r>
              <a:rPr lang="en-US" sz="2400" b="0" i="0" u="none" strike="noStrike" cap="none">
                <a:solidFill>
                  <a:srgbClr val="ED7D31"/>
                </a:solidFill>
                <a:latin typeface="+mj-lt"/>
                <a:ea typeface="Calibri"/>
                <a:cs typeface="Calibri"/>
                <a:sym typeface="Calibri"/>
              </a:rPr>
              <a:t> </a:t>
            </a:r>
            <a:r>
              <a:rPr lang="en-US" sz="2400" b="0" i="0" u="none" strike="noStrike" cap="none">
                <a:solidFill>
                  <a:srgbClr val="0000A8"/>
                </a:solidFill>
                <a:latin typeface="+mj-lt"/>
                <a:ea typeface="Calibri"/>
                <a:cs typeface="Calibri"/>
                <a:sym typeface="Calibri"/>
              </a:rPr>
              <a:t>used “locally” to get frame from one interface to another physically-connected interface (same subnet, in IP-addressing sense)</a:t>
            </a:r>
            <a:endParaRPr sz="1600">
              <a:latin typeface="+mj-lt"/>
            </a:endParaRPr>
          </a:p>
          <a:p>
            <a:pPr marL="695325" marR="0" lvl="1" indent="-231775" algn="l" rtl="0">
              <a:lnSpc>
                <a:spcPct val="90000"/>
              </a:lnSpc>
              <a:spcBef>
                <a:spcPts val="500"/>
              </a:spcBef>
              <a:spcAft>
                <a:spcPts val="0"/>
              </a:spcAft>
              <a:buClr>
                <a:srgbClr val="0000A8"/>
              </a:buClr>
              <a:buSzPts val="2800"/>
              <a:buFont typeface="Arial"/>
              <a:buChar char="•"/>
            </a:pPr>
            <a:r>
              <a:rPr lang="en-US" sz="2400" b="0" i="0" u="none" strike="noStrike" cap="none">
                <a:solidFill>
                  <a:srgbClr val="000000"/>
                </a:solidFill>
                <a:latin typeface="+mj-lt"/>
                <a:ea typeface="Calibri"/>
                <a:cs typeface="Calibri"/>
                <a:sym typeface="Calibri"/>
              </a:rPr>
              <a:t>48-bit MAC address (for most LANs) burned in NIC ROM, also sometimes software settable</a:t>
            </a:r>
            <a:endParaRPr sz="1600">
              <a:latin typeface="+mj-lt"/>
            </a:endParaRPr>
          </a:p>
          <a:p>
            <a:pPr marL="695325" marR="0" lvl="1" indent="-79375" algn="l" rtl="0">
              <a:lnSpc>
                <a:spcPct val="90000"/>
              </a:lnSpc>
              <a:spcBef>
                <a:spcPts val="500"/>
              </a:spcBef>
              <a:spcAft>
                <a:spcPts val="0"/>
              </a:spcAft>
              <a:buClr>
                <a:srgbClr val="0000A8"/>
              </a:buClr>
              <a:buSzPts val="2400"/>
              <a:buFont typeface="Arial"/>
              <a:buNone/>
            </a:pPr>
            <a:endParaRPr sz="2000" b="0" i="0" u="none" strike="noStrike" cap="none">
              <a:solidFill>
                <a:srgbClr val="000000"/>
              </a:solidFill>
              <a:latin typeface="+mj-lt"/>
              <a:ea typeface="Gill Sans"/>
              <a:cs typeface="Gill Sans"/>
              <a:sym typeface="Gill Sans"/>
            </a:endParaRPr>
          </a:p>
        </p:txBody>
      </p:sp>
      <p:grpSp>
        <p:nvGrpSpPr>
          <p:cNvPr id="199" name="Google Shape;199;p8"/>
          <p:cNvGrpSpPr/>
          <p:nvPr/>
        </p:nvGrpSpPr>
        <p:grpSpPr>
          <a:xfrm>
            <a:off x="912934" y="5533272"/>
            <a:ext cx="10903227" cy="841420"/>
            <a:chOff x="912934" y="5533272"/>
            <a:chExt cx="10903227" cy="841420"/>
          </a:xfrm>
        </p:grpSpPr>
        <p:sp>
          <p:nvSpPr>
            <p:cNvPr id="200" name="Google Shape;200;p8"/>
            <p:cNvSpPr txBox="1"/>
            <p:nvPr/>
          </p:nvSpPr>
          <p:spPr>
            <a:xfrm>
              <a:off x="5649171" y="5789957"/>
              <a:ext cx="3388685"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99"/>
                </a:buClr>
                <a:buSzPts val="1800"/>
                <a:buFont typeface="Calibri"/>
                <a:buNone/>
              </a:pPr>
              <a:r>
                <a:rPr lang="en-US" sz="1600" b="0" i="1" u="none" strike="noStrike" cap="none">
                  <a:solidFill>
                    <a:srgbClr val="000099"/>
                  </a:solidFill>
                  <a:latin typeface="+mj-lt"/>
                  <a:ea typeface="Calibri"/>
                  <a:cs typeface="Calibri"/>
                  <a:sym typeface="Calibri"/>
                </a:rPr>
                <a:t>hexadecimal (base 16) notation</a:t>
              </a:r>
              <a:endParaRPr sz="1600">
                <a:latin typeface="+mj-lt"/>
              </a:endParaRPr>
            </a:p>
            <a:p>
              <a:pPr marL="0" marR="0" lvl="0" indent="0" algn="l" rtl="0">
                <a:lnSpc>
                  <a:spcPct val="100000"/>
                </a:lnSpc>
                <a:spcBef>
                  <a:spcPts val="0"/>
                </a:spcBef>
                <a:spcAft>
                  <a:spcPts val="0"/>
                </a:spcAft>
                <a:buClr>
                  <a:srgbClr val="000099"/>
                </a:buClr>
                <a:buSzPts val="1800"/>
                <a:buFont typeface="Calibri"/>
                <a:buNone/>
              </a:pPr>
              <a:r>
                <a:rPr lang="en-US" sz="1600" b="0" i="1" u="none" strike="noStrike" cap="none">
                  <a:solidFill>
                    <a:srgbClr val="000099"/>
                  </a:solidFill>
                  <a:latin typeface="+mj-lt"/>
                  <a:ea typeface="Calibri"/>
                  <a:cs typeface="Calibri"/>
                  <a:sym typeface="Calibri"/>
                </a:rPr>
                <a:t>(each “numeral” represents 4 bits)</a:t>
              </a:r>
              <a:endParaRPr sz="1600">
                <a:latin typeface="+mj-lt"/>
              </a:endParaRPr>
            </a:p>
          </p:txBody>
        </p:sp>
        <p:cxnSp>
          <p:nvCxnSpPr>
            <p:cNvPr id="201" name="Google Shape;201;p8"/>
            <p:cNvCxnSpPr/>
            <p:nvPr/>
          </p:nvCxnSpPr>
          <p:spPr>
            <a:xfrm rot="10800000">
              <a:off x="5021744" y="5895906"/>
              <a:ext cx="623681" cy="213346"/>
            </a:xfrm>
            <a:prstGeom prst="straightConnector1">
              <a:avLst/>
            </a:prstGeom>
            <a:noFill/>
            <a:ln w="9525" cap="flat" cmpd="sng">
              <a:solidFill>
                <a:schemeClr val="dk1"/>
              </a:solidFill>
              <a:prstDash val="solid"/>
              <a:round/>
              <a:headEnd type="none" w="med" len="med"/>
              <a:tailEnd type="none" w="med" len="med"/>
            </a:ln>
          </p:spPr>
        </p:cxnSp>
        <p:sp>
          <p:nvSpPr>
            <p:cNvPr id="202" name="Google Shape;202;p8"/>
            <p:cNvSpPr txBox="1"/>
            <p:nvPr/>
          </p:nvSpPr>
          <p:spPr>
            <a:xfrm>
              <a:off x="912934" y="5533272"/>
              <a:ext cx="10903227" cy="582715"/>
            </a:xfrm>
            <a:prstGeom prst="rect">
              <a:avLst/>
            </a:prstGeom>
            <a:noFill/>
            <a:ln>
              <a:noFill/>
            </a:ln>
          </p:spPr>
          <p:txBody>
            <a:bodyPr spcFirstLastPara="1" wrap="square" lIns="91425" tIns="45700" rIns="91425" bIns="45700" anchor="t" anchorCtr="0">
              <a:normAutofit/>
            </a:bodyPr>
            <a:lstStyle/>
            <a:p>
              <a:pPr marL="695325" marR="0" lvl="1" indent="-231775" algn="l" rtl="0">
                <a:lnSpc>
                  <a:spcPct val="90000"/>
                </a:lnSpc>
                <a:spcBef>
                  <a:spcPts val="0"/>
                </a:spcBef>
                <a:spcAft>
                  <a:spcPts val="0"/>
                </a:spcAft>
                <a:buClr>
                  <a:srgbClr val="0000A8"/>
                </a:buClr>
                <a:buSzPts val="2800"/>
                <a:buFont typeface="Arial"/>
                <a:buChar char="•"/>
              </a:pPr>
              <a:r>
                <a:rPr lang="en-US" sz="2400" b="0" i="0" u="none" strike="noStrike" cap="none">
                  <a:solidFill>
                    <a:srgbClr val="000000"/>
                  </a:solidFill>
                  <a:latin typeface="+mj-lt"/>
                  <a:ea typeface="Calibri"/>
                  <a:cs typeface="Calibri"/>
                  <a:sym typeface="Calibri"/>
                </a:rPr>
                <a:t>e.g.: 1A-2F-BB-76-09-AD</a:t>
              </a:r>
              <a:endParaRPr sz="1600">
                <a:latin typeface="+mj-lt"/>
              </a:endParaRPr>
            </a:p>
            <a:p>
              <a:pPr marL="695325" marR="0" lvl="1" indent="-79375" algn="l" rtl="0">
                <a:lnSpc>
                  <a:spcPct val="90000"/>
                </a:lnSpc>
                <a:spcBef>
                  <a:spcPts val="500"/>
                </a:spcBef>
                <a:spcAft>
                  <a:spcPts val="0"/>
                </a:spcAft>
                <a:buClr>
                  <a:srgbClr val="0000A8"/>
                </a:buClr>
                <a:buSzPts val="2400"/>
                <a:buFont typeface="Arial"/>
                <a:buNone/>
              </a:pPr>
              <a:endParaRPr sz="2000" b="0" i="0" u="none" strike="noStrike" cap="none">
                <a:solidFill>
                  <a:srgbClr val="000000"/>
                </a:solidFill>
                <a:latin typeface="+mj-lt"/>
                <a:ea typeface="Gill Sans"/>
                <a:cs typeface="Gill Sans"/>
                <a:sym typeface="Gill Sans"/>
              </a:endParaRPr>
            </a:p>
          </p:txBody>
        </p:sp>
      </p:grpSp>
    </p:spTree>
    <p:extLst>
      <p:ext uri="{BB962C8B-B14F-4D97-AF65-F5344CB8AC3E}">
        <p14:creationId xmlns:p14="http://schemas.microsoft.com/office/powerpoint/2010/main" val="3195047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500"/>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
                                        </p:tgtEl>
                                        <p:attrNameLst>
                                          <p:attrName>style.visibility</p:attrName>
                                        </p:attrNameLst>
                                      </p:cBhvr>
                                      <p:to>
                                        <p:strVal val="visible"/>
                                      </p:to>
                                    </p:set>
                                    <p:animEffect transition="in" filter="fade">
                                      <p:cBhvr>
                                        <p:cTn id="12"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cxnSp>
        <p:nvCxnSpPr>
          <p:cNvPr id="208" name="Google Shape;208;p9"/>
          <p:cNvCxnSpPr/>
          <p:nvPr/>
        </p:nvCxnSpPr>
        <p:spPr>
          <a:xfrm>
            <a:off x="4798734" y="4271477"/>
            <a:ext cx="901700" cy="0"/>
          </a:xfrm>
          <a:prstGeom prst="straightConnector1">
            <a:avLst/>
          </a:prstGeom>
          <a:noFill/>
          <a:ln w="9525" cap="flat" cmpd="sng">
            <a:solidFill>
              <a:srgbClr val="000000"/>
            </a:solidFill>
            <a:prstDash val="solid"/>
            <a:round/>
            <a:headEnd type="none" w="med" len="med"/>
            <a:tailEnd type="none" w="med" len="med"/>
          </a:ln>
        </p:spPr>
      </p:cxnSp>
      <p:cxnSp>
        <p:nvCxnSpPr>
          <p:cNvPr id="209" name="Google Shape;209;p9"/>
          <p:cNvCxnSpPr/>
          <p:nvPr/>
        </p:nvCxnSpPr>
        <p:spPr>
          <a:xfrm>
            <a:off x="6583225" y="3351624"/>
            <a:ext cx="0" cy="655637"/>
          </a:xfrm>
          <a:prstGeom prst="straightConnector1">
            <a:avLst/>
          </a:prstGeom>
          <a:noFill/>
          <a:ln w="9525" cap="flat" cmpd="sng">
            <a:solidFill>
              <a:srgbClr val="000000"/>
            </a:solidFill>
            <a:prstDash val="solid"/>
            <a:round/>
            <a:headEnd type="none" w="med" len="med"/>
            <a:tailEnd type="none" w="med" len="med"/>
          </a:ln>
        </p:spPr>
      </p:cxnSp>
      <p:cxnSp>
        <p:nvCxnSpPr>
          <p:cNvPr id="210" name="Google Shape;210;p9"/>
          <p:cNvCxnSpPr/>
          <p:nvPr/>
        </p:nvCxnSpPr>
        <p:spPr>
          <a:xfrm rot="10800000">
            <a:off x="6359594" y="5298866"/>
            <a:ext cx="0" cy="438150"/>
          </a:xfrm>
          <a:prstGeom prst="straightConnector1">
            <a:avLst/>
          </a:prstGeom>
          <a:noFill/>
          <a:ln w="9525" cap="flat" cmpd="sng">
            <a:solidFill>
              <a:srgbClr val="000000"/>
            </a:solidFill>
            <a:prstDash val="solid"/>
            <a:round/>
            <a:headEnd type="none" w="med" len="med"/>
            <a:tailEnd type="none" w="med" len="med"/>
          </a:ln>
        </p:spPr>
      </p:cxnSp>
      <p:sp>
        <p:nvSpPr>
          <p:cNvPr id="211" name="Google Shape;211;p9"/>
          <p:cNvSpPr txBox="1">
            <a:spLocks noGrp="1"/>
          </p:cNvSpPr>
          <p:nvPr>
            <p:ph type="title"/>
          </p:nvPr>
        </p:nvSpPr>
        <p:spPr>
          <a:xfrm>
            <a:off x="800100" y="349426"/>
            <a:ext cx="10515600" cy="8946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99"/>
              </a:buClr>
              <a:buSzPts val="4400"/>
              <a:buFont typeface="Calibri"/>
              <a:buNone/>
            </a:pPr>
            <a:r>
              <a:rPr lang="en-US" b="0">
                <a:solidFill>
                  <a:srgbClr val="000099"/>
                </a:solidFill>
                <a:ea typeface="Calibri"/>
                <a:cs typeface="Calibri"/>
                <a:sym typeface="Calibri"/>
              </a:rPr>
              <a:t>MAC addresses</a:t>
            </a:r>
            <a:endParaRPr sz="4400" b="0">
              <a:ea typeface="Calibri"/>
              <a:cs typeface="Calibri"/>
              <a:sym typeface="Calibri"/>
            </a:endParaRPr>
          </a:p>
        </p:txBody>
      </p:sp>
      <p:sp>
        <p:nvSpPr>
          <p:cNvPr id="213" name="Google Shape;213;p9"/>
          <p:cNvSpPr txBox="1"/>
          <p:nvPr/>
        </p:nvSpPr>
        <p:spPr>
          <a:xfrm>
            <a:off x="1219200" y="1216922"/>
            <a:ext cx="8331255"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mj-lt"/>
                <a:ea typeface="Calibri"/>
                <a:cs typeface="Calibri"/>
                <a:sym typeface="Calibri"/>
              </a:rPr>
              <a:t>each interface on LAN </a:t>
            </a:r>
            <a:endParaRPr>
              <a:latin typeface="+mj-lt"/>
            </a:endParaRPr>
          </a:p>
          <a:p>
            <a:pPr marL="457200" marR="0" lvl="0" indent="-274638" algn="l" rtl="0">
              <a:lnSpc>
                <a:spcPct val="100000"/>
              </a:lnSpc>
              <a:spcBef>
                <a:spcPts val="0"/>
              </a:spcBef>
              <a:spcAft>
                <a:spcPts val="0"/>
              </a:spcAft>
              <a:buClr>
                <a:srgbClr val="0000A8"/>
              </a:buClr>
              <a:buSzPts val="2800"/>
              <a:buFont typeface="Noto Sans Symbols"/>
              <a:buChar char="▪"/>
            </a:pPr>
            <a:r>
              <a:rPr lang="en-US" sz="2800" b="0" i="0" u="none" strike="noStrike" cap="none">
                <a:solidFill>
                  <a:srgbClr val="000000"/>
                </a:solidFill>
                <a:latin typeface="+mj-lt"/>
                <a:ea typeface="Calibri"/>
                <a:cs typeface="Calibri"/>
                <a:sym typeface="Calibri"/>
              </a:rPr>
              <a:t>has unique 48-bit </a:t>
            </a:r>
            <a:r>
              <a:rPr lang="en-US" sz="2800" b="0" i="0" u="none" strike="noStrike" cap="none">
                <a:solidFill>
                  <a:srgbClr val="0000A8"/>
                </a:solidFill>
                <a:latin typeface="+mj-lt"/>
                <a:ea typeface="Calibri"/>
                <a:cs typeface="Calibri"/>
                <a:sym typeface="Calibri"/>
              </a:rPr>
              <a:t>MAC</a:t>
            </a:r>
            <a:r>
              <a:rPr lang="en-US" sz="2800" b="0" i="0" u="none" strike="noStrike" cap="none">
                <a:solidFill>
                  <a:srgbClr val="000000"/>
                </a:solidFill>
                <a:latin typeface="+mj-lt"/>
                <a:ea typeface="Calibri"/>
                <a:cs typeface="Calibri"/>
                <a:sym typeface="Calibri"/>
              </a:rPr>
              <a:t> address</a:t>
            </a:r>
            <a:endParaRPr>
              <a:latin typeface="+mj-lt"/>
            </a:endParaRPr>
          </a:p>
          <a:p>
            <a:pPr marL="457200" marR="0" lvl="0" indent="-274638" algn="l" rtl="0">
              <a:lnSpc>
                <a:spcPct val="100000"/>
              </a:lnSpc>
              <a:spcBef>
                <a:spcPts val="0"/>
              </a:spcBef>
              <a:spcAft>
                <a:spcPts val="0"/>
              </a:spcAft>
              <a:buClr>
                <a:srgbClr val="0000A8"/>
              </a:buClr>
              <a:buSzPts val="2800"/>
              <a:buFont typeface="Noto Sans Symbols"/>
              <a:buChar char="▪"/>
            </a:pPr>
            <a:r>
              <a:rPr lang="en-US" sz="2800" b="0" i="0" u="none" strike="noStrike" cap="none">
                <a:solidFill>
                  <a:srgbClr val="000000"/>
                </a:solidFill>
                <a:latin typeface="+mj-lt"/>
                <a:ea typeface="Calibri"/>
                <a:cs typeface="Calibri"/>
                <a:sym typeface="Calibri"/>
              </a:rPr>
              <a:t>has a locally unique 32-bit IP address (as we’ve seen)</a:t>
            </a:r>
            <a:endParaRPr>
              <a:latin typeface="+mj-lt"/>
            </a:endParaRPr>
          </a:p>
        </p:txBody>
      </p:sp>
      <p:sp>
        <p:nvSpPr>
          <p:cNvPr id="214" name="Google Shape;214;p9"/>
          <p:cNvSpPr/>
          <p:nvPr/>
        </p:nvSpPr>
        <p:spPr>
          <a:xfrm>
            <a:off x="5425937" y="3593615"/>
            <a:ext cx="2046288" cy="2049462"/>
          </a:xfrm>
          <a:custGeom>
            <a:avLst/>
            <a:gdLst/>
            <a:ahLst/>
            <a:cxnLst/>
            <a:rect l="l" t="t" r="r" b="b"/>
            <a:pathLst>
              <a:path w="1292" h="1255" extrusionOk="0">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Arial"/>
              <a:cs typeface="Arial"/>
              <a:sym typeface="Arial"/>
            </a:endParaRPr>
          </a:p>
        </p:txBody>
      </p:sp>
      <p:cxnSp>
        <p:nvCxnSpPr>
          <p:cNvPr id="215" name="Google Shape;215;p9"/>
          <p:cNvCxnSpPr/>
          <p:nvPr/>
        </p:nvCxnSpPr>
        <p:spPr>
          <a:xfrm rot="10800000">
            <a:off x="7446825" y="4320484"/>
            <a:ext cx="796925" cy="0"/>
          </a:xfrm>
          <a:prstGeom prst="straightConnector1">
            <a:avLst/>
          </a:prstGeom>
          <a:noFill/>
          <a:ln w="9525" cap="flat" cmpd="sng">
            <a:solidFill>
              <a:srgbClr val="000000"/>
            </a:solidFill>
            <a:prstDash val="solid"/>
            <a:round/>
            <a:headEnd type="none" w="med" len="med"/>
            <a:tailEnd type="none" w="med" len="med"/>
          </a:ln>
        </p:spPr>
      </p:cxnSp>
      <p:sp>
        <p:nvSpPr>
          <p:cNvPr id="216" name="Google Shape;216;p9"/>
          <p:cNvSpPr txBox="1"/>
          <p:nvPr/>
        </p:nvSpPr>
        <p:spPr>
          <a:xfrm>
            <a:off x="6890648" y="3308137"/>
            <a:ext cx="1781175"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mj-lt"/>
                <a:ea typeface="Arial"/>
                <a:cs typeface="Arial"/>
                <a:sym typeface="Arial"/>
              </a:rPr>
              <a:t>1A-2F-BB-76-09-AD</a:t>
            </a:r>
            <a:endParaRPr>
              <a:latin typeface="+mj-lt"/>
            </a:endParaRPr>
          </a:p>
        </p:txBody>
      </p:sp>
      <p:cxnSp>
        <p:nvCxnSpPr>
          <p:cNvPr id="217" name="Google Shape;217;p9"/>
          <p:cNvCxnSpPr/>
          <p:nvPr/>
        </p:nvCxnSpPr>
        <p:spPr>
          <a:xfrm rot="10800000">
            <a:off x="8005327" y="4436502"/>
            <a:ext cx="0" cy="373063"/>
          </a:xfrm>
          <a:prstGeom prst="straightConnector1">
            <a:avLst/>
          </a:prstGeom>
          <a:noFill/>
          <a:ln w="9525" cap="flat" cmpd="sng">
            <a:solidFill>
              <a:srgbClr val="000000"/>
            </a:solidFill>
            <a:prstDash val="solid"/>
            <a:round/>
            <a:headEnd type="none" w="med" len="med"/>
            <a:tailEnd type="triangle" w="med" len="med"/>
          </a:ln>
        </p:spPr>
      </p:cxnSp>
      <p:sp>
        <p:nvSpPr>
          <p:cNvPr id="218" name="Google Shape;218;p9"/>
          <p:cNvSpPr txBox="1"/>
          <p:nvPr/>
        </p:nvSpPr>
        <p:spPr>
          <a:xfrm>
            <a:off x="7909197" y="4779066"/>
            <a:ext cx="17399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mj-lt"/>
                <a:ea typeface="Arial"/>
                <a:cs typeface="Arial"/>
                <a:sym typeface="Arial"/>
              </a:rPr>
              <a:t>58-23-D7-FA-20-B0</a:t>
            </a:r>
            <a:endParaRPr>
              <a:latin typeface="+mj-lt"/>
            </a:endParaRPr>
          </a:p>
        </p:txBody>
      </p:sp>
      <p:cxnSp>
        <p:nvCxnSpPr>
          <p:cNvPr id="219" name="Google Shape;219;p9"/>
          <p:cNvCxnSpPr/>
          <p:nvPr/>
        </p:nvCxnSpPr>
        <p:spPr>
          <a:xfrm rot="10800000">
            <a:off x="6462781" y="5733635"/>
            <a:ext cx="360363" cy="0"/>
          </a:xfrm>
          <a:prstGeom prst="straightConnector1">
            <a:avLst/>
          </a:prstGeom>
          <a:noFill/>
          <a:ln w="9525" cap="flat" cmpd="sng">
            <a:solidFill>
              <a:srgbClr val="000000"/>
            </a:solidFill>
            <a:prstDash val="solid"/>
            <a:round/>
            <a:headEnd type="none" w="med" len="med"/>
            <a:tailEnd type="triangle" w="med" len="med"/>
          </a:ln>
        </p:spPr>
      </p:cxnSp>
      <p:sp>
        <p:nvSpPr>
          <p:cNvPr id="220" name="Google Shape;220;p9"/>
          <p:cNvSpPr txBox="1"/>
          <p:nvPr/>
        </p:nvSpPr>
        <p:spPr>
          <a:xfrm>
            <a:off x="6785122" y="5577774"/>
            <a:ext cx="1749425"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mj-lt"/>
                <a:ea typeface="Arial"/>
                <a:cs typeface="Arial"/>
                <a:sym typeface="Arial"/>
              </a:rPr>
              <a:t>0C-C4-11-6F-E3-98</a:t>
            </a:r>
            <a:endParaRPr>
              <a:latin typeface="+mj-lt"/>
            </a:endParaRPr>
          </a:p>
        </p:txBody>
      </p:sp>
      <p:cxnSp>
        <p:nvCxnSpPr>
          <p:cNvPr id="221" name="Google Shape;221;p9"/>
          <p:cNvCxnSpPr/>
          <p:nvPr/>
        </p:nvCxnSpPr>
        <p:spPr>
          <a:xfrm rot="10800000">
            <a:off x="4735234" y="4427052"/>
            <a:ext cx="0" cy="373063"/>
          </a:xfrm>
          <a:prstGeom prst="straightConnector1">
            <a:avLst/>
          </a:prstGeom>
          <a:noFill/>
          <a:ln w="9525" cap="flat" cmpd="sng">
            <a:solidFill>
              <a:srgbClr val="000000"/>
            </a:solidFill>
            <a:prstDash val="solid"/>
            <a:round/>
            <a:headEnd type="none" w="med" len="med"/>
            <a:tailEnd type="triangle" w="med" len="med"/>
          </a:ln>
        </p:spPr>
      </p:cxnSp>
      <p:sp>
        <p:nvSpPr>
          <p:cNvPr id="222" name="Google Shape;222;p9"/>
          <p:cNvSpPr txBox="1"/>
          <p:nvPr/>
        </p:nvSpPr>
        <p:spPr>
          <a:xfrm>
            <a:off x="3817659" y="4801702"/>
            <a:ext cx="16891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mj-lt"/>
                <a:ea typeface="Arial"/>
                <a:cs typeface="Arial"/>
                <a:sym typeface="Arial"/>
              </a:rPr>
              <a:t>71-65-F7-2B-08-53</a:t>
            </a:r>
            <a:endParaRPr>
              <a:latin typeface="+mj-lt"/>
            </a:endParaRPr>
          </a:p>
        </p:txBody>
      </p:sp>
      <p:sp>
        <p:nvSpPr>
          <p:cNvPr id="223" name="Google Shape;223;p9"/>
          <p:cNvSpPr txBox="1"/>
          <p:nvPr/>
        </p:nvSpPr>
        <p:spPr>
          <a:xfrm>
            <a:off x="5327374" y="3992146"/>
            <a:ext cx="2173357"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mj-lt"/>
                <a:ea typeface="Arial"/>
                <a:cs typeface="Arial"/>
                <a:sym typeface="Arial"/>
              </a:rPr>
              <a:t>   </a:t>
            </a:r>
            <a:r>
              <a:rPr lang="en-US" sz="1800" b="0" i="0" u="none" strike="noStrike" cap="none">
                <a:solidFill>
                  <a:srgbClr val="000000"/>
                </a:solidFill>
                <a:latin typeface="+mj-lt"/>
                <a:ea typeface="Calibri"/>
                <a:cs typeface="Calibri"/>
                <a:sym typeface="Calibri"/>
              </a:rPr>
              <a:t>LAN</a:t>
            </a:r>
            <a:endParaRPr>
              <a:latin typeface="+mj-lt"/>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mj-lt"/>
                <a:ea typeface="Calibri"/>
                <a:cs typeface="Calibri"/>
                <a:sym typeface="Calibri"/>
              </a:rPr>
              <a:t>(wired or wireless)</a:t>
            </a:r>
            <a:endParaRPr>
              <a:latin typeface="+mj-lt"/>
            </a:endParaRPr>
          </a:p>
          <a:p>
            <a:pPr marL="0" marR="0" lvl="0" indent="0" algn="ctr"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mj-lt"/>
                <a:ea typeface="Calibri"/>
                <a:cs typeface="Calibri"/>
                <a:sym typeface="Calibri"/>
              </a:rPr>
              <a:t>137.196.7/24</a:t>
            </a:r>
            <a:endParaRPr sz="1800" b="0" i="0" u="none" strike="noStrike" cap="none">
              <a:solidFill>
                <a:srgbClr val="000000"/>
              </a:solidFill>
              <a:latin typeface="+mj-lt"/>
              <a:ea typeface="Calibri"/>
              <a:cs typeface="Calibri"/>
              <a:sym typeface="Calibri"/>
            </a:endParaRPr>
          </a:p>
        </p:txBody>
      </p:sp>
      <p:sp>
        <p:nvSpPr>
          <p:cNvPr id="224" name="Google Shape;224;p9"/>
          <p:cNvSpPr/>
          <p:nvPr/>
        </p:nvSpPr>
        <p:spPr>
          <a:xfrm>
            <a:off x="6488853" y="3353446"/>
            <a:ext cx="160338" cy="255587"/>
          </a:xfrm>
          <a:prstGeom prst="rect">
            <a:avLst/>
          </a:prstGeom>
          <a:gradFill>
            <a:gsLst>
              <a:gs pos="0">
                <a:srgbClr val="0000A8"/>
              </a:gs>
              <a:gs pos="50000">
                <a:srgbClr val="FFFFFF"/>
              </a:gs>
              <a:gs pos="99000">
                <a:srgbClr val="0000A8"/>
              </a:gs>
              <a:gs pos="100000">
                <a:srgbClr val="0000A8"/>
              </a:gs>
            </a:gsLst>
            <a:lin ang="0" scaled="0"/>
          </a:gradFill>
          <a:ln w="9525" cap="flat" cmpd="sng">
            <a:solidFill>
              <a:srgbClr val="008000">
                <a:alpha val="14901"/>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Comic Sans MS"/>
              <a:cs typeface="Comic Sans MS"/>
              <a:sym typeface="Comic Sans MS"/>
            </a:endParaRPr>
          </a:p>
        </p:txBody>
      </p:sp>
      <p:grpSp>
        <p:nvGrpSpPr>
          <p:cNvPr id="225" name="Google Shape;225;p9"/>
          <p:cNvGrpSpPr/>
          <p:nvPr/>
        </p:nvGrpSpPr>
        <p:grpSpPr>
          <a:xfrm>
            <a:off x="6030223" y="2820774"/>
            <a:ext cx="812800" cy="658813"/>
            <a:chOff x="-44" y="1473"/>
            <a:chExt cx="981" cy="1105"/>
          </a:xfrm>
        </p:grpSpPr>
        <p:pic>
          <p:nvPicPr>
            <p:cNvPr id="226" name="Google Shape;226;p9"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227" name="Google Shape;227;p9"/>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Arial"/>
                <a:cs typeface="Arial"/>
                <a:sym typeface="Arial"/>
              </a:endParaRPr>
            </a:p>
          </p:txBody>
        </p:sp>
      </p:grpSp>
      <p:sp>
        <p:nvSpPr>
          <p:cNvPr id="228" name="Google Shape;228;p9"/>
          <p:cNvSpPr/>
          <p:nvPr/>
        </p:nvSpPr>
        <p:spPr>
          <a:xfrm rot="5400000">
            <a:off x="4597155" y="4139781"/>
            <a:ext cx="160338" cy="255587"/>
          </a:xfrm>
          <a:prstGeom prst="rect">
            <a:avLst/>
          </a:prstGeom>
          <a:gradFill>
            <a:gsLst>
              <a:gs pos="0">
                <a:srgbClr val="0000A8"/>
              </a:gs>
              <a:gs pos="50000">
                <a:srgbClr val="FFFFFF"/>
              </a:gs>
              <a:gs pos="99000">
                <a:srgbClr val="0000A8"/>
              </a:gs>
              <a:gs pos="100000">
                <a:srgbClr val="0000A8"/>
              </a:gs>
            </a:gsLst>
            <a:lin ang="0" scaled="0"/>
          </a:gradFill>
          <a:ln w="9525" cap="flat" cmpd="sng">
            <a:solidFill>
              <a:srgbClr val="008000">
                <a:alpha val="14901"/>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Comic Sans MS"/>
              <a:cs typeface="Comic Sans MS"/>
              <a:sym typeface="Comic Sans MS"/>
            </a:endParaRPr>
          </a:p>
        </p:txBody>
      </p:sp>
      <p:sp>
        <p:nvSpPr>
          <p:cNvPr id="229" name="Google Shape;229;p9"/>
          <p:cNvSpPr/>
          <p:nvPr/>
        </p:nvSpPr>
        <p:spPr>
          <a:xfrm>
            <a:off x="6287678" y="5606756"/>
            <a:ext cx="160338" cy="255587"/>
          </a:xfrm>
          <a:prstGeom prst="rect">
            <a:avLst/>
          </a:prstGeom>
          <a:gradFill>
            <a:gsLst>
              <a:gs pos="0">
                <a:srgbClr val="0000A8"/>
              </a:gs>
              <a:gs pos="50000">
                <a:srgbClr val="FFFFFF"/>
              </a:gs>
              <a:gs pos="99000">
                <a:srgbClr val="0000A8"/>
              </a:gs>
              <a:gs pos="100000">
                <a:srgbClr val="0000A8"/>
              </a:gs>
            </a:gsLst>
            <a:lin ang="0" scaled="0"/>
          </a:gradFill>
          <a:ln w="9525" cap="flat" cmpd="sng">
            <a:solidFill>
              <a:srgbClr val="008000">
                <a:alpha val="14901"/>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Comic Sans MS"/>
              <a:cs typeface="Comic Sans MS"/>
              <a:sym typeface="Comic Sans MS"/>
            </a:endParaRPr>
          </a:p>
        </p:txBody>
      </p:sp>
      <p:sp>
        <p:nvSpPr>
          <p:cNvPr id="230" name="Google Shape;230;p9"/>
          <p:cNvSpPr/>
          <p:nvPr/>
        </p:nvSpPr>
        <p:spPr>
          <a:xfrm rot="5400000">
            <a:off x="8031860" y="4201701"/>
            <a:ext cx="160338" cy="255587"/>
          </a:xfrm>
          <a:prstGeom prst="rect">
            <a:avLst/>
          </a:prstGeom>
          <a:gradFill>
            <a:gsLst>
              <a:gs pos="0">
                <a:srgbClr val="0000A8"/>
              </a:gs>
              <a:gs pos="50000">
                <a:srgbClr val="FFFFFF"/>
              </a:gs>
              <a:gs pos="99000">
                <a:srgbClr val="0000A8"/>
              </a:gs>
              <a:gs pos="100000">
                <a:srgbClr val="0000A8"/>
              </a:gs>
            </a:gsLst>
            <a:lin ang="0" scaled="0"/>
          </a:gradFill>
          <a:ln w="9525" cap="flat" cmpd="sng">
            <a:solidFill>
              <a:srgbClr val="008000">
                <a:alpha val="14901"/>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Comic Sans MS"/>
              <a:cs typeface="Comic Sans MS"/>
              <a:sym typeface="Comic Sans MS"/>
            </a:endParaRPr>
          </a:p>
        </p:txBody>
      </p:sp>
      <p:grpSp>
        <p:nvGrpSpPr>
          <p:cNvPr id="231" name="Google Shape;231;p9"/>
          <p:cNvGrpSpPr/>
          <p:nvPr/>
        </p:nvGrpSpPr>
        <p:grpSpPr>
          <a:xfrm>
            <a:off x="3922434" y="3893652"/>
            <a:ext cx="812800" cy="658813"/>
            <a:chOff x="-44" y="1473"/>
            <a:chExt cx="981" cy="1105"/>
          </a:xfrm>
        </p:grpSpPr>
        <p:pic>
          <p:nvPicPr>
            <p:cNvPr id="232" name="Google Shape;232;p9"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233" name="Google Shape;233;p9"/>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Arial"/>
                <a:cs typeface="Arial"/>
                <a:sym typeface="Arial"/>
              </a:endParaRPr>
            </a:p>
          </p:txBody>
        </p:sp>
      </p:grpSp>
      <p:grpSp>
        <p:nvGrpSpPr>
          <p:cNvPr id="234" name="Google Shape;234;p9"/>
          <p:cNvGrpSpPr/>
          <p:nvPr/>
        </p:nvGrpSpPr>
        <p:grpSpPr>
          <a:xfrm>
            <a:off x="7880069" y="4049022"/>
            <a:ext cx="812800" cy="658812"/>
            <a:chOff x="-26" y="1473"/>
            <a:chExt cx="981" cy="1105"/>
          </a:xfrm>
        </p:grpSpPr>
        <p:pic>
          <p:nvPicPr>
            <p:cNvPr id="235" name="Google Shape;235;p9" descr="desktop_computer_stylized_medium"/>
            <p:cNvPicPr preferRelativeResize="0"/>
            <p:nvPr/>
          </p:nvPicPr>
          <p:blipFill rotWithShape="1">
            <a:blip r:embed="rId3">
              <a:alphaModFix/>
            </a:blip>
            <a:srcRect/>
            <a:stretch/>
          </p:blipFill>
          <p:spPr>
            <a:xfrm flipH="1">
              <a:off x="-26" y="1473"/>
              <a:ext cx="981" cy="1105"/>
            </a:xfrm>
            <a:prstGeom prst="rect">
              <a:avLst/>
            </a:prstGeom>
            <a:noFill/>
            <a:ln>
              <a:noFill/>
            </a:ln>
          </p:spPr>
        </p:pic>
        <p:sp>
          <p:nvSpPr>
            <p:cNvPr id="236" name="Google Shape;236;p9"/>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Arial"/>
                <a:cs typeface="Arial"/>
                <a:sym typeface="Arial"/>
              </a:endParaRPr>
            </a:p>
          </p:txBody>
        </p:sp>
      </p:grpSp>
      <p:cxnSp>
        <p:nvCxnSpPr>
          <p:cNvPr id="237" name="Google Shape;237;p9"/>
          <p:cNvCxnSpPr/>
          <p:nvPr/>
        </p:nvCxnSpPr>
        <p:spPr>
          <a:xfrm rot="10800000">
            <a:off x="6719722" y="3486836"/>
            <a:ext cx="254833" cy="0"/>
          </a:xfrm>
          <a:prstGeom prst="straightConnector1">
            <a:avLst/>
          </a:prstGeom>
          <a:noFill/>
          <a:ln w="9525" cap="flat" cmpd="sng">
            <a:solidFill>
              <a:schemeClr val="dk1"/>
            </a:solidFill>
            <a:prstDash val="solid"/>
            <a:miter lim="800000"/>
            <a:headEnd type="none" w="sm" len="sm"/>
            <a:tailEnd type="triangle" w="med" len="med"/>
          </a:ln>
        </p:spPr>
      </p:cxnSp>
      <p:grpSp>
        <p:nvGrpSpPr>
          <p:cNvPr id="238" name="Google Shape;238;p9"/>
          <p:cNvGrpSpPr/>
          <p:nvPr/>
        </p:nvGrpSpPr>
        <p:grpSpPr>
          <a:xfrm>
            <a:off x="5832544" y="5800310"/>
            <a:ext cx="812800" cy="658813"/>
            <a:chOff x="-44" y="1473"/>
            <a:chExt cx="981" cy="1105"/>
          </a:xfrm>
        </p:grpSpPr>
        <p:pic>
          <p:nvPicPr>
            <p:cNvPr id="239" name="Google Shape;239;p9"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240" name="Google Shape;240;p9"/>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mj-lt"/>
                <a:ea typeface="Arial"/>
                <a:cs typeface="Arial"/>
                <a:sym typeface="Arial"/>
              </a:endParaRPr>
            </a:p>
          </p:txBody>
        </p:sp>
      </p:grpSp>
      <p:sp>
        <p:nvSpPr>
          <p:cNvPr id="241" name="Google Shape;241;p9"/>
          <p:cNvSpPr txBox="1"/>
          <p:nvPr/>
        </p:nvSpPr>
        <p:spPr>
          <a:xfrm>
            <a:off x="6867458" y="3093691"/>
            <a:ext cx="1217612"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mj-lt"/>
                <a:ea typeface="Arial"/>
                <a:cs typeface="Arial"/>
                <a:sym typeface="Arial"/>
              </a:rPr>
              <a:t>137.196.7.78</a:t>
            </a:r>
            <a:endParaRPr>
              <a:latin typeface="+mj-lt"/>
            </a:endParaRPr>
          </a:p>
        </p:txBody>
      </p:sp>
      <p:sp>
        <p:nvSpPr>
          <p:cNvPr id="242" name="Google Shape;242;p9"/>
          <p:cNvSpPr txBox="1"/>
          <p:nvPr/>
        </p:nvSpPr>
        <p:spPr>
          <a:xfrm>
            <a:off x="7903609" y="4977848"/>
            <a:ext cx="1217612"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mj-lt"/>
                <a:ea typeface="Arial"/>
                <a:cs typeface="Arial"/>
                <a:sym typeface="Arial"/>
              </a:rPr>
              <a:t>137.196.7.14</a:t>
            </a:r>
            <a:endParaRPr>
              <a:latin typeface="+mj-lt"/>
            </a:endParaRPr>
          </a:p>
        </p:txBody>
      </p:sp>
      <p:sp>
        <p:nvSpPr>
          <p:cNvPr id="243" name="Google Shape;243;p9"/>
          <p:cNvSpPr txBox="1"/>
          <p:nvPr/>
        </p:nvSpPr>
        <p:spPr>
          <a:xfrm>
            <a:off x="6746875" y="5795342"/>
            <a:ext cx="1217613"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mj-lt"/>
                <a:ea typeface="Arial"/>
                <a:cs typeface="Arial"/>
                <a:sym typeface="Arial"/>
              </a:rPr>
              <a:t>137.196.7.88</a:t>
            </a:r>
            <a:endParaRPr>
              <a:latin typeface="+mj-lt"/>
            </a:endParaRPr>
          </a:p>
        </p:txBody>
      </p:sp>
      <p:sp>
        <p:nvSpPr>
          <p:cNvPr id="244" name="Google Shape;244;p9"/>
          <p:cNvSpPr txBox="1"/>
          <p:nvPr/>
        </p:nvSpPr>
        <p:spPr>
          <a:xfrm>
            <a:off x="3822352" y="5017604"/>
            <a:ext cx="1217612"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mj-lt"/>
                <a:ea typeface="Arial"/>
                <a:cs typeface="Arial"/>
                <a:sym typeface="Arial"/>
              </a:rPr>
              <a:t>137.196.7.23</a:t>
            </a:r>
            <a:endParaRPr>
              <a:latin typeface="+mj-lt"/>
            </a:endParaRPr>
          </a:p>
        </p:txBody>
      </p:sp>
    </p:spTree>
    <p:extLst>
      <p:ext uri="{BB962C8B-B14F-4D97-AF65-F5344CB8AC3E}">
        <p14:creationId xmlns:p14="http://schemas.microsoft.com/office/powerpoint/2010/main" val="294450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altLang="en-US" dirty="0">
                <a:cs typeface="Calibri" panose="020F0502020204030204" pitchFamily="34" charset="0"/>
              </a:rPr>
              <a:t>Multiple access links, protocols</a:t>
            </a:r>
            <a:endParaRPr lang="en-US" sz="4400" dirty="0"/>
          </a:p>
        </p:txBody>
      </p:sp>
      <p:sp>
        <p:nvSpPr>
          <p:cNvPr id="470" name="Rectangle 3">
            <a:extLst>
              <a:ext uri="{FF2B5EF4-FFF2-40B4-BE49-F238E27FC236}">
                <a16:creationId xmlns:a16="http://schemas.microsoft.com/office/drawing/2014/main" id="{A4DB250C-FCF5-CC4D-B049-42D6C0DD3604}"/>
              </a:ext>
            </a:extLst>
          </p:cNvPr>
          <p:cNvSpPr txBox="1">
            <a:spLocks noChangeArrowheads="1"/>
          </p:cNvSpPr>
          <p:nvPr/>
        </p:nvSpPr>
        <p:spPr bwMode="auto">
          <a:xfrm>
            <a:off x="1448045" y="1319435"/>
            <a:ext cx="7772400" cy="3292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ts val="400"/>
              </a:spcAft>
              <a:buClr>
                <a:srgbClr val="000099"/>
              </a:buClr>
              <a:buSzPct val="100000"/>
              <a:buFont typeface="Wingdings" charset="0"/>
              <a:buNone/>
              <a:tabLst/>
              <a:defRPr/>
            </a:pPr>
            <a:r>
              <a:rPr kumimoji="0" lang="en-US" sz="3200" b="0" i="0" u="none" strike="noStrike" kern="0" cap="none" spc="0" normalizeH="0" baseline="0" noProof="0" dirty="0">
                <a:ln>
                  <a:noFill/>
                </a:ln>
                <a:solidFill>
                  <a:prstClr val="black"/>
                </a:solidFill>
                <a:effectLst/>
                <a:uLnTx/>
                <a:uFillTx/>
                <a:latin typeface="+mj-lt"/>
                <a:ea typeface="ＭＳ Ｐゴシック" charset="0"/>
                <a:cs typeface="+mn-cs"/>
              </a:rPr>
              <a:t>two types of “links</a:t>
            </a:r>
            <a:r>
              <a:rPr kumimoji="0" lang="en-US" altLang="ja-JP" sz="3200" b="0" i="0" u="none" strike="noStrike" kern="0" cap="none" spc="0" normalizeH="0" baseline="0" noProof="0" dirty="0">
                <a:ln>
                  <a:noFill/>
                </a:ln>
                <a:solidFill>
                  <a:prstClr val="black"/>
                </a:solidFill>
                <a:effectLst/>
                <a:uLnTx/>
                <a:uFillTx/>
                <a:latin typeface="+mj-lt"/>
                <a:ea typeface="ＭＳ Ｐゴシック" charset="0"/>
                <a:cs typeface="+mn-cs"/>
              </a:rPr>
              <a:t>”</a:t>
            </a:r>
            <a:r>
              <a:rPr kumimoji="0" lang="en-US" sz="3200" b="0" i="0" u="none" strike="noStrike" kern="0" cap="none" spc="0" normalizeH="0" baseline="0" noProof="0" dirty="0">
                <a:ln>
                  <a:noFill/>
                </a:ln>
                <a:solidFill>
                  <a:prstClr val="black"/>
                </a:solidFill>
                <a:effectLst/>
                <a:uLnTx/>
                <a:uFillTx/>
                <a:latin typeface="+mj-lt"/>
                <a:ea typeface="ＭＳ Ｐゴシック" charset="0"/>
                <a:cs typeface="+mn-cs"/>
              </a:rPr>
              <a:t>:</a:t>
            </a:r>
          </a:p>
          <a:p>
            <a:pPr marL="466725" marR="0" lvl="0" indent="-3333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r>
              <a:rPr kumimoji="0" lang="en-US" sz="2800" b="0" i="0" u="none" strike="noStrike" kern="0" cap="none" spc="0" normalizeH="0" baseline="0" noProof="0" dirty="0">
                <a:ln>
                  <a:noFill/>
                </a:ln>
                <a:solidFill>
                  <a:prstClr val="black"/>
                </a:solidFill>
                <a:effectLst/>
                <a:uLnTx/>
                <a:uFillTx/>
                <a:latin typeface="+mj-lt"/>
                <a:ea typeface="ＭＳ Ｐゴシック" charset="0"/>
                <a:cs typeface="+mn-cs"/>
              </a:rPr>
              <a:t>point-to-point</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point-to-point link between Ethernet switch, host</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PPP for dial-up access</a:t>
            </a:r>
          </a:p>
          <a:p>
            <a:pPr marL="466725" marR="0" lvl="0" indent="-3333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r>
              <a:rPr kumimoji="0" lang="en-US" sz="2800" b="0" i="0" u="none" strike="noStrike" kern="0" cap="none" spc="0" normalizeH="0" baseline="0" noProof="0" dirty="0">
                <a:ln>
                  <a:noFill/>
                </a:ln>
                <a:solidFill>
                  <a:srgbClr val="C00000"/>
                </a:solidFill>
                <a:effectLst/>
                <a:uLnTx/>
                <a:uFillTx/>
                <a:latin typeface="+mj-lt"/>
                <a:ea typeface="ＭＳ Ｐゴシック" charset="0"/>
                <a:cs typeface="+mn-cs"/>
              </a:rPr>
              <a:t>broadcast (shared wire or medium)</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old-school Ethernet</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802.11 wireless LAN, 4G/</a:t>
            </a:r>
            <a:r>
              <a:rPr lang="en-US" sz="2000" kern="0" dirty="0">
                <a:solidFill>
                  <a:prstClr val="black"/>
                </a:solidFill>
                <a:latin typeface="+mj-lt"/>
              </a:rPr>
              <a:t>5</a:t>
            </a: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G</a:t>
            </a:r>
            <a:endPar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endParaRP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800" b="0" i="0" u="none" strike="noStrike" kern="0" cap="none" spc="0" normalizeH="0" baseline="0" noProof="0" dirty="0">
              <a:ln>
                <a:noFill/>
              </a:ln>
              <a:solidFill>
                <a:prstClr val="black"/>
              </a:solidFill>
              <a:effectLst/>
              <a:uLnTx/>
              <a:uFillTx/>
              <a:latin typeface="+mj-lt"/>
              <a:ea typeface="ＭＳ Ｐゴシック" charset="0"/>
              <a:cs typeface="+mn-cs"/>
            </a:endParaRPr>
          </a:p>
        </p:txBody>
      </p:sp>
      <p:grpSp>
        <p:nvGrpSpPr>
          <p:cNvPr id="8" name="Group 7">
            <a:extLst>
              <a:ext uri="{FF2B5EF4-FFF2-40B4-BE49-F238E27FC236}">
                <a16:creationId xmlns:a16="http://schemas.microsoft.com/office/drawing/2014/main" id="{D1D64FC5-708F-D24C-B8D8-D1E9CF643C73}"/>
              </a:ext>
            </a:extLst>
          </p:cNvPr>
          <p:cNvGrpSpPr/>
          <p:nvPr/>
        </p:nvGrpSpPr>
        <p:grpSpPr>
          <a:xfrm>
            <a:off x="8862810" y="4906915"/>
            <a:ext cx="2666586" cy="1631405"/>
            <a:chOff x="8862810" y="4906915"/>
            <a:chExt cx="2666586" cy="1631405"/>
          </a:xfrm>
        </p:grpSpPr>
        <p:sp>
          <p:nvSpPr>
            <p:cNvPr id="474" name="Text Box 8">
              <a:extLst>
                <a:ext uri="{FF2B5EF4-FFF2-40B4-BE49-F238E27FC236}">
                  <a16:creationId xmlns:a16="http://schemas.microsoft.com/office/drawing/2014/main" id="{3F461FAF-2D2F-B54F-9957-BE72E13B7100}"/>
                </a:ext>
              </a:extLst>
            </p:cNvPr>
            <p:cNvSpPr txBox="1">
              <a:spLocks noChangeArrowheads="1"/>
            </p:cNvSpPr>
            <p:nvPr/>
          </p:nvSpPr>
          <p:spPr bwMode="auto">
            <a:xfrm>
              <a:off x="8862810" y="6025551"/>
              <a:ext cx="2666586" cy="512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humans at a cocktail party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air, acoustical)</a:t>
              </a:r>
            </a:p>
          </p:txBody>
        </p:sp>
        <p:pic>
          <p:nvPicPr>
            <p:cNvPr id="525" name="Picture 432" descr="cocktail">
              <a:extLst>
                <a:ext uri="{FF2B5EF4-FFF2-40B4-BE49-F238E27FC236}">
                  <a16:creationId xmlns:a16="http://schemas.microsoft.com/office/drawing/2014/main" id="{099A3239-42CC-704F-8979-71CDF0E273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6005" y="4906915"/>
              <a:ext cx="2030412" cy="1041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6" name="Group 5">
            <a:extLst>
              <a:ext uri="{FF2B5EF4-FFF2-40B4-BE49-F238E27FC236}">
                <a16:creationId xmlns:a16="http://schemas.microsoft.com/office/drawing/2014/main" id="{729F6ABF-F18D-7340-837C-5B9246D35D84}"/>
              </a:ext>
            </a:extLst>
          </p:cNvPr>
          <p:cNvGrpSpPr/>
          <p:nvPr/>
        </p:nvGrpSpPr>
        <p:grpSpPr>
          <a:xfrm>
            <a:off x="6363762" y="4695002"/>
            <a:ext cx="1695785" cy="1760737"/>
            <a:chOff x="5137642" y="4630344"/>
            <a:chExt cx="1695785" cy="1760737"/>
          </a:xfrm>
        </p:grpSpPr>
        <p:sp>
          <p:nvSpPr>
            <p:cNvPr id="472" name="Text Box 6">
              <a:extLst>
                <a:ext uri="{FF2B5EF4-FFF2-40B4-BE49-F238E27FC236}">
                  <a16:creationId xmlns:a16="http://schemas.microsoft.com/office/drawing/2014/main" id="{CEE26344-B09B-5B4B-A47E-E50827431972}"/>
                </a:ext>
              </a:extLst>
            </p:cNvPr>
            <p:cNvSpPr txBox="1">
              <a:spLocks noChangeArrowheads="1"/>
            </p:cNvSpPr>
            <p:nvPr/>
          </p:nvSpPr>
          <p:spPr bwMode="auto">
            <a:xfrm>
              <a:off x="5137642" y="6087600"/>
              <a:ext cx="1695785" cy="303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radio: WiFi</a:t>
              </a:r>
            </a:p>
          </p:txBody>
        </p:sp>
        <p:grpSp>
          <p:nvGrpSpPr>
            <p:cNvPr id="532" name="Group 621">
              <a:extLst>
                <a:ext uri="{FF2B5EF4-FFF2-40B4-BE49-F238E27FC236}">
                  <a16:creationId xmlns:a16="http://schemas.microsoft.com/office/drawing/2014/main" id="{40F3795B-808E-A042-9598-E30744C17871}"/>
                </a:ext>
              </a:extLst>
            </p:cNvPr>
            <p:cNvGrpSpPr>
              <a:grpSpLocks/>
            </p:cNvGrpSpPr>
            <p:nvPr/>
          </p:nvGrpSpPr>
          <p:grpSpPr bwMode="auto">
            <a:xfrm>
              <a:off x="5370862" y="4630344"/>
              <a:ext cx="635000" cy="485775"/>
              <a:chOff x="3061" y="2530"/>
              <a:chExt cx="400" cy="306"/>
            </a:xfrm>
          </p:grpSpPr>
          <p:grpSp>
            <p:nvGrpSpPr>
              <p:cNvPr id="533" name="Group 494">
                <a:extLst>
                  <a:ext uri="{FF2B5EF4-FFF2-40B4-BE49-F238E27FC236}">
                    <a16:creationId xmlns:a16="http://schemas.microsoft.com/office/drawing/2014/main" id="{4DBCED0D-3AD5-4447-93E7-56A4D18F3B00}"/>
                  </a:ext>
                </a:extLst>
              </p:cNvPr>
              <p:cNvGrpSpPr>
                <a:grpSpLocks/>
              </p:cNvGrpSpPr>
              <p:nvPr/>
            </p:nvGrpSpPr>
            <p:grpSpPr bwMode="auto">
              <a:xfrm>
                <a:off x="3061" y="2530"/>
                <a:ext cx="327" cy="81"/>
                <a:chOff x="2199" y="955"/>
                <a:chExt cx="2547" cy="506"/>
              </a:xfrm>
            </p:grpSpPr>
            <p:sp>
              <p:nvSpPr>
                <p:cNvPr id="558" name="Freeform 495">
                  <a:extLst>
                    <a:ext uri="{FF2B5EF4-FFF2-40B4-BE49-F238E27FC236}">
                      <a16:creationId xmlns:a16="http://schemas.microsoft.com/office/drawing/2014/main" id="{DC6AB476-6859-8242-AD10-2D931ACF8B5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9" name="Freeform 496">
                  <a:extLst>
                    <a:ext uri="{FF2B5EF4-FFF2-40B4-BE49-F238E27FC236}">
                      <a16:creationId xmlns:a16="http://schemas.microsoft.com/office/drawing/2014/main" id="{60FE620B-47DD-7D4F-89C4-3D44ABB5F1C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60" name="Freeform 497">
                  <a:extLst>
                    <a:ext uri="{FF2B5EF4-FFF2-40B4-BE49-F238E27FC236}">
                      <a16:creationId xmlns:a16="http://schemas.microsoft.com/office/drawing/2014/main" id="{5734D561-5507-1D47-B8C1-5456D785423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61" name="Freeform 498">
                  <a:extLst>
                    <a:ext uri="{FF2B5EF4-FFF2-40B4-BE49-F238E27FC236}">
                      <a16:creationId xmlns:a16="http://schemas.microsoft.com/office/drawing/2014/main" id="{54405CE7-B078-794F-8A95-7442C55719C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62" name="Freeform 499">
                  <a:extLst>
                    <a:ext uri="{FF2B5EF4-FFF2-40B4-BE49-F238E27FC236}">
                      <a16:creationId xmlns:a16="http://schemas.microsoft.com/office/drawing/2014/main" id="{2427F607-DB1A-4743-823B-DBB1AB44027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63" name="Freeform 500">
                  <a:extLst>
                    <a:ext uri="{FF2B5EF4-FFF2-40B4-BE49-F238E27FC236}">
                      <a16:creationId xmlns:a16="http://schemas.microsoft.com/office/drawing/2014/main" id="{78EB41F6-2BEF-4D4A-AE0A-005E7142742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534" name="Picture 549" descr="laptop_keyboard">
                <a:extLst>
                  <a:ext uri="{FF2B5EF4-FFF2-40B4-BE49-F238E27FC236}">
                    <a16:creationId xmlns:a16="http://schemas.microsoft.com/office/drawing/2014/main" id="{B26671F0-4EE5-D744-8784-A585B9B6F2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5" name="Freeform 550">
                <a:extLst>
                  <a:ext uri="{FF2B5EF4-FFF2-40B4-BE49-F238E27FC236}">
                    <a16:creationId xmlns:a16="http://schemas.microsoft.com/office/drawing/2014/main" id="{12281B29-C1B2-B749-9F5E-F3A43584BC86}"/>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536" name="Picture 551" descr="screen">
                <a:extLst>
                  <a:ext uri="{FF2B5EF4-FFF2-40B4-BE49-F238E27FC236}">
                    <a16:creationId xmlns:a16="http://schemas.microsoft.com/office/drawing/2014/main" id="{98E4CFA7-B1FE-FE4C-AF66-F70E195051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7" name="Freeform 552">
                <a:extLst>
                  <a:ext uri="{FF2B5EF4-FFF2-40B4-BE49-F238E27FC236}">
                    <a16:creationId xmlns:a16="http://schemas.microsoft.com/office/drawing/2014/main" id="{25707FCB-7465-F447-BF5C-CA5CEB8F8D79}"/>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38" name="Freeform 553">
                <a:extLst>
                  <a:ext uri="{FF2B5EF4-FFF2-40B4-BE49-F238E27FC236}">
                    <a16:creationId xmlns:a16="http://schemas.microsoft.com/office/drawing/2014/main" id="{2893182F-C176-ED45-A949-17AAF914D879}"/>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39" name="Freeform 554">
                <a:extLst>
                  <a:ext uri="{FF2B5EF4-FFF2-40B4-BE49-F238E27FC236}">
                    <a16:creationId xmlns:a16="http://schemas.microsoft.com/office/drawing/2014/main" id="{31F51520-3F4C-0544-BCC2-43E892A006EA}"/>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0" name="Freeform 555">
                <a:extLst>
                  <a:ext uri="{FF2B5EF4-FFF2-40B4-BE49-F238E27FC236}">
                    <a16:creationId xmlns:a16="http://schemas.microsoft.com/office/drawing/2014/main" id="{BC9CBE39-5CC7-5049-AC5A-13C386EB061D}"/>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1" name="Freeform 556">
                <a:extLst>
                  <a:ext uri="{FF2B5EF4-FFF2-40B4-BE49-F238E27FC236}">
                    <a16:creationId xmlns:a16="http://schemas.microsoft.com/office/drawing/2014/main" id="{D4C9F6C2-E722-B74B-AAE4-4ABF846803D0}"/>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2" name="Freeform 557">
                <a:extLst>
                  <a:ext uri="{FF2B5EF4-FFF2-40B4-BE49-F238E27FC236}">
                    <a16:creationId xmlns:a16="http://schemas.microsoft.com/office/drawing/2014/main" id="{3F0EB019-3CF3-834A-A61E-AC065980E8D8}"/>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543" name="Group 558">
                <a:extLst>
                  <a:ext uri="{FF2B5EF4-FFF2-40B4-BE49-F238E27FC236}">
                    <a16:creationId xmlns:a16="http://schemas.microsoft.com/office/drawing/2014/main" id="{A6A93FB9-FC7D-4742-8DD5-CBB9CA8D7E28}"/>
                  </a:ext>
                </a:extLst>
              </p:cNvPr>
              <p:cNvGrpSpPr>
                <a:grpSpLocks/>
              </p:cNvGrpSpPr>
              <p:nvPr/>
            </p:nvGrpSpPr>
            <p:grpSpPr bwMode="auto">
              <a:xfrm>
                <a:off x="3186" y="2777"/>
                <a:ext cx="55" cy="24"/>
                <a:chOff x="1740" y="2642"/>
                <a:chExt cx="752" cy="327"/>
              </a:xfrm>
            </p:grpSpPr>
            <p:sp>
              <p:nvSpPr>
                <p:cNvPr id="552" name="Freeform 559">
                  <a:extLst>
                    <a:ext uri="{FF2B5EF4-FFF2-40B4-BE49-F238E27FC236}">
                      <a16:creationId xmlns:a16="http://schemas.microsoft.com/office/drawing/2014/main" id="{C568827B-2EA3-554D-A8B6-5587A8CED45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3" name="Freeform 560">
                  <a:extLst>
                    <a:ext uri="{FF2B5EF4-FFF2-40B4-BE49-F238E27FC236}">
                      <a16:creationId xmlns:a16="http://schemas.microsoft.com/office/drawing/2014/main" id="{27581F6D-D83F-D646-A755-30E5B167FB1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4" name="Freeform 561">
                  <a:extLst>
                    <a:ext uri="{FF2B5EF4-FFF2-40B4-BE49-F238E27FC236}">
                      <a16:creationId xmlns:a16="http://schemas.microsoft.com/office/drawing/2014/main" id="{E341B34D-9952-7340-9E0A-28EDF520F2A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5" name="Freeform 562">
                  <a:extLst>
                    <a:ext uri="{FF2B5EF4-FFF2-40B4-BE49-F238E27FC236}">
                      <a16:creationId xmlns:a16="http://schemas.microsoft.com/office/drawing/2014/main" id="{11B81FDA-FEF8-B742-847A-1939FCACF85A}"/>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6" name="Freeform 563">
                  <a:extLst>
                    <a:ext uri="{FF2B5EF4-FFF2-40B4-BE49-F238E27FC236}">
                      <a16:creationId xmlns:a16="http://schemas.microsoft.com/office/drawing/2014/main" id="{6D1D8EB1-A82C-C547-AB3D-3E7648A5D6CD}"/>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7" name="Freeform 564">
                  <a:extLst>
                    <a:ext uri="{FF2B5EF4-FFF2-40B4-BE49-F238E27FC236}">
                      <a16:creationId xmlns:a16="http://schemas.microsoft.com/office/drawing/2014/main" id="{90C3B870-FD67-3346-98FA-A234D34B8A1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544" name="Freeform 565">
                <a:extLst>
                  <a:ext uri="{FF2B5EF4-FFF2-40B4-BE49-F238E27FC236}">
                    <a16:creationId xmlns:a16="http://schemas.microsoft.com/office/drawing/2014/main" id="{F0911C61-849A-9C4E-AD10-6D1FC3C2DFE4}"/>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5" name="Freeform 566">
                <a:extLst>
                  <a:ext uri="{FF2B5EF4-FFF2-40B4-BE49-F238E27FC236}">
                    <a16:creationId xmlns:a16="http://schemas.microsoft.com/office/drawing/2014/main" id="{5CEB6F8B-5086-5C42-9CAB-731CEAB620C3}"/>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6" name="Freeform 567">
                <a:extLst>
                  <a:ext uri="{FF2B5EF4-FFF2-40B4-BE49-F238E27FC236}">
                    <a16:creationId xmlns:a16="http://schemas.microsoft.com/office/drawing/2014/main" id="{8A0FD81A-21AB-A641-84A8-6DECC751F3B3}"/>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7" name="Freeform 568">
                <a:extLst>
                  <a:ext uri="{FF2B5EF4-FFF2-40B4-BE49-F238E27FC236}">
                    <a16:creationId xmlns:a16="http://schemas.microsoft.com/office/drawing/2014/main" id="{3212B524-DBA7-764B-ADFB-15B1F9EE3697}"/>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8" name="Freeform 569">
                <a:extLst>
                  <a:ext uri="{FF2B5EF4-FFF2-40B4-BE49-F238E27FC236}">
                    <a16:creationId xmlns:a16="http://schemas.microsoft.com/office/drawing/2014/main" id="{29D84F9E-266B-FF4A-91FA-4C757BB868AE}"/>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9" name="Freeform 570">
                <a:extLst>
                  <a:ext uri="{FF2B5EF4-FFF2-40B4-BE49-F238E27FC236}">
                    <a16:creationId xmlns:a16="http://schemas.microsoft.com/office/drawing/2014/main" id="{FE55278D-3FA5-5444-8EDF-6DEC32E2B481}"/>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0" name="Freeform 589">
                <a:extLst>
                  <a:ext uri="{FF2B5EF4-FFF2-40B4-BE49-F238E27FC236}">
                    <a16:creationId xmlns:a16="http://schemas.microsoft.com/office/drawing/2014/main" id="{0406CADF-6A82-2844-9517-DAB36149B714}"/>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1" name="Freeform 590">
                <a:extLst>
                  <a:ext uri="{FF2B5EF4-FFF2-40B4-BE49-F238E27FC236}">
                    <a16:creationId xmlns:a16="http://schemas.microsoft.com/office/drawing/2014/main" id="{92F09FE3-36AB-A646-8709-F68948F090CE}"/>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564" name="Group 632">
              <a:extLst>
                <a:ext uri="{FF2B5EF4-FFF2-40B4-BE49-F238E27FC236}">
                  <a16:creationId xmlns:a16="http://schemas.microsoft.com/office/drawing/2014/main" id="{4B98C44A-F9F4-BB49-A2B0-C2E0B8C568E9}"/>
                </a:ext>
              </a:extLst>
            </p:cNvPr>
            <p:cNvGrpSpPr>
              <a:grpSpLocks/>
            </p:cNvGrpSpPr>
            <p:nvPr/>
          </p:nvGrpSpPr>
          <p:grpSpPr bwMode="auto">
            <a:xfrm>
              <a:off x="6258275" y="4798619"/>
              <a:ext cx="536575" cy="401637"/>
              <a:chOff x="3328" y="2543"/>
              <a:chExt cx="338" cy="253"/>
            </a:xfrm>
          </p:grpSpPr>
          <p:grpSp>
            <p:nvGrpSpPr>
              <p:cNvPr id="565" name="Group 487">
                <a:extLst>
                  <a:ext uri="{FF2B5EF4-FFF2-40B4-BE49-F238E27FC236}">
                    <a16:creationId xmlns:a16="http://schemas.microsoft.com/office/drawing/2014/main" id="{3D6F5046-EE7D-8246-9181-C8008B8852DF}"/>
                  </a:ext>
                </a:extLst>
              </p:cNvPr>
              <p:cNvGrpSpPr>
                <a:grpSpLocks/>
              </p:cNvGrpSpPr>
              <p:nvPr/>
            </p:nvGrpSpPr>
            <p:grpSpPr bwMode="auto">
              <a:xfrm>
                <a:off x="3328" y="2543"/>
                <a:ext cx="327" cy="81"/>
                <a:chOff x="2199" y="955"/>
                <a:chExt cx="2547" cy="506"/>
              </a:xfrm>
            </p:grpSpPr>
            <p:sp>
              <p:nvSpPr>
                <p:cNvPr id="586" name="Freeform 488">
                  <a:extLst>
                    <a:ext uri="{FF2B5EF4-FFF2-40B4-BE49-F238E27FC236}">
                      <a16:creationId xmlns:a16="http://schemas.microsoft.com/office/drawing/2014/main" id="{2BC70CC0-4321-024B-AF9D-8A5A6410FA9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7" name="Freeform 489">
                  <a:extLst>
                    <a:ext uri="{FF2B5EF4-FFF2-40B4-BE49-F238E27FC236}">
                      <a16:creationId xmlns:a16="http://schemas.microsoft.com/office/drawing/2014/main" id="{20F44005-5166-134B-8AB3-6A9E51FBF760}"/>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8" name="Freeform 490">
                  <a:extLst>
                    <a:ext uri="{FF2B5EF4-FFF2-40B4-BE49-F238E27FC236}">
                      <a16:creationId xmlns:a16="http://schemas.microsoft.com/office/drawing/2014/main" id="{0BA88FD7-3F5B-6746-84E1-33C1516E79BC}"/>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9" name="Freeform 491">
                  <a:extLst>
                    <a:ext uri="{FF2B5EF4-FFF2-40B4-BE49-F238E27FC236}">
                      <a16:creationId xmlns:a16="http://schemas.microsoft.com/office/drawing/2014/main" id="{D962DE3F-2E0D-664E-B102-B0D3AAF227E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90" name="Freeform 492">
                  <a:extLst>
                    <a:ext uri="{FF2B5EF4-FFF2-40B4-BE49-F238E27FC236}">
                      <a16:creationId xmlns:a16="http://schemas.microsoft.com/office/drawing/2014/main" id="{9B1AAA88-66EF-7349-AAE1-0A273535CA2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91" name="Freeform 493">
                  <a:extLst>
                    <a:ext uri="{FF2B5EF4-FFF2-40B4-BE49-F238E27FC236}">
                      <a16:creationId xmlns:a16="http://schemas.microsoft.com/office/drawing/2014/main" id="{44A5772F-C240-384F-A9C2-D08BBC7D806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566" name="Picture 571" descr="laptop_keyboard">
                <a:extLst>
                  <a:ext uri="{FF2B5EF4-FFF2-40B4-BE49-F238E27FC236}">
                    <a16:creationId xmlns:a16="http://schemas.microsoft.com/office/drawing/2014/main" id="{606166F4-1E70-3D40-A0B7-C5436E0418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3381" y="269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7" name="Freeform 572">
                <a:extLst>
                  <a:ext uri="{FF2B5EF4-FFF2-40B4-BE49-F238E27FC236}">
                    <a16:creationId xmlns:a16="http://schemas.microsoft.com/office/drawing/2014/main" id="{146EDD7E-3F6E-C74F-8830-8E04CAABB6D4}"/>
                  </a:ext>
                </a:extLst>
              </p:cNvPr>
              <p:cNvSpPr>
                <a:spLocks/>
              </p:cNvSpPr>
              <p:nvPr/>
            </p:nvSpPr>
            <p:spPr bwMode="auto">
              <a:xfrm>
                <a:off x="3462" y="259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568" name="Picture 573" descr="screen">
                <a:extLst>
                  <a:ext uri="{FF2B5EF4-FFF2-40B4-BE49-F238E27FC236}">
                    <a16:creationId xmlns:a16="http://schemas.microsoft.com/office/drawing/2014/main" id="{97542897-6E1A-F144-9A1C-CF8E1179E6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2" y="260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9" name="Freeform 574">
                <a:extLst>
                  <a:ext uri="{FF2B5EF4-FFF2-40B4-BE49-F238E27FC236}">
                    <a16:creationId xmlns:a16="http://schemas.microsoft.com/office/drawing/2014/main" id="{5091F00D-4B7B-3741-AE22-29DDE7CD4ED7}"/>
                  </a:ext>
                </a:extLst>
              </p:cNvPr>
              <p:cNvSpPr>
                <a:spLocks/>
              </p:cNvSpPr>
              <p:nvPr/>
            </p:nvSpPr>
            <p:spPr bwMode="auto">
              <a:xfrm>
                <a:off x="3498" y="259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0" name="Freeform 575">
                <a:extLst>
                  <a:ext uri="{FF2B5EF4-FFF2-40B4-BE49-F238E27FC236}">
                    <a16:creationId xmlns:a16="http://schemas.microsoft.com/office/drawing/2014/main" id="{B263C037-DBFD-6142-8C36-FF26BAC1168E}"/>
                  </a:ext>
                </a:extLst>
              </p:cNvPr>
              <p:cNvSpPr>
                <a:spLocks/>
              </p:cNvSpPr>
              <p:nvPr/>
            </p:nvSpPr>
            <p:spPr bwMode="auto">
              <a:xfrm>
                <a:off x="3461" y="259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1" name="Freeform 576">
                <a:extLst>
                  <a:ext uri="{FF2B5EF4-FFF2-40B4-BE49-F238E27FC236}">
                    <a16:creationId xmlns:a16="http://schemas.microsoft.com/office/drawing/2014/main" id="{06604E44-8318-4249-AAA9-C5D53E9673EF}"/>
                  </a:ext>
                </a:extLst>
              </p:cNvPr>
              <p:cNvSpPr>
                <a:spLocks/>
              </p:cNvSpPr>
              <p:nvPr/>
            </p:nvSpPr>
            <p:spPr bwMode="auto">
              <a:xfrm>
                <a:off x="3614" y="261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2" name="Freeform 577">
                <a:extLst>
                  <a:ext uri="{FF2B5EF4-FFF2-40B4-BE49-F238E27FC236}">
                    <a16:creationId xmlns:a16="http://schemas.microsoft.com/office/drawing/2014/main" id="{C9838980-94AA-B548-9555-79034EBAEA04}"/>
                  </a:ext>
                </a:extLst>
              </p:cNvPr>
              <p:cNvSpPr>
                <a:spLocks/>
              </p:cNvSpPr>
              <p:nvPr/>
            </p:nvSpPr>
            <p:spPr bwMode="auto">
              <a:xfrm>
                <a:off x="3460" y="269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3" name="Freeform 578">
                <a:extLst>
                  <a:ext uri="{FF2B5EF4-FFF2-40B4-BE49-F238E27FC236}">
                    <a16:creationId xmlns:a16="http://schemas.microsoft.com/office/drawing/2014/main" id="{E2F028EC-39B6-BB48-8F1C-9E5EE6E5409B}"/>
                  </a:ext>
                </a:extLst>
              </p:cNvPr>
              <p:cNvSpPr>
                <a:spLocks/>
              </p:cNvSpPr>
              <p:nvPr/>
            </p:nvSpPr>
            <p:spPr bwMode="auto">
              <a:xfrm>
                <a:off x="3619" y="261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4" name="Freeform 579">
                <a:extLst>
                  <a:ext uri="{FF2B5EF4-FFF2-40B4-BE49-F238E27FC236}">
                    <a16:creationId xmlns:a16="http://schemas.microsoft.com/office/drawing/2014/main" id="{9590576D-E3A5-AE4D-A5BA-062112490EC9}"/>
                  </a:ext>
                </a:extLst>
              </p:cNvPr>
              <p:cNvSpPr>
                <a:spLocks/>
              </p:cNvSpPr>
              <p:nvPr/>
            </p:nvSpPr>
            <p:spPr bwMode="auto">
              <a:xfrm>
                <a:off x="3460" y="269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575" name="Group 580">
                <a:extLst>
                  <a:ext uri="{FF2B5EF4-FFF2-40B4-BE49-F238E27FC236}">
                    <a16:creationId xmlns:a16="http://schemas.microsoft.com/office/drawing/2014/main" id="{658981DA-8A1D-0341-B1BA-9392978BB571}"/>
                  </a:ext>
                </a:extLst>
              </p:cNvPr>
              <p:cNvGrpSpPr>
                <a:grpSpLocks/>
              </p:cNvGrpSpPr>
              <p:nvPr/>
            </p:nvGrpSpPr>
            <p:grpSpPr bwMode="auto">
              <a:xfrm>
                <a:off x="3458" y="2737"/>
                <a:ext cx="55" cy="24"/>
                <a:chOff x="1740" y="2642"/>
                <a:chExt cx="752" cy="327"/>
              </a:xfrm>
            </p:grpSpPr>
            <p:sp>
              <p:nvSpPr>
                <p:cNvPr id="580" name="Freeform 581">
                  <a:extLst>
                    <a:ext uri="{FF2B5EF4-FFF2-40B4-BE49-F238E27FC236}">
                      <a16:creationId xmlns:a16="http://schemas.microsoft.com/office/drawing/2014/main" id="{437F93D8-B619-2840-A7D2-524A4A561A9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1" name="Freeform 582">
                  <a:extLst>
                    <a:ext uri="{FF2B5EF4-FFF2-40B4-BE49-F238E27FC236}">
                      <a16:creationId xmlns:a16="http://schemas.microsoft.com/office/drawing/2014/main" id="{516EFADC-09F5-5B47-8934-26F39565935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2" name="Freeform 583">
                  <a:extLst>
                    <a:ext uri="{FF2B5EF4-FFF2-40B4-BE49-F238E27FC236}">
                      <a16:creationId xmlns:a16="http://schemas.microsoft.com/office/drawing/2014/main" id="{158E5B08-E7FE-6C42-99AB-FC383B9A35F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3" name="Freeform 584">
                  <a:extLst>
                    <a:ext uri="{FF2B5EF4-FFF2-40B4-BE49-F238E27FC236}">
                      <a16:creationId xmlns:a16="http://schemas.microsoft.com/office/drawing/2014/main" id="{CE902AC6-F30F-464F-9B44-53AD006A3A2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4" name="Freeform 585">
                  <a:extLst>
                    <a:ext uri="{FF2B5EF4-FFF2-40B4-BE49-F238E27FC236}">
                      <a16:creationId xmlns:a16="http://schemas.microsoft.com/office/drawing/2014/main" id="{B4AB2E9D-0250-BF4B-A996-829DB6B96B1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5" name="Freeform 586">
                  <a:extLst>
                    <a:ext uri="{FF2B5EF4-FFF2-40B4-BE49-F238E27FC236}">
                      <a16:creationId xmlns:a16="http://schemas.microsoft.com/office/drawing/2014/main" id="{29274E78-9827-A745-B434-5B40145E2A7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576" name="Freeform 587">
                <a:extLst>
                  <a:ext uri="{FF2B5EF4-FFF2-40B4-BE49-F238E27FC236}">
                    <a16:creationId xmlns:a16="http://schemas.microsoft.com/office/drawing/2014/main" id="{261536B8-45B6-F445-94D4-E0995DB324C9}"/>
                  </a:ext>
                </a:extLst>
              </p:cNvPr>
              <p:cNvSpPr>
                <a:spLocks/>
              </p:cNvSpPr>
              <p:nvPr/>
            </p:nvSpPr>
            <p:spPr bwMode="auto">
              <a:xfrm>
                <a:off x="3552" y="274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7" name="Freeform 588">
                <a:extLst>
                  <a:ext uri="{FF2B5EF4-FFF2-40B4-BE49-F238E27FC236}">
                    <a16:creationId xmlns:a16="http://schemas.microsoft.com/office/drawing/2014/main" id="{D9289D99-04BF-6349-AB04-51F97449B50C}"/>
                  </a:ext>
                </a:extLst>
              </p:cNvPr>
              <p:cNvSpPr>
                <a:spLocks/>
              </p:cNvSpPr>
              <p:nvPr/>
            </p:nvSpPr>
            <p:spPr bwMode="auto">
              <a:xfrm>
                <a:off x="3381" y="274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8" name="Freeform 591">
                <a:extLst>
                  <a:ext uri="{FF2B5EF4-FFF2-40B4-BE49-F238E27FC236}">
                    <a16:creationId xmlns:a16="http://schemas.microsoft.com/office/drawing/2014/main" id="{4A5B5464-3906-6F40-9142-2A5FD7EE1F2A}"/>
                  </a:ext>
                </a:extLst>
              </p:cNvPr>
              <p:cNvSpPr>
                <a:spLocks/>
              </p:cNvSpPr>
              <p:nvPr/>
            </p:nvSpPr>
            <p:spPr bwMode="auto">
              <a:xfrm>
                <a:off x="3387" y="273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9" name="Freeform 592">
                <a:extLst>
                  <a:ext uri="{FF2B5EF4-FFF2-40B4-BE49-F238E27FC236}">
                    <a16:creationId xmlns:a16="http://schemas.microsoft.com/office/drawing/2014/main" id="{CA04EE6B-FFEC-5D41-9B1B-1C217E56607A}"/>
                  </a:ext>
                </a:extLst>
              </p:cNvPr>
              <p:cNvSpPr>
                <a:spLocks/>
              </p:cNvSpPr>
              <p:nvPr/>
            </p:nvSpPr>
            <p:spPr bwMode="auto">
              <a:xfrm flipV="1">
                <a:off x="3549" y="273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592" name="Group 631">
              <a:extLst>
                <a:ext uri="{FF2B5EF4-FFF2-40B4-BE49-F238E27FC236}">
                  <a16:creationId xmlns:a16="http://schemas.microsoft.com/office/drawing/2014/main" id="{41271A23-CA38-6E44-918E-38C7011E51F3}"/>
                </a:ext>
              </a:extLst>
            </p:cNvPr>
            <p:cNvGrpSpPr>
              <a:grpSpLocks/>
            </p:cNvGrpSpPr>
            <p:nvPr/>
          </p:nvGrpSpPr>
          <p:grpSpPr bwMode="auto">
            <a:xfrm>
              <a:off x="5640737" y="5058969"/>
              <a:ext cx="585788" cy="419100"/>
              <a:chOff x="5096" y="2218"/>
              <a:chExt cx="369" cy="264"/>
            </a:xfrm>
          </p:grpSpPr>
          <p:grpSp>
            <p:nvGrpSpPr>
              <p:cNvPr id="593" name="Group 622">
                <a:extLst>
                  <a:ext uri="{FF2B5EF4-FFF2-40B4-BE49-F238E27FC236}">
                    <a16:creationId xmlns:a16="http://schemas.microsoft.com/office/drawing/2014/main" id="{46B7FDFD-6263-0049-8898-6BC742EE0CD5}"/>
                  </a:ext>
                </a:extLst>
              </p:cNvPr>
              <p:cNvGrpSpPr>
                <a:grpSpLocks/>
              </p:cNvGrpSpPr>
              <p:nvPr/>
            </p:nvGrpSpPr>
            <p:grpSpPr bwMode="auto">
              <a:xfrm>
                <a:off x="5096" y="2218"/>
                <a:ext cx="327" cy="81"/>
                <a:chOff x="2199" y="955"/>
                <a:chExt cx="2547" cy="506"/>
              </a:xfrm>
            </p:grpSpPr>
            <p:sp>
              <p:nvSpPr>
                <p:cNvPr id="596" name="Freeform 623">
                  <a:extLst>
                    <a:ext uri="{FF2B5EF4-FFF2-40B4-BE49-F238E27FC236}">
                      <a16:creationId xmlns:a16="http://schemas.microsoft.com/office/drawing/2014/main" id="{8D20DA22-5088-9649-BCD7-C73CFCD69461}"/>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97" name="Freeform 624">
                  <a:extLst>
                    <a:ext uri="{FF2B5EF4-FFF2-40B4-BE49-F238E27FC236}">
                      <a16:creationId xmlns:a16="http://schemas.microsoft.com/office/drawing/2014/main" id="{0860904A-2644-D146-9E9D-528E083D2207}"/>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98" name="Freeform 625">
                  <a:extLst>
                    <a:ext uri="{FF2B5EF4-FFF2-40B4-BE49-F238E27FC236}">
                      <a16:creationId xmlns:a16="http://schemas.microsoft.com/office/drawing/2014/main" id="{FDDA26A1-410C-A64F-B478-B9971D10720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99" name="Freeform 626">
                  <a:extLst>
                    <a:ext uri="{FF2B5EF4-FFF2-40B4-BE49-F238E27FC236}">
                      <a16:creationId xmlns:a16="http://schemas.microsoft.com/office/drawing/2014/main" id="{746C664C-122A-5E4F-9DC6-D2F925E1DAD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600" name="Freeform 627">
                  <a:extLst>
                    <a:ext uri="{FF2B5EF4-FFF2-40B4-BE49-F238E27FC236}">
                      <a16:creationId xmlns:a16="http://schemas.microsoft.com/office/drawing/2014/main" id="{E72F1D12-443A-5F43-BDF0-414DCEB4913D}"/>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601" name="Freeform 628">
                  <a:extLst>
                    <a:ext uri="{FF2B5EF4-FFF2-40B4-BE49-F238E27FC236}">
                      <a16:creationId xmlns:a16="http://schemas.microsoft.com/office/drawing/2014/main" id="{5D2A1B05-1226-0440-BF7D-2BFEDA6C0DD0}"/>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pic>
            <p:nvPicPr>
              <p:cNvPr id="594" name="Picture 629" descr="access_point_stylized_small">
                <a:extLst>
                  <a:ext uri="{FF2B5EF4-FFF2-40B4-BE49-F238E27FC236}">
                    <a16:creationId xmlns:a16="http://schemas.microsoft.com/office/drawing/2014/main" id="{82574BA4-AF17-7944-AB41-D17C94BDAE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2" y="2250"/>
                <a:ext cx="273" cy="2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95" name="Picture 630" descr="access_point_stylized_small">
                <a:extLst>
                  <a:ext uri="{FF2B5EF4-FFF2-40B4-BE49-F238E27FC236}">
                    <a16:creationId xmlns:a16="http://schemas.microsoft.com/office/drawing/2014/main" id="{DC390735-CE93-0C4A-B766-A12F556341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5" y="2251"/>
                <a:ext cx="260"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602" name="Group 633">
              <a:extLst>
                <a:ext uri="{FF2B5EF4-FFF2-40B4-BE49-F238E27FC236}">
                  <a16:creationId xmlns:a16="http://schemas.microsoft.com/office/drawing/2014/main" id="{4350FD48-C690-8545-9BF4-698AA261550D}"/>
                </a:ext>
              </a:extLst>
            </p:cNvPr>
            <p:cNvGrpSpPr>
              <a:grpSpLocks/>
            </p:cNvGrpSpPr>
            <p:nvPr/>
          </p:nvGrpSpPr>
          <p:grpSpPr bwMode="auto">
            <a:xfrm>
              <a:off x="5342287" y="5484419"/>
              <a:ext cx="635000" cy="485775"/>
              <a:chOff x="3061" y="2530"/>
              <a:chExt cx="400" cy="306"/>
            </a:xfrm>
          </p:grpSpPr>
          <p:grpSp>
            <p:nvGrpSpPr>
              <p:cNvPr id="603" name="Group 634">
                <a:extLst>
                  <a:ext uri="{FF2B5EF4-FFF2-40B4-BE49-F238E27FC236}">
                    <a16:creationId xmlns:a16="http://schemas.microsoft.com/office/drawing/2014/main" id="{552A577F-109E-9D44-8B58-7E385E9A60A3}"/>
                  </a:ext>
                </a:extLst>
              </p:cNvPr>
              <p:cNvGrpSpPr>
                <a:grpSpLocks/>
              </p:cNvGrpSpPr>
              <p:nvPr/>
            </p:nvGrpSpPr>
            <p:grpSpPr bwMode="auto">
              <a:xfrm>
                <a:off x="3061" y="2530"/>
                <a:ext cx="327" cy="81"/>
                <a:chOff x="2199" y="955"/>
                <a:chExt cx="2547" cy="506"/>
              </a:xfrm>
            </p:grpSpPr>
            <p:sp>
              <p:nvSpPr>
                <p:cNvPr id="628" name="Freeform 635">
                  <a:extLst>
                    <a:ext uri="{FF2B5EF4-FFF2-40B4-BE49-F238E27FC236}">
                      <a16:creationId xmlns:a16="http://schemas.microsoft.com/office/drawing/2014/main" id="{07E6363F-B58C-0246-8270-E48953ECB11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9" name="Freeform 636">
                  <a:extLst>
                    <a:ext uri="{FF2B5EF4-FFF2-40B4-BE49-F238E27FC236}">
                      <a16:creationId xmlns:a16="http://schemas.microsoft.com/office/drawing/2014/main" id="{68B5ACAA-D666-9541-A8D8-AA65ABE37DB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30" name="Freeform 637">
                  <a:extLst>
                    <a:ext uri="{FF2B5EF4-FFF2-40B4-BE49-F238E27FC236}">
                      <a16:creationId xmlns:a16="http://schemas.microsoft.com/office/drawing/2014/main" id="{BEA43C39-BF36-D746-B30D-D48DF15C1157}"/>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31" name="Freeform 638">
                  <a:extLst>
                    <a:ext uri="{FF2B5EF4-FFF2-40B4-BE49-F238E27FC236}">
                      <a16:creationId xmlns:a16="http://schemas.microsoft.com/office/drawing/2014/main" id="{F0D1093C-5C80-6D41-8E09-0CDD15E8C5BC}"/>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32" name="Freeform 639">
                  <a:extLst>
                    <a:ext uri="{FF2B5EF4-FFF2-40B4-BE49-F238E27FC236}">
                      <a16:creationId xmlns:a16="http://schemas.microsoft.com/office/drawing/2014/main" id="{9E9A0C6D-F304-DD4B-B151-9DD732DD112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33" name="Freeform 640">
                  <a:extLst>
                    <a:ext uri="{FF2B5EF4-FFF2-40B4-BE49-F238E27FC236}">
                      <a16:creationId xmlns:a16="http://schemas.microsoft.com/office/drawing/2014/main" id="{6F86ABC6-22F5-9848-BF21-BF80B41A2A6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604" name="Picture 641" descr="laptop_keyboard">
                <a:extLst>
                  <a:ext uri="{FF2B5EF4-FFF2-40B4-BE49-F238E27FC236}">
                    <a16:creationId xmlns:a16="http://schemas.microsoft.com/office/drawing/2014/main" id="{2F75FAA6-B24C-3142-9A42-C22B7212E5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5" name="Freeform 642">
                <a:extLst>
                  <a:ext uri="{FF2B5EF4-FFF2-40B4-BE49-F238E27FC236}">
                    <a16:creationId xmlns:a16="http://schemas.microsoft.com/office/drawing/2014/main" id="{DE2C3AD1-FF37-3F41-93C1-631725A3A18C}"/>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606" name="Picture 643" descr="screen">
                <a:extLst>
                  <a:ext uri="{FF2B5EF4-FFF2-40B4-BE49-F238E27FC236}">
                    <a16:creationId xmlns:a16="http://schemas.microsoft.com/office/drawing/2014/main" id="{A2EF1EA1-101A-AF4E-8DB1-ED79D93A66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7" name="Freeform 644">
                <a:extLst>
                  <a:ext uri="{FF2B5EF4-FFF2-40B4-BE49-F238E27FC236}">
                    <a16:creationId xmlns:a16="http://schemas.microsoft.com/office/drawing/2014/main" id="{6049AAF7-B71A-C44E-AD7A-E4A8F2A8942F}"/>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08" name="Freeform 645">
                <a:extLst>
                  <a:ext uri="{FF2B5EF4-FFF2-40B4-BE49-F238E27FC236}">
                    <a16:creationId xmlns:a16="http://schemas.microsoft.com/office/drawing/2014/main" id="{8A2E61CC-8A3C-AB43-8FEE-3D55851BD6BA}"/>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09" name="Freeform 646">
                <a:extLst>
                  <a:ext uri="{FF2B5EF4-FFF2-40B4-BE49-F238E27FC236}">
                    <a16:creationId xmlns:a16="http://schemas.microsoft.com/office/drawing/2014/main" id="{C7D45B9A-04AF-A94D-9B24-D8FED5751FFD}"/>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0" name="Freeform 647">
                <a:extLst>
                  <a:ext uri="{FF2B5EF4-FFF2-40B4-BE49-F238E27FC236}">
                    <a16:creationId xmlns:a16="http://schemas.microsoft.com/office/drawing/2014/main" id="{44DDA0A8-6E2C-664F-B104-AF8BD6E1484A}"/>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1" name="Freeform 648">
                <a:extLst>
                  <a:ext uri="{FF2B5EF4-FFF2-40B4-BE49-F238E27FC236}">
                    <a16:creationId xmlns:a16="http://schemas.microsoft.com/office/drawing/2014/main" id="{9F887D29-FEA1-6A4F-ABC1-A2D2111BE096}"/>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2" name="Freeform 649">
                <a:extLst>
                  <a:ext uri="{FF2B5EF4-FFF2-40B4-BE49-F238E27FC236}">
                    <a16:creationId xmlns:a16="http://schemas.microsoft.com/office/drawing/2014/main" id="{352D9BC2-81F2-3A4C-86DC-00157C1FA18F}"/>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613" name="Group 650">
                <a:extLst>
                  <a:ext uri="{FF2B5EF4-FFF2-40B4-BE49-F238E27FC236}">
                    <a16:creationId xmlns:a16="http://schemas.microsoft.com/office/drawing/2014/main" id="{AA9D5569-9B23-AC4A-B599-A6CA1CC91A31}"/>
                  </a:ext>
                </a:extLst>
              </p:cNvPr>
              <p:cNvGrpSpPr>
                <a:grpSpLocks/>
              </p:cNvGrpSpPr>
              <p:nvPr/>
            </p:nvGrpSpPr>
            <p:grpSpPr bwMode="auto">
              <a:xfrm>
                <a:off x="3186" y="2777"/>
                <a:ext cx="55" cy="24"/>
                <a:chOff x="1740" y="2642"/>
                <a:chExt cx="752" cy="327"/>
              </a:xfrm>
            </p:grpSpPr>
            <p:sp>
              <p:nvSpPr>
                <p:cNvPr id="622" name="Freeform 651">
                  <a:extLst>
                    <a:ext uri="{FF2B5EF4-FFF2-40B4-BE49-F238E27FC236}">
                      <a16:creationId xmlns:a16="http://schemas.microsoft.com/office/drawing/2014/main" id="{35D8DF33-69DC-7E45-87B0-8973C6A6524C}"/>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3" name="Freeform 652">
                  <a:extLst>
                    <a:ext uri="{FF2B5EF4-FFF2-40B4-BE49-F238E27FC236}">
                      <a16:creationId xmlns:a16="http://schemas.microsoft.com/office/drawing/2014/main" id="{64D650D2-9E0C-9B49-BE8B-5A6C0C771C30}"/>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4" name="Freeform 653">
                  <a:extLst>
                    <a:ext uri="{FF2B5EF4-FFF2-40B4-BE49-F238E27FC236}">
                      <a16:creationId xmlns:a16="http://schemas.microsoft.com/office/drawing/2014/main" id="{2820DDF6-8985-4B42-B6D6-83B1751EC57F}"/>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5" name="Freeform 654">
                  <a:extLst>
                    <a:ext uri="{FF2B5EF4-FFF2-40B4-BE49-F238E27FC236}">
                      <a16:creationId xmlns:a16="http://schemas.microsoft.com/office/drawing/2014/main" id="{63B056C7-AFAC-214A-8E24-48B954AAA02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6" name="Freeform 655">
                  <a:extLst>
                    <a:ext uri="{FF2B5EF4-FFF2-40B4-BE49-F238E27FC236}">
                      <a16:creationId xmlns:a16="http://schemas.microsoft.com/office/drawing/2014/main" id="{47B78910-4311-804C-9AB1-27331D8E35B1}"/>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7" name="Freeform 656">
                  <a:extLst>
                    <a:ext uri="{FF2B5EF4-FFF2-40B4-BE49-F238E27FC236}">
                      <a16:creationId xmlns:a16="http://schemas.microsoft.com/office/drawing/2014/main" id="{BCE3F1EB-7537-3548-B2D0-25DE814A934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614" name="Freeform 657">
                <a:extLst>
                  <a:ext uri="{FF2B5EF4-FFF2-40B4-BE49-F238E27FC236}">
                    <a16:creationId xmlns:a16="http://schemas.microsoft.com/office/drawing/2014/main" id="{AEA7FE7B-4E23-5145-AF46-EAD1A9683E6E}"/>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5" name="Freeform 658">
                <a:extLst>
                  <a:ext uri="{FF2B5EF4-FFF2-40B4-BE49-F238E27FC236}">
                    <a16:creationId xmlns:a16="http://schemas.microsoft.com/office/drawing/2014/main" id="{71870B35-FF8E-A648-9461-BE67BD42B208}"/>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6" name="Freeform 659">
                <a:extLst>
                  <a:ext uri="{FF2B5EF4-FFF2-40B4-BE49-F238E27FC236}">
                    <a16:creationId xmlns:a16="http://schemas.microsoft.com/office/drawing/2014/main" id="{14DF7B21-9989-CE4A-8CD2-77167155AD31}"/>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7" name="Freeform 660">
                <a:extLst>
                  <a:ext uri="{FF2B5EF4-FFF2-40B4-BE49-F238E27FC236}">
                    <a16:creationId xmlns:a16="http://schemas.microsoft.com/office/drawing/2014/main" id="{01249498-5D68-DC4A-8598-DBC5E0FAAED8}"/>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8" name="Freeform 661">
                <a:extLst>
                  <a:ext uri="{FF2B5EF4-FFF2-40B4-BE49-F238E27FC236}">
                    <a16:creationId xmlns:a16="http://schemas.microsoft.com/office/drawing/2014/main" id="{39AB67DD-19DB-5B4A-9ECB-0D8434372B5F}"/>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9" name="Freeform 662">
                <a:extLst>
                  <a:ext uri="{FF2B5EF4-FFF2-40B4-BE49-F238E27FC236}">
                    <a16:creationId xmlns:a16="http://schemas.microsoft.com/office/drawing/2014/main" id="{50095490-4E5B-2C4F-A578-E6823DF0D7AD}"/>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0" name="Freeform 663">
                <a:extLst>
                  <a:ext uri="{FF2B5EF4-FFF2-40B4-BE49-F238E27FC236}">
                    <a16:creationId xmlns:a16="http://schemas.microsoft.com/office/drawing/2014/main" id="{5F7C8605-C574-AF40-A25A-18D07E9455B8}"/>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1" name="Freeform 664">
                <a:extLst>
                  <a:ext uri="{FF2B5EF4-FFF2-40B4-BE49-F238E27FC236}">
                    <a16:creationId xmlns:a16="http://schemas.microsoft.com/office/drawing/2014/main" id="{5B56B3ED-95B3-FC4B-AEC8-78598F3903CC}"/>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34" name="Group 665">
              <a:extLst>
                <a:ext uri="{FF2B5EF4-FFF2-40B4-BE49-F238E27FC236}">
                  <a16:creationId xmlns:a16="http://schemas.microsoft.com/office/drawing/2014/main" id="{2A813063-25A9-2348-B34A-4FB30E3C361C}"/>
                </a:ext>
              </a:extLst>
            </p:cNvPr>
            <p:cNvGrpSpPr>
              <a:grpSpLocks/>
            </p:cNvGrpSpPr>
            <p:nvPr/>
          </p:nvGrpSpPr>
          <p:grpSpPr bwMode="auto">
            <a:xfrm>
              <a:off x="5824887" y="5539981"/>
              <a:ext cx="635000" cy="485775"/>
              <a:chOff x="3061" y="2530"/>
              <a:chExt cx="400" cy="306"/>
            </a:xfrm>
          </p:grpSpPr>
          <p:grpSp>
            <p:nvGrpSpPr>
              <p:cNvPr id="635" name="Group 666">
                <a:extLst>
                  <a:ext uri="{FF2B5EF4-FFF2-40B4-BE49-F238E27FC236}">
                    <a16:creationId xmlns:a16="http://schemas.microsoft.com/office/drawing/2014/main" id="{E488256B-5F4C-7240-9A3D-138A9D926AE6}"/>
                  </a:ext>
                </a:extLst>
              </p:cNvPr>
              <p:cNvGrpSpPr>
                <a:grpSpLocks/>
              </p:cNvGrpSpPr>
              <p:nvPr/>
            </p:nvGrpSpPr>
            <p:grpSpPr bwMode="auto">
              <a:xfrm>
                <a:off x="3061" y="2530"/>
                <a:ext cx="327" cy="81"/>
                <a:chOff x="2199" y="955"/>
                <a:chExt cx="2547" cy="506"/>
              </a:xfrm>
            </p:grpSpPr>
            <p:sp>
              <p:nvSpPr>
                <p:cNvPr id="660" name="Freeform 667">
                  <a:extLst>
                    <a:ext uri="{FF2B5EF4-FFF2-40B4-BE49-F238E27FC236}">
                      <a16:creationId xmlns:a16="http://schemas.microsoft.com/office/drawing/2014/main" id="{30264AAC-A818-2C48-908B-3E20162B48C5}"/>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1" name="Freeform 668">
                  <a:extLst>
                    <a:ext uri="{FF2B5EF4-FFF2-40B4-BE49-F238E27FC236}">
                      <a16:creationId xmlns:a16="http://schemas.microsoft.com/office/drawing/2014/main" id="{507FFE91-D066-EC44-8EE2-F5D3981A3A0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2" name="Freeform 669">
                  <a:extLst>
                    <a:ext uri="{FF2B5EF4-FFF2-40B4-BE49-F238E27FC236}">
                      <a16:creationId xmlns:a16="http://schemas.microsoft.com/office/drawing/2014/main" id="{57E92C77-54EE-0845-97FB-2FE89243BEB2}"/>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3" name="Freeform 670">
                  <a:extLst>
                    <a:ext uri="{FF2B5EF4-FFF2-40B4-BE49-F238E27FC236}">
                      <a16:creationId xmlns:a16="http://schemas.microsoft.com/office/drawing/2014/main" id="{889E7C82-E5D9-8043-8A50-F87E4DA42DD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4" name="Freeform 671">
                  <a:extLst>
                    <a:ext uri="{FF2B5EF4-FFF2-40B4-BE49-F238E27FC236}">
                      <a16:creationId xmlns:a16="http://schemas.microsoft.com/office/drawing/2014/main" id="{6EEB3AC9-B797-2E4E-B758-615021875545}"/>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5" name="Freeform 672">
                  <a:extLst>
                    <a:ext uri="{FF2B5EF4-FFF2-40B4-BE49-F238E27FC236}">
                      <a16:creationId xmlns:a16="http://schemas.microsoft.com/office/drawing/2014/main" id="{BF0B78D6-7D03-B248-8646-B7A4D8DB820C}"/>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636" name="Picture 673" descr="laptop_keyboard">
                <a:extLst>
                  <a:ext uri="{FF2B5EF4-FFF2-40B4-BE49-F238E27FC236}">
                    <a16:creationId xmlns:a16="http://schemas.microsoft.com/office/drawing/2014/main" id="{818E4316-ADEB-AE4B-A699-D416E1C587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37" name="Freeform 674">
                <a:extLst>
                  <a:ext uri="{FF2B5EF4-FFF2-40B4-BE49-F238E27FC236}">
                    <a16:creationId xmlns:a16="http://schemas.microsoft.com/office/drawing/2014/main" id="{A1178674-C6C6-D942-80CB-75C6BFD08668}"/>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638" name="Picture 675" descr="screen">
                <a:extLst>
                  <a:ext uri="{FF2B5EF4-FFF2-40B4-BE49-F238E27FC236}">
                    <a16:creationId xmlns:a16="http://schemas.microsoft.com/office/drawing/2014/main" id="{A7347B7E-CCF5-FF42-83C4-25E95D6DDD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39" name="Freeform 676">
                <a:extLst>
                  <a:ext uri="{FF2B5EF4-FFF2-40B4-BE49-F238E27FC236}">
                    <a16:creationId xmlns:a16="http://schemas.microsoft.com/office/drawing/2014/main" id="{00ECEF64-E8C8-4048-95B9-291C901D7767}"/>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0" name="Freeform 677">
                <a:extLst>
                  <a:ext uri="{FF2B5EF4-FFF2-40B4-BE49-F238E27FC236}">
                    <a16:creationId xmlns:a16="http://schemas.microsoft.com/office/drawing/2014/main" id="{0014A409-D9B4-A949-98B0-56F9722D9257}"/>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1" name="Freeform 678">
                <a:extLst>
                  <a:ext uri="{FF2B5EF4-FFF2-40B4-BE49-F238E27FC236}">
                    <a16:creationId xmlns:a16="http://schemas.microsoft.com/office/drawing/2014/main" id="{B32C60B6-03BE-AE4B-A8B2-253AD5DB67F4}"/>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2" name="Freeform 679">
                <a:extLst>
                  <a:ext uri="{FF2B5EF4-FFF2-40B4-BE49-F238E27FC236}">
                    <a16:creationId xmlns:a16="http://schemas.microsoft.com/office/drawing/2014/main" id="{B023ADC3-7539-F145-B52F-5ADE8AAA9E81}"/>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3" name="Freeform 680">
                <a:extLst>
                  <a:ext uri="{FF2B5EF4-FFF2-40B4-BE49-F238E27FC236}">
                    <a16:creationId xmlns:a16="http://schemas.microsoft.com/office/drawing/2014/main" id="{8DC2FD41-54FB-1B4E-AE8D-D4E49D45C290}"/>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4" name="Freeform 681">
                <a:extLst>
                  <a:ext uri="{FF2B5EF4-FFF2-40B4-BE49-F238E27FC236}">
                    <a16:creationId xmlns:a16="http://schemas.microsoft.com/office/drawing/2014/main" id="{135825F9-10E4-2C4A-A3EB-E3C7A18604C4}"/>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645" name="Group 682">
                <a:extLst>
                  <a:ext uri="{FF2B5EF4-FFF2-40B4-BE49-F238E27FC236}">
                    <a16:creationId xmlns:a16="http://schemas.microsoft.com/office/drawing/2014/main" id="{18B7D007-F2F8-2041-A3B3-4AAC42AC9D2B}"/>
                  </a:ext>
                </a:extLst>
              </p:cNvPr>
              <p:cNvGrpSpPr>
                <a:grpSpLocks/>
              </p:cNvGrpSpPr>
              <p:nvPr/>
            </p:nvGrpSpPr>
            <p:grpSpPr bwMode="auto">
              <a:xfrm>
                <a:off x="3186" y="2777"/>
                <a:ext cx="55" cy="24"/>
                <a:chOff x="1740" y="2642"/>
                <a:chExt cx="752" cy="327"/>
              </a:xfrm>
            </p:grpSpPr>
            <p:sp>
              <p:nvSpPr>
                <p:cNvPr id="654" name="Freeform 683">
                  <a:extLst>
                    <a:ext uri="{FF2B5EF4-FFF2-40B4-BE49-F238E27FC236}">
                      <a16:creationId xmlns:a16="http://schemas.microsoft.com/office/drawing/2014/main" id="{C9CDCED6-729A-B548-A704-978153940A91}"/>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5" name="Freeform 684">
                  <a:extLst>
                    <a:ext uri="{FF2B5EF4-FFF2-40B4-BE49-F238E27FC236}">
                      <a16:creationId xmlns:a16="http://schemas.microsoft.com/office/drawing/2014/main" id="{24052544-85C6-0C47-B814-CD736AF3FD0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6" name="Freeform 685">
                  <a:extLst>
                    <a:ext uri="{FF2B5EF4-FFF2-40B4-BE49-F238E27FC236}">
                      <a16:creationId xmlns:a16="http://schemas.microsoft.com/office/drawing/2014/main" id="{6294FE3C-811A-494B-A379-68E78C7B7B8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7" name="Freeform 686">
                  <a:extLst>
                    <a:ext uri="{FF2B5EF4-FFF2-40B4-BE49-F238E27FC236}">
                      <a16:creationId xmlns:a16="http://schemas.microsoft.com/office/drawing/2014/main" id="{14E79AE5-BBCC-114C-AF2F-57A092C70BC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8" name="Freeform 687">
                  <a:extLst>
                    <a:ext uri="{FF2B5EF4-FFF2-40B4-BE49-F238E27FC236}">
                      <a16:creationId xmlns:a16="http://schemas.microsoft.com/office/drawing/2014/main" id="{87C488F6-CAF2-4349-8DCB-F47AF6FC067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9" name="Freeform 688">
                  <a:extLst>
                    <a:ext uri="{FF2B5EF4-FFF2-40B4-BE49-F238E27FC236}">
                      <a16:creationId xmlns:a16="http://schemas.microsoft.com/office/drawing/2014/main" id="{F96E81D8-978B-5E49-94AC-C77AF2614BC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646" name="Freeform 689">
                <a:extLst>
                  <a:ext uri="{FF2B5EF4-FFF2-40B4-BE49-F238E27FC236}">
                    <a16:creationId xmlns:a16="http://schemas.microsoft.com/office/drawing/2014/main" id="{986E1BA8-56FE-2F4F-B3AB-0EA671F5EF65}"/>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7" name="Freeform 690">
                <a:extLst>
                  <a:ext uri="{FF2B5EF4-FFF2-40B4-BE49-F238E27FC236}">
                    <a16:creationId xmlns:a16="http://schemas.microsoft.com/office/drawing/2014/main" id="{032047D0-42E0-4B46-895E-03472FB4DB75}"/>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8" name="Freeform 691">
                <a:extLst>
                  <a:ext uri="{FF2B5EF4-FFF2-40B4-BE49-F238E27FC236}">
                    <a16:creationId xmlns:a16="http://schemas.microsoft.com/office/drawing/2014/main" id="{FA89F6A3-14E8-1E4F-88E9-66EE672BECD4}"/>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9" name="Freeform 692">
                <a:extLst>
                  <a:ext uri="{FF2B5EF4-FFF2-40B4-BE49-F238E27FC236}">
                    <a16:creationId xmlns:a16="http://schemas.microsoft.com/office/drawing/2014/main" id="{D515CEFC-F72A-2B4C-8178-A7F2D78AC87A}"/>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0" name="Freeform 693">
                <a:extLst>
                  <a:ext uri="{FF2B5EF4-FFF2-40B4-BE49-F238E27FC236}">
                    <a16:creationId xmlns:a16="http://schemas.microsoft.com/office/drawing/2014/main" id="{179531AD-F08A-C641-A873-F2E8AEE5E371}"/>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1" name="Freeform 694">
                <a:extLst>
                  <a:ext uri="{FF2B5EF4-FFF2-40B4-BE49-F238E27FC236}">
                    <a16:creationId xmlns:a16="http://schemas.microsoft.com/office/drawing/2014/main" id="{73AACF3A-FA16-9C4F-8B6F-B0A8B43B758C}"/>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2" name="Freeform 695">
                <a:extLst>
                  <a:ext uri="{FF2B5EF4-FFF2-40B4-BE49-F238E27FC236}">
                    <a16:creationId xmlns:a16="http://schemas.microsoft.com/office/drawing/2014/main" id="{15FD6D01-4885-FE49-9A11-07A76235F50B}"/>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3" name="Freeform 696">
                <a:extLst>
                  <a:ext uri="{FF2B5EF4-FFF2-40B4-BE49-F238E27FC236}">
                    <a16:creationId xmlns:a16="http://schemas.microsoft.com/office/drawing/2014/main" id="{84BBF509-8F69-EB4E-9420-AC49763190E0}"/>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grpSp>
        <p:nvGrpSpPr>
          <p:cNvPr id="5" name="Group 4">
            <a:extLst>
              <a:ext uri="{FF2B5EF4-FFF2-40B4-BE49-F238E27FC236}">
                <a16:creationId xmlns:a16="http://schemas.microsoft.com/office/drawing/2014/main" id="{A5F051E2-E1A7-9B47-915A-0156EEB4173B}"/>
              </a:ext>
            </a:extLst>
          </p:cNvPr>
          <p:cNvGrpSpPr/>
          <p:nvPr/>
        </p:nvGrpSpPr>
        <p:grpSpPr>
          <a:xfrm>
            <a:off x="1176517" y="4567121"/>
            <a:ext cx="1672254" cy="1938344"/>
            <a:chOff x="1176517" y="4567121"/>
            <a:chExt cx="1672254" cy="1938344"/>
          </a:xfrm>
        </p:grpSpPr>
        <p:sp>
          <p:nvSpPr>
            <p:cNvPr id="471" name="Text Box 5">
              <a:extLst>
                <a:ext uri="{FF2B5EF4-FFF2-40B4-BE49-F238E27FC236}">
                  <a16:creationId xmlns:a16="http://schemas.microsoft.com/office/drawing/2014/main" id="{2134EC04-C5E3-F242-90E6-F19A88A1D7C3}"/>
                </a:ext>
              </a:extLst>
            </p:cNvPr>
            <p:cNvSpPr txBox="1">
              <a:spLocks noChangeArrowheads="1"/>
            </p:cNvSpPr>
            <p:nvPr/>
          </p:nvSpPr>
          <p:spPr bwMode="auto">
            <a:xfrm>
              <a:off x="1176517" y="5992696"/>
              <a:ext cx="1672254" cy="512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wire (e.g.,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cabled Ethernet)</a:t>
              </a:r>
            </a:p>
          </p:txBody>
        </p:sp>
        <p:sp>
          <p:nvSpPr>
            <p:cNvPr id="475" name="Line 173">
              <a:extLst>
                <a:ext uri="{FF2B5EF4-FFF2-40B4-BE49-F238E27FC236}">
                  <a16:creationId xmlns:a16="http://schemas.microsoft.com/office/drawing/2014/main" id="{3F306567-9F2F-4149-9D30-2173B4370AE0}"/>
                </a:ext>
              </a:extLst>
            </p:cNvPr>
            <p:cNvSpPr>
              <a:spLocks noChangeShapeType="1"/>
            </p:cNvSpPr>
            <p:nvPr/>
          </p:nvSpPr>
          <p:spPr bwMode="auto">
            <a:xfrm flipH="1">
              <a:off x="1822938" y="4821121"/>
              <a:ext cx="466725" cy="890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476" name="Line 174">
              <a:extLst>
                <a:ext uri="{FF2B5EF4-FFF2-40B4-BE49-F238E27FC236}">
                  <a16:creationId xmlns:a16="http://schemas.microsoft.com/office/drawing/2014/main" id="{7FB886E9-9D2D-B64D-87A8-FC07C88CC051}"/>
                </a:ext>
              </a:extLst>
            </p:cNvPr>
            <p:cNvSpPr>
              <a:spLocks noChangeShapeType="1"/>
            </p:cNvSpPr>
            <p:nvPr/>
          </p:nvSpPr>
          <p:spPr bwMode="auto">
            <a:xfrm>
              <a:off x="1805475" y="5292608"/>
              <a:ext cx="242888"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477" name="Line 175">
              <a:extLst>
                <a:ext uri="{FF2B5EF4-FFF2-40B4-BE49-F238E27FC236}">
                  <a16:creationId xmlns:a16="http://schemas.microsoft.com/office/drawing/2014/main" id="{197F6785-17A4-034A-979B-B8B5BA4F83AF}"/>
                </a:ext>
              </a:extLst>
            </p:cNvPr>
            <p:cNvSpPr>
              <a:spLocks noChangeShapeType="1"/>
            </p:cNvSpPr>
            <p:nvPr/>
          </p:nvSpPr>
          <p:spPr bwMode="auto">
            <a:xfrm>
              <a:off x="1670538" y="5629158"/>
              <a:ext cx="190500"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478" name="Line 176">
              <a:extLst>
                <a:ext uri="{FF2B5EF4-FFF2-40B4-BE49-F238E27FC236}">
                  <a16:creationId xmlns:a16="http://schemas.microsoft.com/office/drawing/2014/main" id="{70DDD911-DBF3-7F4F-BF66-8853AA418134}"/>
                </a:ext>
              </a:extLst>
            </p:cNvPr>
            <p:cNvSpPr>
              <a:spLocks noChangeShapeType="1"/>
            </p:cNvSpPr>
            <p:nvPr/>
          </p:nvSpPr>
          <p:spPr bwMode="auto">
            <a:xfrm flipV="1">
              <a:off x="2115038" y="5152908"/>
              <a:ext cx="177800" cy="793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26" name="Line 434">
              <a:extLst>
                <a:ext uri="{FF2B5EF4-FFF2-40B4-BE49-F238E27FC236}">
                  <a16:creationId xmlns:a16="http://schemas.microsoft.com/office/drawing/2014/main" id="{13E4667A-1C98-C742-9515-44695E1E26FC}"/>
                </a:ext>
              </a:extLst>
            </p:cNvPr>
            <p:cNvSpPr>
              <a:spLocks noChangeShapeType="1"/>
            </p:cNvSpPr>
            <p:nvPr/>
          </p:nvSpPr>
          <p:spPr bwMode="auto">
            <a:xfrm>
              <a:off x="1986450" y="4925896"/>
              <a:ext cx="242888" cy="1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27" name="Line 435">
              <a:extLst>
                <a:ext uri="{FF2B5EF4-FFF2-40B4-BE49-F238E27FC236}">
                  <a16:creationId xmlns:a16="http://schemas.microsoft.com/office/drawing/2014/main" id="{3AE8AA7B-1112-3E4B-9C21-6CE3F67CF723}"/>
                </a:ext>
              </a:extLst>
            </p:cNvPr>
            <p:cNvSpPr>
              <a:spLocks noChangeShapeType="1"/>
            </p:cNvSpPr>
            <p:nvPr/>
          </p:nvSpPr>
          <p:spPr bwMode="auto">
            <a:xfrm>
              <a:off x="1986450" y="4925896"/>
              <a:ext cx="242888" cy="1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28" name="Line 436">
              <a:extLst>
                <a:ext uri="{FF2B5EF4-FFF2-40B4-BE49-F238E27FC236}">
                  <a16:creationId xmlns:a16="http://schemas.microsoft.com/office/drawing/2014/main" id="{84E2754A-286E-2643-AF6C-06B6ED5706C1}"/>
                </a:ext>
              </a:extLst>
            </p:cNvPr>
            <p:cNvSpPr>
              <a:spLocks noChangeShapeType="1"/>
            </p:cNvSpPr>
            <p:nvPr/>
          </p:nvSpPr>
          <p:spPr bwMode="auto">
            <a:xfrm>
              <a:off x="1918188" y="5562483"/>
              <a:ext cx="190500"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529" name="Group 506">
              <a:extLst>
                <a:ext uri="{FF2B5EF4-FFF2-40B4-BE49-F238E27FC236}">
                  <a16:creationId xmlns:a16="http://schemas.microsoft.com/office/drawing/2014/main" id="{B79DFA91-6DD1-6946-BCA6-B60B73F4E799}"/>
                </a:ext>
              </a:extLst>
            </p:cNvPr>
            <p:cNvGrpSpPr>
              <a:grpSpLocks/>
            </p:cNvGrpSpPr>
            <p:nvPr/>
          </p:nvGrpSpPr>
          <p:grpSpPr bwMode="auto">
            <a:xfrm flipH="1">
              <a:off x="1256200" y="5438658"/>
              <a:ext cx="501650" cy="512763"/>
              <a:chOff x="2839" y="3501"/>
              <a:chExt cx="755" cy="803"/>
            </a:xfrm>
          </p:grpSpPr>
          <p:pic>
            <p:nvPicPr>
              <p:cNvPr id="530" name="Picture 507" descr="desktop_computer_stylized_medium">
                <a:extLst>
                  <a:ext uri="{FF2B5EF4-FFF2-40B4-BE49-F238E27FC236}">
                    <a16:creationId xmlns:a16="http://schemas.microsoft.com/office/drawing/2014/main" id="{B7D871EE-D530-A84C-85C8-4DC1EB0A9C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1" name="Freeform 508">
                <a:extLst>
                  <a:ext uri="{FF2B5EF4-FFF2-40B4-BE49-F238E27FC236}">
                    <a16:creationId xmlns:a16="http://schemas.microsoft.com/office/drawing/2014/main" id="{9D5575BC-5BD2-FE4A-9414-7BAB3B8D409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66" name="Group 699">
              <a:extLst>
                <a:ext uri="{FF2B5EF4-FFF2-40B4-BE49-F238E27FC236}">
                  <a16:creationId xmlns:a16="http://schemas.microsoft.com/office/drawing/2014/main" id="{02B4AC8E-378E-3547-A03F-EB9A037CC599}"/>
                </a:ext>
              </a:extLst>
            </p:cNvPr>
            <p:cNvGrpSpPr>
              <a:grpSpLocks/>
            </p:cNvGrpSpPr>
            <p:nvPr/>
          </p:nvGrpSpPr>
          <p:grpSpPr bwMode="auto">
            <a:xfrm flipH="1">
              <a:off x="1410188" y="4994158"/>
              <a:ext cx="501650" cy="512763"/>
              <a:chOff x="2839" y="3501"/>
              <a:chExt cx="755" cy="803"/>
            </a:xfrm>
          </p:grpSpPr>
          <p:pic>
            <p:nvPicPr>
              <p:cNvPr id="667" name="Picture 700" descr="desktop_computer_stylized_medium">
                <a:extLst>
                  <a:ext uri="{FF2B5EF4-FFF2-40B4-BE49-F238E27FC236}">
                    <a16:creationId xmlns:a16="http://schemas.microsoft.com/office/drawing/2014/main" id="{71724573-60B3-124B-B985-CADFBB1B25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8" name="Freeform 701">
                <a:extLst>
                  <a:ext uri="{FF2B5EF4-FFF2-40B4-BE49-F238E27FC236}">
                    <a16:creationId xmlns:a16="http://schemas.microsoft.com/office/drawing/2014/main" id="{E65649AC-8FC0-F443-9BCF-46161D9931F5}"/>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69" name="Group 702">
              <a:extLst>
                <a:ext uri="{FF2B5EF4-FFF2-40B4-BE49-F238E27FC236}">
                  <a16:creationId xmlns:a16="http://schemas.microsoft.com/office/drawing/2014/main" id="{193A9924-4D79-4547-A4DE-2DF0DB24940C}"/>
                </a:ext>
              </a:extLst>
            </p:cNvPr>
            <p:cNvGrpSpPr>
              <a:grpSpLocks/>
            </p:cNvGrpSpPr>
            <p:nvPr/>
          </p:nvGrpSpPr>
          <p:grpSpPr bwMode="auto">
            <a:xfrm flipH="1">
              <a:off x="1561000" y="4567121"/>
              <a:ext cx="501650" cy="512762"/>
              <a:chOff x="2839" y="3501"/>
              <a:chExt cx="755" cy="803"/>
            </a:xfrm>
          </p:grpSpPr>
          <p:pic>
            <p:nvPicPr>
              <p:cNvPr id="670" name="Picture 703" descr="desktop_computer_stylized_medium">
                <a:extLst>
                  <a:ext uri="{FF2B5EF4-FFF2-40B4-BE49-F238E27FC236}">
                    <a16:creationId xmlns:a16="http://schemas.microsoft.com/office/drawing/2014/main" id="{C8CA1A81-D304-424F-87F7-FEE71560CB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71" name="Freeform 704">
                <a:extLst>
                  <a:ext uri="{FF2B5EF4-FFF2-40B4-BE49-F238E27FC236}">
                    <a16:creationId xmlns:a16="http://schemas.microsoft.com/office/drawing/2014/main" id="{A593126A-F019-4948-B6F9-9F0BBDC1238B}"/>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72" name="Group 705">
              <a:extLst>
                <a:ext uri="{FF2B5EF4-FFF2-40B4-BE49-F238E27FC236}">
                  <a16:creationId xmlns:a16="http://schemas.microsoft.com/office/drawing/2014/main" id="{782ACF55-310A-7742-B762-459ADBC589A6}"/>
                </a:ext>
              </a:extLst>
            </p:cNvPr>
            <p:cNvGrpSpPr>
              <a:grpSpLocks/>
            </p:cNvGrpSpPr>
            <p:nvPr/>
          </p:nvGrpSpPr>
          <p:grpSpPr bwMode="auto">
            <a:xfrm>
              <a:off x="2234100" y="4954471"/>
              <a:ext cx="501650" cy="512762"/>
              <a:chOff x="2839" y="3501"/>
              <a:chExt cx="755" cy="803"/>
            </a:xfrm>
          </p:grpSpPr>
          <p:pic>
            <p:nvPicPr>
              <p:cNvPr id="673" name="Picture 706" descr="desktop_computer_stylized_medium">
                <a:extLst>
                  <a:ext uri="{FF2B5EF4-FFF2-40B4-BE49-F238E27FC236}">
                    <a16:creationId xmlns:a16="http://schemas.microsoft.com/office/drawing/2014/main" id="{B4D37DEA-5391-6A48-B22B-C5003F10CD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74" name="Freeform 707">
                <a:extLst>
                  <a:ext uri="{FF2B5EF4-FFF2-40B4-BE49-F238E27FC236}">
                    <a16:creationId xmlns:a16="http://schemas.microsoft.com/office/drawing/2014/main" id="{3BF185DB-3612-4349-821B-4CFDFD5386C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75" name="Group 708">
              <a:extLst>
                <a:ext uri="{FF2B5EF4-FFF2-40B4-BE49-F238E27FC236}">
                  <a16:creationId xmlns:a16="http://schemas.microsoft.com/office/drawing/2014/main" id="{97B144E7-A54B-CA4C-B04F-A2F25E986C27}"/>
                </a:ext>
              </a:extLst>
            </p:cNvPr>
            <p:cNvGrpSpPr>
              <a:grpSpLocks/>
            </p:cNvGrpSpPr>
            <p:nvPr/>
          </p:nvGrpSpPr>
          <p:grpSpPr bwMode="auto">
            <a:xfrm>
              <a:off x="2035663" y="5394208"/>
              <a:ext cx="501650" cy="512763"/>
              <a:chOff x="2839" y="3501"/>
              <a:chExt cx="755" cy="803"/>
            </a:xfrm>
          </p:grpSpPr>
          <p:pic>
            <p:nvPicPr>
              <p:cNvPr id="676" name="Picture 709" descr="desktop_computer_stylized_medium">
                <a:extLst>
                  <a:ext uri="{FF2B5EF4-FFF2-40B4-BE49-F238E27FC236}">
                    <a16:creationId xmlns:a16="http://schemas.microsoft.com/office/drawing/2014/main" id="{BC4923DF-E580-E043-87E0-54FA60E4EC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77" name="Freeform 710">
                <a:extLst>
                  <a:ext uri="{FF2B5EF4-FFF2-40B4-BE49-F238E27FC236}">
                    <a16:creationId xmlns:a16="http://schemas.microsoft.com/office/drawing/2014/main" id="{42EC1204-645A-4842-92FE-2F13DBC97D5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grpSp>
        <p:nvGrpSpPr>
          <p:cNvPr id="9" name="Group 8">
            <a:extLst>
              <a:ext uri="{FF2B5EF4-FFF2-40B4-BE49-F238E27FC236}">
                <a16:creationId xmlns:a16="http://schemas.microsoft.com/office/drawing/2014/main" id="{36288C4E-3C37-1146-A254-7DBA7BE1413F}"/>
              </a:ext>
            </a:extLst>
          </p:cNvPr>
          <p:cNvGrpSpPr/>
          <p:nvPr/>
        </p:nvGrpSpPr>
        <p:grpSpPr>
          <a:xfrm>
            <a:off x="3362860" y="4737374"/>
            <a:ext cx="1951525" cy="1657756"/>
            <a:chOff x="3021501" y="4737811"/>
            <a:chExt cx="1951525" cy="1657756"/>
          </a:xfrm>
        </p:grpSpPr>
        <p:grpSp>
          <p:nvGrpSpPr>
            <p:cNvPr id="3" name="Group 2">
              <a:extLst>
                <a:ext uri="{FF2B5EF4-FFF2-40B4-BE49-F238E27FC236}">
                  <a16:creationId xmlns:a16="http://schemas.microsoft.com/office/drawing/2014/main" id="{E337CC03-6B75-DD4E-AEF4-E8B1E9874303}"/>
                </a:ext>
              </a:extLst>
            </p:cNvPr>
            <p:cNvGrpSpPr/>
            <p:nvPr/>
          </p:nvGrpSpPr>
          <p:grpSpPr>
            <a:xfrm>
              <a:off x="3021501" y="4737811"/>
              <a:ext cx="1951525" cy="1263172"/>
              <a:chOff x="7891681" y="3099042"/>
              <a:chExt cx="2342453" cy="1569939"/>
            </a:xfrm>
          </p:grpSpPr>
          <p:sp>
            <p:nvSpPr>
              <p:cNvPr id="678" name="Oval 800">
                <a:extLst>
                  <a:ext uri="{FF2B5EF4-FFF2-40B4-BE49-F238E27FC236}">
                    <a16:creationId xmlns:a16="http://schemas.microsoft.com/office/drawing/2014/main" id="{10688176-2675-9F46-B6CD-4D634B244B85}"/>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endParaRPr>
              </a:p>
            </p:txBody>
          </p:sp>
          <p:grpSp>
            <p:nvGrpSpPr>
              <p:cNvPr id="679" name="Group 817">
                <a:extLst>
                  <a:ext uri="{FF2B5EF4-FFF2-40B4-BE49-F238E27FC236}">
                    <a16:creationId xmlns:a16="http://schemas.microsoft.com/office/drawing/2014/main" id="{3894D620-6D9E-8346-8516-F7389ED026FC}"/>
                  </a:ext>
                </a:extLst>
              </p:cNvPr>
              <p:cNvGrpSpPr>
                <a:grpSpLocks/>
              </p:cNvGrpSpPr>
              <p:nvPr/>
            </p:nvGrpSpPr>
            <p:grpSpPr bwMode="auto">
              <a:xfrm>
                <a:off x="9022376" y="3275911"/>
                <a:ext cx="615031" cy="694531"/>
                <a:chOff x="2920" y="1424"/>
                <a:chExt cx="326" cy="320"/>
              </a:xfrm>
            </p:grpSpPr>
            <p:sp>
              <p:nvSpPr>
                <p:cNvPr id="680" name="Oval 818">
                  <a:extLst>
                    <a:ext uri="{FF2B5EF4-FFF2-40B4-BE49-F238E27FC236}">
                      <a16:creationId xmlns:a16="http://schemas.microsoft.com/office/drawing/2014/main" id="{11052586-B35E-DD4B-8AEC-F4861D0C9866}"/>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nvGrpSpPr>
                <p:cNvPr id="681" name="Group 819">
                  <a:extLst>
                    <a:ext uri="{FF2B5EF4-FFF2-40B4-BE49-F238E27FC236}">
                      <a16:creationId xmlns:a16="http://schemas.microsoft.com/office/drawing/2014/main" id="{ECD32DC1-931D-D54F-8659-4C948098C664}"/>
                    </a:ext>
                  </a:extLst>
                </p:cNvPr>
                <p:cNvGrpSpPr>
                  <a:grpSpLocks/>
                </p:cNvGrpSpPr>
                <p:nvPr/>
              </p:nvGrpSpPr>
              <p:grpSpPr bwMode="auto">
                <a:xfrm>
                  <a:off x="2949" y="1424"/>
                  <a:ext cx="265" cy="280"/>
                  <a:chOff x="2949" y="1424"/>
                  <a:chExt cx="265" cy="280"/>
                </a:xfrm>
              </p:grpSpPr>
              <p:sp>
                <p:nvSpPr>
                  <p:cNvPr id="683" name="Oval 820">
                    <a:extLst>
                      <a:ext uri="{FF2B5EF4-FFF2-40B4-BE49-F238E27FC236}">
                        <a16:creationId xmlns:a16="http://schemas.microsoft.com/office/drawing/2014/main" id="{3304D76E-6F1B-7745-A3CB-304D98B35642}"/>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84" name="Oval 821">
                    <a:extLst>
                      <a:ext uri="{FF2B5EF4-FFF2-40B4-BE49-F238E27FC236}">
                        <a16:creationId xmlns:a16="http://schemas.microsoft.com/office/drawing/2014/main" id="{74755B4A-1CD5-5744-9D5B-A2B52FF8D484}"/>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85" name="Oval 822">
                    <a:extLst>
                      <a:ext uri="{FF2B5EF4-FFF2-40B4-BE49-F238E27FC236}">
                        <a16:creationId xmlns:a16="http://schemas.microsoft.com/office/drawing/2014/main" id="{4C9ED777-1C5F-D14C-85A1-B0DD4AB517DA}"/>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86" name="Oval 823">
                    <a:extLst>
                      <a:ext uri="{FF2B5EF4-FFF2-40B4-BE49-F238E27FC236}">
                        <a16:creationId xmlns:a16="http://schemas.microsoft.com/office/drawing/2014/main" id="{31AB0A7A-58BA-3043-BD5D-31AC5EB274F6}"/>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87" name="Freeform 824">
                    <a:extLst>
                      <a:ext uri="{FF2B5EF4-FFF2-40B4-BE49-F238E27FC236}">
                        <a16:creationId xmlns:a16="http://schemas.microsoft.com/office/drawing/2014/main" id="{259CA958-5773-B14D-898D-D3612E11BDAB}"/>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sp>
              <p:nvSpPr>
                <p:cNvPr id="682" name="Freeform 825">
                  <a:extLst>
                    <a:ext uri="{FF2B5EF4-FFF2-40B4-BE49-F238E27FC236}">
                      <a16:creationId xmlns:a16="http://schemas.microsoft.com/office/drawing/2014/main" id="{07C15FD6-3BA5-3648-9F8B-5D0B7E898EB4}"/>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688" name="Group 783">
                <a:extLst>
                  <a:ext uri="{FF2B5EF4-FFF2-40B4-BE49-F238E27FC236}">
                    <a16:creationId xmlns:a16="http://schemas.microsoft.com/office/drawing/2014/main" id="{0710E690-D315-AD40-8470-BF130355A783}"/>
                  </a:ext>
                </a:extLst>
              </p:cNvPr>
              <p:cNvGrpSpPr>
                <a:grpSpLocks/>
              </p:cNvGrpSpPr>
              <p:nvPr/>
            </p:nvGrpSpPr>
            <p:grpSpPr bwMode="auto">
              <a:xfrm>
                <a:off x="9122147" y="3619386"/>
                <a:ext cx="393690" cy="1049595"/>
                <a:chOff x="3130" y="3288"/>
                <a:chExt cx="410" cy="742"/>
              </a:xfrm>
            </p:grpSpPr>
            <p:sp>
              <p:nvSpPr>
                <p:cNvPr id="689" name="Line 270">
                  <a:extLst>
                    <a:ext uri="{FF2B5EF4-FFF2-40B4-BE49-F238E27FC236}">
                      <a16:creationId xmlns:a16="http://schemas.microsoft.com/office/drawing/2014/main" id="{04149AE5-43DA-3047-BFDC-5CFB5846267E}"/>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0" name="Line 271">
                  <a:extLst>
                    <a:ext uri="{FF2B5EF4-FFF2-40B4-BE49-F238E27FC236}">
                      <a16:creationId xmlns:a16="http://schemas.microsoft.com/office/drawing/2014/main" id="{6338FFA1-2B24-C444-8D8F-3277B2D87F6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1" name="Line 272">
                  <a:extLst>
                    <a:ext uri="{FF2B5EF4-FFF2-40B4-BE49-F238E27FC236}">
                      <a16:creationId xmlns:a16="http://schemas.microsoft.com/office/drawing/2014/main" id="{C56657E2-C2C8-D445-8165-8F85452492B5}"/>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2" name="Line 273">
                  <a:extLst>
                    <a:ext uri="{FF2B5EF4-FFF2-40B4-BE49-F238E27FC236}">
                      <a16:creationId xmlns:a16="http://schemas.microsoft.com/office/drawing/2014/main" id="{B7B82588-44BD-2D40-AFBE-88A049E7C2B5}"/>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3" name="Line 274">
                  <a:extLst>
                    <a:ext uri="{FF2B5EF4-FFF2-40B4-BE49-F238E27FC236}">
                      <a16:creationId xmlns:a16="http://schemas.microsoft.com/office/drawing/2014/main" id="{B49C6B4C-26A6-464B-A658-C25BD053BD52}"/>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4" name="Line 275">
                  <a:extLst>
                    <a:ext uri="{FF2B5EF4-FFF2-40B4-BE49-F238E27FC236}">
                      <a16:creationId xmlns:a16="http://schemas.microsoft.com/office/drawing/2014/main" id="{9DEE2C80-A67F-BC44-917A-FAEB31A8FDE6}"/>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5" name="Line 276">
                  <a:extLst>
                    <a:ext uri="{FF2B5EF4-FFF2-40B4-BE49-F238E27FC236}">
                      <a16:creationId xmlns:a16="http://schemas.microsoft.com/office/drawing/2014/main" id="{5A46DA7F-F265-CB4C-A51D-41A95E0B2DB9}"/>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6" name="Line 277">
                  <a:extLst>
                    <a:ext uri="{FF2B5EF4-FFF2-40B4-BE49-F238E27FC236}">
                      <a16:creationId xmlns:a16="http://schemas.microsoft.com/office/drawing/2014/main" id="{593E4D81-9E83-E74D-8F06-058D326BB954}"/>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7" name="Line 278">
                  <a:extLst>
                    <a:ext uri="{FF2B5EF4-FFF2-40B4-BE49-F238E27FC236}">
                      <a16:creationId xmlns:a16="http://schemas.microsoft.com/office/drawing/2014/main" id="{19A8EFE0-C98F-E44D-993F-B51434E6A071}"/>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8" name="Line 279">
                  <a:extLst>
                    <a:ext uri="{FF2B5EF4-FFF2-40B4-BE49-F238E27FC236}">
                      <a16:creationId xmlns:a16="http://schemas.microsoft.com/office/drawing/2014/main" id="{B0DE46EE-854B-7449-A982-B3A715EBF3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9" name="Line 280">
                  <a:extLst>
                    <a:ext uri="{FF2B5EF4-FFF2-40B4-BE49-F238E27FC236}">
                      <a16:creationId xmlns:a16="http://schemas.microsoft.com/office/drawing/2014/main" id="{13490F49-1356-1849-AFBC-6C97EFE1E65A}"/>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0" name="Line 281">
                  <a:extLst>
                    <a:ext uri="{FF2B5EF4-FFF2-40B4-BE49-F238E27FC236}">
                      <a16:creationId xmlns:a16="http://schemas.microsoft.com/office/drawing/2014/main" id="{03009224-D46D-E74D-B16C-6D0BBBCFB775}"/>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1" name="Line 282">
                  <a:extLst>
                    <a:ext uri="{FF2B5EF4-FFF2-40B4-BE49-F238E27FC236}">
                      <a16:creationId xmlns:a16="http://schemas.microsoft.com/office/drawing/2014/main" id="{195799B9-BB33-BC4E-BA89-837E62925CA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2" name="Line 283">
                  <a:extLst>
                    <a:ext uri="{FF2B5EF4-FFF2-40B4-BE49-F238E27FC236}">
                      <a16:creationId xmlns:a16="http://schemas.microsoft.com/office/drawing/2014/main" id="{5617F8DF-F9E1-5043-8A1C-F0FA02039F29}"/>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3" name="Line 284">
                  <a:extLst>
                    <a:ext uri="{FF2B5EF4-FFF2-40B4-BE49-F238E27FC236}">
                      <a16:creationId xmlns:a16="http://schemas.microsoft.com/office/drawing/2014/main" id="{A0BBBAC8-FD74-EF44-A13C-105333752927}"/>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704" name="Group 703">
                <a:extLst>
                  <a:ext uri="{FF2B5EF4-FFF2-40B4-BE49-F238E27FC236}">
                    <a16:creationId xmlns:a16="http://schemas.microsoft.com/office/drawing/2014/main" id="{42EB9871-56EA-2341-96EB-5728B4E754D6}"/>
                  </a:ext>
                </a:extLst>
              </p:cNvPr>
              <p:cNvGrpSpPr/>
              <p:nvPr/>
            </p:nvGrpSpPr>
            <p:grpSpPr>
              <a:xfrm>
                <a:off x="8405402" y="3099042"/>
                <a:ext cx="527285" cy="593983"/>
                <a:chOff x="8328836" y="2202873"/>
                <a:chExt cx="527285" cy="593983"/>
              </a:xfrm>
            </p:grpSpPr>
            <p:pic>
              <p:nvPicPr>
                <p:cNvPr id="705" name="Picture 653" descr="iphone_stylized_small">
                  <a:extLst>
                    <a:ext uri="{FF2B5EF4-FFF2-40B4-BE49-F238E27FC236}">
                      <a16:creationId xmlns:a16="http://schemas.microsoft.com/office/drawing/2014/main" id="{3B41EE83-D29B-9B4A-9E7E-CDC2C57381F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06" name="Group 850">
                  <a:extLst>
                    <a:ext uri="{FF2B5EF4-FFF2-40B4-BE49-F238E27FC236}">
                      <a16:creationId xmlns:a16="http://schemas.microsoft.com/office/drawing/2014/main" id="{A2B15487-5874-8E4F-A2D2-3B4F8B949D8A}"/>
                    </a:ext>
                  </a:extLst>
                </p:cNvPr>
                <p:cNvGrpSpPr>
                  <a:grpSpLocks/>
                </p:cNvGrpSpPr>
                <p:nvPr/>
              </p:nvGrpSpPr>
              <p:grpSpPr bwMode="auto">
                <a:xfrm>
                  <a:off x="8328836" y="2202873"/>
                  <a:ext cx="527285" cy="118466"/>
                  <a:chOff x="2199" y="955"/>
                  <a:chExt cx="2547" cy="506"/>
                </a:xfrm>
              </p:grpSpPr>
              <p:sp>
                <p:nvSpPr>
                  <p:cNvPr id="707" name="Freeform 851">
                    <a:extLst>
                      <a:ext uri="{FF2B5EF4-FFF2-40B4-BE49-F238E27FC236}">
                        <a16:creationId xmlns:a16="http://schemas.microsoft.com/office/drawing/2014/main" id="{F198C428-7BD3-9547-B5FE-EC2B2E4B3FD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8" name="Freeform 852">
                    <a:extLst>
                      <a:ext uri="{FF2B5EF4-FFF2-40B4-BE49-F238E27FC236}">
                        <a16:creationId xmlns:a16="http://schemas.microsoft.com/office/drawing/2014/main" id="{2BF34BB6-4817-E041-B51A-FF030BD85DA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9" name="Freeform 853">
                    <a:extLst>
                      <a:ext uri="{FF2B5EF4-FFF2-40B4-BE49-F238E27FC236}">
                        <a16:creationId xmlns:a16="http://schemas.microsoft.com/office/drawing/2014/main" id="{1F12D98B-9D91-2C4A-9A60-79ED30FF4BE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0" name="Freeform 854">
                    <a:extLst>
                      <a:ext uri="{FF2B5EF4-FFF2-40B4-BE49-F238E27FC236}">
                        <a16:creationId xmlns:a16="http://schemas.microsoft.com/office/drawing/2014/main" id="{9DF11EBC-0004-A948-BFDC-FDE61D97F75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1" name="Freeform 855">
                    <a:extLst>
                      <a:ext uri="{FF2B5EF4-FFF2-40B4-BE49-F238E27FC236}">
                        <a16:creationId xmlns:a16="http://schemas.microsoft.com/office/drawing/2014/main" id="{E7293A64-2C3C-9646-B157-AA28AC5BA849}"/>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2" name="Freeform 856">
                    <a:extLst>
                      <a:ext uri="{FF2B5EF4-FFF2-40B4-BE49-F238E27FC236}">
                        <a16:creationId xmlns:a16="http://schemas.microsoft.com/office/drawing/2014/main" id="{3F0646E8-B992-F84E-AF32-0F3C879615B9}"/>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grpSp>
            <p:nvGrpSpPr>
              <p:cNvPr id="713" name="Group 712">
                <a:extLst>
                  <a:ext uri="{FF2B5EF4-FFF2-40B4-BE49-F238E27FC236}">
                    <a16:creationId xmlns:a16="http://schemas.microsoft.com/office/drawing/2014/main" id="{A5689340-E6EB-1E4C-B299-F2EC3B1CDBCC}"/>
                  </a:ext>
                </a:extLst>
              </p:cNvPr>
              <p:cNvGrpSpPr/>
              <p:nvPr/>
            </p:nvGrpSpPr>
            <p:grpSpPr>
              <a:xfrm>
                <a:off x="7891681" y="4024818"/>
                <a:ext cx="1120341" cy="347863"/>
                <a:chOff x="9561515" y="2748013"/>
                <a:chExt cx="1120341" cy="347863"/>
              </a:xfrm>
            </p:grpSpPr>
            <p:pic>
              <p:nvPicPr>
                <p:cNvPr id="714" name="Picture 603" descr="car_icon_small">
                  <a:extLst>
                    <a:ext uri="{FF2B5EF4-FFF2-40B4-BE49-F238E27FC236}">
                      <a16:creationId xmlns:a16="http://schemas.microsoft.com/office/drawing/2014/main" id="{64B67A9E-AD4C-A44D-8D74-4BA4FA5BC48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 name="Group 850">
                  <a:extLst>
                    <a:ext uri="{FF2B5EF4-FFF2-40B4-BE49-F238E27FC236}">
                      <a16:creationId xmlns:a16="http://schemas.microsoft.com/office/drawing/2014/main" id="{84052C40-E105-A342-89B4-BDF61A2D5A5E}"/>
                    </a:ext>
                  </a:extLst>
                </p:cNvPr>
                <p:cNvGrpSpPr>
                  <a:grpSpLocks/>
                </p:cNvGrpSpPr>
                <p:nvPr/>
              </p:nvGrpSpPr>
              <p:grpSpPr bwMode="auto">
                <a:xfrm>
                  <a:off x="9788587" y="2748013"/>
                  <a:ext cx="527285" cy="118466"/>
                  <a:chOff x="2199" y="955"/>
                  <a:chExt cx="2547" cy="506"/>
                </a:xfrm>
              </p:grpSpPr>
              <p:sp>
                <p:nvSpPr>
                  <p:cNvPr id="717" name="Freeform 851">
                    <a:extLst>
                      <a:ext uri="{FF2B5EF4-FFF2-40B4-BE49-F238E27FC236}">
                        <a16:creationId xmlns:a16="http://schemas.microsoft.com/office/drawing/2014/main" id="{0BA44966-8A4E-BB43-959B-A59F35AB557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8" name="Freeform 852">
                    <a:extLst>
                      <a:ext uri="{FF2B5EF4-FFF2-40B4-BE49-F238E27FC236}">
                        <a16:creationId xmlns:a16="http://schemas.microsoft.com/office/drawing/2014/main" id="{5DC04172-F777-E646-93C2-4CDF96DA880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9" name="Freeform 853">
                    <a:extLst>
                      <a:ext uri="{FF2B5EF4-FFF2-40B4-BE49-F238E27FC236}">
                        <a16:creationId xmlns:a16="http://schemas.microsoft.com/office/drawing/2014/main" id="{A55970CF-BAEF-CD49-9BCE-C69AB8A5C4B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0" name="Freeform 854">
                    <a:extLst>
                      <a:ext uri="{FF2B5EF4-FFF2-40B4-BE49-F238E27FC236}">
                        <a16:creationId xmlns:a16="http://schemas.microsoft.com/office/drawing/2014/main" id="{2986E248-F171-5D48-8739-D2298CCA87A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1" name="Freeform 855">
                    <a:extLst>
                      <a:ext uri="{FF2B5EF4-FFF2-40B4-BE49-F238E27FC236}">
                        <a16:creationId xmlns:a16="http://schemas.microsoft.com/office/drawing/2014/main" id="{49F0B7F7-B410-9C43-9C2A-1B8B7525926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2" name="Freeform 856">
                    <a:extLst>
                      <a:ext uri="{FF2B5EF4-FFF2-40B4-BE49-F238E27FC236}">
                        <a16:creationId xmlns:a16="http://schemas.microsoft.com/office/drawing/2014/main" id="{287FBEA2-91A4-594C-9875-9EB64B31048E}"/>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cxnSp>
              <p:nvCxnSpPr>
                <p:cNvPr id="716" name="Straight Connector 715">
                  <a:extLst>
                    <a:ext uri="{FF2B5EF4-FFF2-40B4-BE49-F238E27FC236}">
                      <a16:creationId xmlns:a16="http://schemas.microsoft.com/office/drawing/2014/main" id="{00CD8070-E312-CE4E-9330-AF9220DB94C1}"/>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3" name="Group 722">
                <a:extLst>
                  <a:ext uri="{FF2B5EF4-FFF2-40B4-BE49-F238E27FC236}">
                    <a16:creationId xmlns:a16="http://schemas.microsoft.com/office/drawing/2014/main" id="{7270D670-9717-4947-8A8A-E81A05A4A5CB}"/>
                  </a:ext>
                </a:extLst>
              </p:cNvPr>
              <p:cNvGrpSpPr/>
              <p:nvPr/>
            </p:nvGrpSpPr>
            <p:grpSpPr>
              <a:xfrm>
                <a:off x="9731765" y="3463179"/>
                <a:ext cx="502369" cy="512348"/>
                <a:chOff x="7341491" y="2307905"/>
                <a:chExt cx="509280" cy="439573"/>
              </a:xfrm>
            </p:grpSpPr>
            <p:grpSp>
              <p:nvGrpSpPr>
                <p:cNvPr id="724" name="Group 723">
                  <a:extLst>
                    <a:ext uri="{FF2B5EF4-FFF2-40B4-BE49-F238E27FC236}">
                      <a16:creationId xmlns:a16="http://schemas.microsoft.com/office/drawing/2014/main" id="{46A2D8F1-7677-BA43-8C79-F92B915BC035}"/>
                    </a:ext>
                  </a:extLst>
                </p:cNvPr>
                <p:cNvGrpSpPr/>
                <p:nvPr/>
              </p:nvGrpSpPr>
              <p:grpSpPr>
                <a:xfrm>
                  <a:off x="7341491" y="2426725"/>
                  <a:ext cx="509280" cy="320753"/>
                  <a:chOff x="7458407" y="2414528"/>
                  <a:chExt cx="509280" cy="320753"/>
                </a:xfrm>
              </p:grpSpPr>
              <p:pic>
                <p:nvPicPr>
                  <p:cNvPr id="733" name="Picture 1018" descr="laptop_keyboard">
                    <a:extLst>
                      <a:ext uri="{FF2B5EF4-FFF2-40B4-BE49-F238E27FC236}">
                        <a16:creationId xmlns:a16="http://schemas.microsoft.com/office/drawing/2014/main" id="{0213EE88-DBCD-E942-AE09-77E4A5369EA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4" name="Freeform 1019">
                    <a:extLst>
                      <a:ext uri="{FF2B5EF4-FFF2-40B4-BE49-F238E27FC236}">
                        <a16:creationId xmlns:a16="http://schemas.microsoft.com/office/drawing/2014/main" id="{1AB1E013-5334-2443-B3EA-0ADF9CDA97C6}"/>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pic>
                <p:nvPicPr>
                  <p:cNvPr id="735" name="Picture 1020" descr="screen">
                    <a:extLst>
                      <a:ext uri="{FF2B5EF4-FFF2-40B4-BE49-F238E27FC236}">
                        <a16:creationId xmlns:a16="http://schemas.microsoft.com/office/drawing/2014/main" id="{8E8FB868-F15A-354D-8A94-F6162964A28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6" name="Freeform 1021">
                    <a:extLst>
                      <a:ext uri="{FF2B5EF4-FFF2-40B4-BE49-F238E27FC236}">
                        <a16:creationId xmlns:a16="http://schemas.microsoft.com/office/drawing/2014/main" id="{808AD4A9-7969-A440-AF65-3F01AEA7E2E4}"/>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7" name="Freeform 1022">
                    <a:extLst>
                      <a:ext uri="{FF2B5EF4-FFF2-40B4-BE49-F238E27FC236}">
                        <a16:creationId xmlns:a16="http://schemas.microsoft.com/office/drawing/2014/main" id="{BE959CDF-8CEC-5D49-B9B5-695C75E54AAE}"/>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8" name="Freeform 1023">
                    <a:extLst>
                      <a:ext uri="{FF2B5EF4-FFF2-40B4-BE49-F238E27FC236}">
                        <a16:creationId xmlns:a16="http://schemas.microsoft.com/office/drawing/2014/main" id="{C47539D5-AB19-6248-B8AC-D7C1EB7D894A}"/>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9" name="Freeform 1024">
                    <a:extLst>
                      <a:ext uri="{FF2B5EF4-FFF2-40B4-BE49-F238E27FC236}">
                        <a16:creationId xmlns:a16="http://schemas.microsoft.com/office/drawing/2014/main" id="{5AEB62B0-7DA6-D743-86A5-DFFF45D54BFD}"/>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0" name="Freeform 1025">
                    <a:extLst>
                      <a:ext uri="{FF2B5EF4-FFF2-40B4-BE49-F238E27FC236}">
                        <a16:creationId xmlns:a16="http://schemas.microsoft.com/office/drawing/2014/main" id="{B47C284C-2338-754B-99BA-EA63C8A915CA}"/>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1" name="Freeform 1026">
                    <a:extLst>
                      <a:ext uri="{FF2B5EF4-FFF2-40B4-BE49-F238E27FC236}">
                        <a16:creationId xmlns:a16="http://schemas.microsoft.com/office/drawing/2014/main" id="{9B886F94-1E66-9F4A-AE5A-8E0F922D014D}"/>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nvGrpSpPr>
                  <p:cNvPr id="742" name="Group 1027">
                    <a:extLst>
                      <a:ext uri="{FF2B5EF4-FFF2-40B4-BE49-F238E27FC236}">
                        <a16:creationId xmlns:a16="http://schemas.microsoft.com/office/drawing/2014/main" id="{715EA677-D4AB-B447-B08B-D7ED313243A4}"/>
                      </a:ext>
                    </a:extLst>
                  </p:cNvPr>
                  <p:cNvGrpSpPr>
                    <a:grpSpLocks/>
                  </p:cNvGrpSpPr>
                  <p:nvPr/>
                </p:nvGrpSpPr>
                <p:grpSpPr bwMode="auto">
                  <a:xfrm>
                    <a:off x="7594735" y="2642220"/>
                    <a:ext cx="98740" cy="36846"/>
                    <a:chOff x="1740" y="2642"/>
                    <a:chExt cx="752" cy="327"/>
                  </a:xfrm>
                </p:grpSpPr>
                <p:sp>
                  <p:nvSpPr>
                    <p:cNvPr id="749" name="Freeform 1028">
                      <a:extLst>
                        <a:ext uri="{FF2B5EF4-FFF2-40B4-BE49-F238E27FC236}">
                          <a16:creationId xmlns:a16="http://schemas.microsoft.com/office/drawing/2014/main" id="{E1124562-ECF8-4F4C-90C1-EF6396A68E5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0" name="Freeform 1029">
                      <a:extLst>
                        <a:ext uri="{FF2B5EF4-FFF2-40B4-BE49-F238E27FC236}">
                          <a16:creationId xmlns:a16="http://schemas.microsoft.com/office/drawing/2014/main" id="{3389E998-0F08-914D-9479-D8E12E2549AC}"/>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1" name="Freeform 1030">
                      <a:extLst>
                        <a:ext uri="{FF2B5EF4-FFF2-40B4-BE49-F238E27FC236}">
                          <a16:creationId xmlns:a16="http://schemas.microsoft.com/office/drawing/2014/main" id="{8A11850E-DFFA-ED48-BEB3-85180AD217F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2" name="Freeform 1031">
                      <a:extLst>
                        <a:ext uri="{FF2B5EF4-FFF2-40B4-BE49-F238E27FC236}">
                          <a16:creationId xmlns:a16="http://schemas.microsoft.com/office/drawing/2014/main" id="{348FFCFE-31F3-D044-A19B-3EA98E2A2BD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3" name="Freeform 1032">
                      <a:extLst>
                        <a:ext uri="{FF2B5EF4-FFF2-40B4-BE49-F238E27FC236}">
                          <a16:creationId xmlns:a16="http://schemas.microsoft.com/office/drawing/2014/main" id="{E0BFA97F-7FDE-4B49-BE02-A5B711E5357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4" name="Freeform 1033">
                      <a:extLst>
                        <a:ext uri="{FF2B5EF4-FFF2-40B4-BE49-F238E27FC236}">
                          <a16:creationId xmlns:a16="http://schemas.microsoft.com/office/drawing/2014/main" id="{5566BB9E-C2DB-904B-8DAE-F1FAE62B3F0F}"/>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sp>
                <p:nvSpPr>
                  <p:cNvPr id="743" name="Freeform 1034">
                    <a:extLst>
                      <a:ext uri="{FF2B5EF4-FFF2-40B4-BE49-F238E27FC236}">
                        <a16:creationId xmlns:a16="http://schemas.microsoft.com/office/drawing/2014/main" id="{8531613B-92A9-464D-BE9E-A3721518617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4" name="Freeform 1035">
                    <a:extLst>
                      <a:ext uri="{FF2B5EF4-FFF2-40B4-BE49-F238E27FC236}">
                        <a16:creationId xmlns:a16="http://schemas.microsoft.com/office/drawing/2014/main" id="{EE5A0F89-BDF3-4F47-BA87-66EF728D000F}"/>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5" name="Freeform 1036">
                    <a:extLst>
                      <a:ext uri="{FF2B5EF4-FFF2-40B4-BE49-F238E27FC236}">
                        <a16:creationId xmlns:a16="http://schemas.microsoft.com/office/drawing/2014/main" id="{1FD78267-7B3E-D540-902C-47129B46C05D}"/>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6" name="Freeform 1037">
                    <a:extLst>
                      <a:ext uri="{FF2B5EF4-FFF2-40B4-BE49-F238E27FC236}">
                        <a16:creationId xmlns:a16="http://schemas.microsoft.com/office/drawing/2014/main" id="{16865503-BACA-1447-B755-0CA9ED8EDC5D}"/>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7" name="Freeform 1038">
                    <a:extLst>
                      <a:ext uri="{FF2B5EF4-FFF2-40B4-BE49-F238E27FC236}">
                        <a16:creationId xmlns:a16="http://schemas.microsoft.com/office/drawing/2014/main" id="{3B1B22E2-5D91-E74A-9754-AC618ED26701}"/>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8" name="Freeform 1039">
                    <a:extLst>
                      <a:ext uri="{FF2B5EF4-FFF2-40B4-BE49-F238E27FC236}">
                        <a16:creationId xmlns:a16="http://schemas.microsoft.com/office/drawing/2014/main" id="{7E7C97D1-0F33-3444-927F-6DA622B20603}"/>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725" name="Group 850">
                  <a:extLst>
                    <a:ext uri="{FF2B5EF4-FFF2-40B4-BE49-F238E27FC236}">
                      <a16:creationId xmlns:a16="http://schemas.microsoft.com/office/drawing/2014/main" id="{62525AE2-4973-8D42-8457-3FD43C9E4D56}"/>
                    </a:ext>
                  </a:extLst>
                </p:cNvPr>
                <p:cNvGrpSpPr>
                  <a:grpSpLocks/>
                </p:cNvGrpSpPr>
                <p:nvPr/>
              </p:nvGrpSpPr>
              <p:grpSpPr bwMode="auto">
                <a:xfrm>
                  <a:off x="7408527" y="2307905"/>
                  <a:ext cx="399726" cy="74090"/>
                  <a:chOff x="2199" y="955"/>
                  <a:chExt cx="2547" cy="506"/>
                </a:xfrm>
              </p:grpSpPr>
              <p:sp>
                <p:nvSpPr>
                  <p:cNvPr id="727" name="Freeform 851">
                    <a:extLst>
                      <a:ext uri="{FF2B5EF4-FFF2-40B4-BE49-F238E27FC236}">
                        <a16:creationId xmlns:a16="http://schemas.microsoft.com/office/drawing/2014/main" id="{98DC9C84-53E3-014A-967F-FA84DB11D7C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8" name="Freeform 852">
                    <a:extLst>
                      <a:ext uri="{FF2B5EF4-FFF2-40B4-BE49-F238E27FC236}">
                        <a16:creationId xmlns:a16="http://schemas.microsoft.com/office/drawing/2014/main" id="{29B322F2-C071-D44B-B545-1D6315264F9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9" name="Freeform 853">
                    <a:extLst>
                      <a:ext uri="{FF2B5EF4-FFF2-40B4-BE49-F238E27FC236}">
                        <a16:creationId xmlns:a16="http://schemas.microsoft.com/office/drawing/2014/main" id="{0B4F0F6E-B830-CD43-97A0-CCF435339F3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0" name="Freeform 854">
                    <a:extLst>
                      <a:ext uri="{FF2B5EF4-FFF2-40B4-BE49-F238E27FC236}">
                        <a16:creationId xmlns:a16="http://schemas.microsoft.com/office/drawing/2014/main" id="{1F7BE4F9-0536-514B-946A-CAC994424874}"/>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1" name="Freeform 855">
                    <a:extLst>
                      <a:ext uri="{FF2B5EF4-FFF2-40B4-BE49-F238E27FC236}">
                        <a16:creationId xmlns:a16="http://schemas.microsoft.com/office/drawing/2014/main" id="{F512D928-7DBD-174E-9B2D-4DC324036DF7}"/>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2" name="Freeform 856">
                    <a:extLst>
                      <a:ext uri="{FF2B5EF4-FFF2-40B4-BE49-F238E27FC236}">
                        <a16:creationId xmlns:a16="http://schemas.microsoft.com/office/drawing/2014/main" id="{C88DD8DC-6D2B-A545-8A4F-C001C71ACD8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cxnSp>
              <p:nvCxnSpPr>
                <p:cNvPr id="726" name="Straight Connector 725">
                  <a:extLst>
                    <a:ext uri="{FF2B5EF4-FFF2-40B4-BE49-F238E27FC236}">
                      <a16:creationId xmlns:a16="http://schemas.microsoft.com/office/drawing/2014/main" id="{5DFBB0AF-BFC3-414D-A6B2-5B5E573B87EE}"/>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755" name="Text Box 5">
              <a:extLst>
                <a:ext uri="{FF2B5EF4-FFF2-40B4-BE49-F238E27FC236}">
                  <a16:creationId xmlns:a16="http://schemas.microsoft.com/office/drawing/2014/main" id="{59DCFB19-2C53-724E-875B-11F6B0110ACD}"/>
                </a:ext>
              </a:extLst>
            </p:cNvPr>
            <p:cNvSpPr txBox="1">
              <a:spLocks noChangeArrowheads="1"/>
            </p:cNvSpPr>
            <p:nvPr/>
          </p:nvSpPr>
          <p:spPr bwMode="auto">
            <a:xfrm>
              <a:off x="3084295" y="6092086"/>
              <a:ext cx="1872116" cy="303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radio: 4G/5G</a:t>
              </a:r>
            </a:p>
          </p:txBody>
        </p:sp>
      </p:grpSp>
    </p:spTree>
    <p:extLst>
      <p:ext uri="{BB962C8B-B14F-4D97-AF65-F5344CB8AC3E}">
        <p14:creationId xmlns:p14="http://schemas.microsoft.com/office/powerpoint/2010/main" val="687497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70">
                                            <p:txEl>
                                              <p:pRg st="0" end="0"/>
                                            </p:txEl>
                                          </p:spTgt>
                                        </p:tgtEl>
                                        <p:attrNameLst>
                                          <p:attrName>style.visibility</p:attrName>
                                        </p:attrNameLst>
                                      </p:cBhvr>
                                      <p:to>
                                        <p:strVal val="visible"/>
                                      </p:to>
                                    </p:set>
                                    <p:animEffect transition="in" filter="dissolve">
                                      <p:cBhvr>
                                        <p:cTn id="7" dur="500"/>
                                        <p:tgtEl>
                                          <p:spTgt spid="47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70">
                                            <p:txEl>
                                              <p:pRg st="1" end="1"/>
                                            </p:txEl>
                                          </p:spTgt>
                                        </p:tgtEl>
                                        <p:attrNameLst>
                                          <p:attrName>style.visibility</p:attrName>
                                        </p:attrNameLst>
                                      </p:cBhvr>
                                      <p:to>
                                        <p:strVal val="visible"/>
                                      </p:to>
                                    </p:set>
                                    <p:animEffect transition="in" filter="dissolve">
                                      <p:cBhvr>
                                        <p:cTn id="10" dur="500"/>
                                        <p:tgtEl>
                                          <p:spTgt spid="470">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470">
                                            <p:txEl>
                                              <p:pRg st="2" end="2"/>
                                            </p:txEl>
                                          </p:spTgt>
                                        </p:tgtEl>
                                        <p:attrNameLst>
                                          <p:attrName>style.visibility</p:attrName>
                                        </p:attrNameLst>
                                      </p:cBhvr>
                                      <p:to>
                                        <p:strVal val="visible"/>
                                      </p:to>
                                    </p:set>
                                    <p:animEffect transition="in" filter="dissolve">
                                      <p:cBhvr>
                                        <p:cTn id="13" dur="500"/>
                                        <p:tgtEl>
                                          <p:spTgt spid="470">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470">
                                            <p:txEl>
                                              <p:pRg st="3" end="3"/>
                                            </p:txEl>
                                          </p:spTgt>
                                        </p:tgtEl>
                                        <p:attrNameLst>
                                          <p:attrName>style.visibility</p:attrName>
                                        </p:attrNameLst>
                                      </p:cBhvr>
                                      <p:to>
                                        <p:strVal val="visible"/>
                                      </p:to>
                                    </p:set>
                                    <p:animEffect transition="in" filter="dissolve">
                                      <p:cBhvr>
                                        <p:cTn id="16" dur="500"/>
                                        <p:tgtEl>
                                          <p:spTgt spid="47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70">
                                            <p:txEl>
                                              <p:pRg st="4" end="4"/>
                                            </p:txEl>
                                          </p:spTgt>
                                        </p:tgtEl>
                                        <p:attrNameLst>
                                          <p:attrName>style.visibility</p:attrName>
                                        </p:attrNameLst>
                                      </p:cBhvr>
                                      <p:to>
                                        <p:strVal val="visible"/>
                                      </p:to>
                                    </p:set>
                                    <p:animEffect transition="in" filter="dissolve">
                                      <p:cBhvr>
                                        <p:cTn id="21" dur="500"/>
                                        <p:tgtEl>
                                          <p:spTgt spid="470">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470">
                                            <p:txEl>
                                              <p:pRg st="5" end="5"/>
                                            </p:txEl>
                                          </p:spTgt>
                                        </p:tgtEl>
                                        <p:attrNameLst>
                                          <p:attrName>style.visibility</p:attrName>
                                        </p:attrNameLst>
                                      </p:cBhvr>
                                      <p:to>
                                        <p:strVal val="visible"/>
                                      </p:to>
                                    </p:set>
                                    <p:animEffect transition="in" filter="dissolve">
                                      <p:cBhvr>
                                        <p:cTn id="24" dur="500"/>
                                        <p:tgtEl>
                                          <p:spTgt spid="470">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470">
                                            <p:txEl>
                                              <p:pRg st="6" end="6"/>
                                            </p:txEl>
                                          </p:spTgt>
                                        </p:tgtEl>
                                        <p:attrNameLst>
                                          <p:attrName>style.visibility</p:attrName>
                                        </p:attrNameLst>
                                      </p:cBhvr>
                                      <p:to>
                                        <p:strVal val="visible"/>
                                      </p:to>
                                    </p:set>
                                    <p:animEffect transition="in" filter="dissolve">
                                      <p:cBhvr>
                                        <p:cTn id="27" dur="500"/>
                                        <p:tgtEl>
                                          <p:spTgt spid="470">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dissolv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dissolve">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altLang="en-US" dirty="0">
                <a:cs typeface="Calibri" panose="020F0502020204030204" pitchFamily="34" charset="0"/>
              </a:rPr>
              <a:t>Multiple access protocols</a:t>
            </a:r>
            <a:endParaRPr lang="en-US" sz="4400" dirty="0"/>
          </a:p>
        </p:txBody>
      </p:sp>
      <p:sp>
        <p:nvSpPr>
          <p:cNvPr id="291" name="Rectangle 3">
            <a:extLst>
              <a:ext uri="{FF2B5EF4-FFF2-40B4-BE49-F238E27FC236}">
                <a16:creationId xmlns:a16="http://schemas.microsoft.com/office/drawing/2014/main" id="{E6233901-684E-DA4D-9AAB-1573F126922B}"/>
              </a:ext>
            </a:extLst>
          </p:cNvPr>
          <p:cNvSpPr txBox="1">
            <a:spLocks noChangeArrowheads="1"/>
          </p:cNvSpPr>
          <p:nvPr/>
        </p:nvSpPr>
        <p:spPr>
          <a:xfrm>
            <a:off x="765106" y="1363316"/>
            <a:ext cx="11148598"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single shared broadcast channel </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two or more simultaneous transmissions by nodes: interference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1" u="none" strike="noStrike" kern="1200" cap="none" spc="0" normalizeH="0" baseline="0" noProof="0" dirty="0">
                <a:ln>
                  <a:noFill/>
                </a:ln>
                <a:solidFill>
                  <a:srgbClr val="C00000"/>
                </a:solidFill>
                <a:effectLst/>
                <a:uLnTx/>
                <a:uFillTx/>
                <a:latin typeface="+mj-lt"/>
                <a:ea typeface="+mn-ea"/>
                <a:cs typeface="+mn-cs"/>
              </a:rPr>
              <a:t>collision</a:t>
            </a:r>
            <a:r>
              <a:rPr kumimoji="0" lang="en-US" sz="2000" b="0" i="0" u="none" strike="noStrike" kern="1200" cap="none" spc="0" normalizeH="0" baseline="0" noProof="0" dirty="0">
                <a:ln>
                  <a:noFill/>
                </a:ln>
                <a:solidFill>
                  <a:prstClr val="black"/>
                </a:solidFill>
                <a:effectLst/>
                <a:uLnTx/>
                <a:uFillTx/>
                <a:latin typeface="+mj-lt"/>
                <a:ea typeface="+mn-ea"/>
                <a:cs typeface="+mn-cs"/>
              </a:rPr>
              <a:t> if node receives two or more signals at the same time</a:t>
            </a:r>
            <a:endParaRPr kumimoji="0" lang="en-US" sz="1800" b="0" i="1" u="sng" strike="noStrike" kern="1200" cap="none" spc="0" normalizeH="0" baseline="0" noProof="0" dirty="0">
              <a:ln>
                <a:noFill/>
              </a:ln>
              <a:solidFill>
                <a:srgbClr val="FF0000"/>
              </a:solidFill>
              <a:effectLst/>
              <a:uLnTx/>
              <a:uFillTx/>
              <a:latin typeface="+mj-lt"/>
              <a:ea typeface="+mn-ea"/>
              <a:cs typeface="+mn-cs"/>
            </a:endParaRPr>
          </a:p>
        </p:txBody>
      </p:sp>
      <p:sp>
        <p:nvSpPr>
          <p:cNvPr id="292" name="Rectangle 3">
            <a:extLst>
              <a:ext uri="{FF2B5EF4-FFF2-40B4-BE49-F238E27FC236}">
                <a16:creationId xmlns:a16="http://schemas.microsoft.com/office/drawing/2014/main" id="{4AA5F7D4-7DBD-9E45-B534-F9CDF4D8505D}"/>
              </a:ext>
            </a:extLst>
          </p:cNvPr>
          <p:cNvSpPr txBox="1">
            <a:spLocks noChangeArrowheads="1"/>
          </p:cNvSpPr>
          <p:nvPr/>
        </p:nvSpPr>
        <p:spPr>
          <a:xfrm>
            <a:off x="1156044" y="3848099"/>
            <a:ext cx="9962530" cy="24069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000" b="0" i="0" u="none" strike="noStrike" kern="1200" cap="none" spc="0" normalizeH="0" baseline="0" noProof="0" dirty="0">
                <a:ln>
                  <a:noFill/>
                </a:ln>
                <a:solidFill>
                  <a:prstClr val="black"/>
                </a:solidFill>
                <a:effectLst/>
                <a:uLnTx/>
                <a:uFillTx/>
                <a:latin typeface="+mj-lt"/>
                <a:ea typeface="+mn-ea"/>
                <a:cs typeface="+mn-cs"/>
              </a:rPr>
              <a:t>distributed algorithm that determines how nodes share channel, i.e., determine when node can transmit</a:t>
            </a:r>
          </a:p>
          <a:p>
            <a:pPr marL="457200"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000" b="0" i="0" u="none" strike="noStrike" kern="1200" cap="none" spc="0" normalizeH="0" baseline="0" noProof="0" dirty="0">
                <a:ln>
                  <a:noFill/>
                </a:ln>
                <a:solidFill>
                  <a:prstClr val="black"/>
                </a:solidFill>
                <a:effectLst/>
                <a:uLnTx/>
                <a:uFillTx/>
                <a:latin typeface="+mj-lt"/>
                <a:ea typeface="+mn-ea"/>
                <a:cs typeface="+mn-cs"/>
              </a:rPr>
              <a:t>communication about channel sharing must use channel itself! </a:t>
            </a:r>
          </a:p>
          <a:p>
            <a:pPr marL="746125" marR="0" lvl="1" indent="-2238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j-lt"/>
                <a:ea typeface="+mn-ea"/>
                <a:cs typeface="+mn-cs"/>
              </a:rPr>
              <a:t>no out-of-band channel for coordination</a:t>
            </a:r>
          </a:p>
        </p:txBody>
      </p:sp>
      <p:sp>
        <p:nvSpPr>
          <p:cNvPr id="5" name="Rectangle 4">
            <a:extLst>
              <a:ext uri="{FF2B5EF4-FFF2-40B4-BE49-F238E27FC236}">
                <a16:creationId xmlns:a16="http://schemas.microsoft.com/office/drawing/2014/main" id="{F1AA9627-8FEC-3848-AA80-2DDEF1AE2F67}"/>
              </a:ext>
            </a:extLst>
          </p:cNvPr>
          <p:cNvSpPr/>
          <p:nvPr/>
        </p:nvSpPr>
        <p:spPr>
          <a:xfrm>
            <a:off x="901148" y="3472071"/>
            <a:ext cx="10442713" cy="235888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mj-lt"/>
              <a:ea typeface="+mn-ea"/>
              <a:cs typeface="+mn-cs"/>
            </a:endParaRPr>
          </a:p>
        </p:txBody>
      </p:sp>
      <p:sp>
        <p:nvSpPr>
          <p:cNvPr id="4" name="TextBox 3">
            <a:extLst>
              <a:ext uri="{FF2B5EF4-FFF2-40B4-BE49-F238E27FC236}">
                <a16:creationId xmlns:a16="http://schemas.microsoft.com/office/drawing/2014/main" id="{BA220334-D903-464A-8C54-83F2552D4599}"/>
              </a:ext>
            </a:extLst>
          </p:cNvPr>
          <p:cNvSpPr txBox="1"/>
          <p:nvPr/>
        </p:nvSpPr>
        <p:spPr>
          <a:xfrm>
            <a:off x="1258956" y="3154018"/>
            <a:ext cx="3171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mj-lt"/>
                <a:ea typeface="+mn-ea"/>
                <a:cs typeface="+mn-cs"/>
              </a:rPr>
              <a:t>multiple access protocol</a:t>
            </a:r>
          </a:p>
        </p:txBody>
      </p:sp>
      <p:sp>
        <p:nvSpPr>
          <p:cNvPr id="8" name="Slide Number Placeholder 7">
            <a:extLst>
              <a:ext uri="{FF2B5EF4-FFF2-40B4-BE49-F238E27FC236}">
                <a16:creationId xmlns:a16="http://schemas.microsoft.com/office/drawing/2014/main" id="{5EB7A869-7502-7081-9CB0-0F3D22D5F674}"/>
              </a:ext>
            </a:extLst>
          </p:cNvPr>
          <p:cNvSpPr>
            <a:spLocks noGrp="1"/>
          </p:cNvSpPr>
          <p:nvPr>
            <p:ph type="sldNum" sz="quarter" idx="4294967295"/>
          </p:nvPr>
        </p:nvSpPr>
        <p:spPr/>
        <p:txBody>
          <a:bodyPr/>
          <a:lstStyle/>
          <a:p>
            <a:r>
              <a:rPr lang="en-US" sz="1050" dirty="0"/>
              <a:t>Link Layer </a:t>
            </a:r>
            <a:fld id="{C4204591-24BD-A542-B9D5-F8D8A88D2FEE}" type="slidenum">
              <a:rPr lang="en-US" sz="1050" smtClean="0"/>
              <a:pPr/>
              <a:t>9</a:t>
            </a:fld>
            <a:endParaRPr lang="en-US" sz="1050" dirty="0"/>
          </a:p>
        </p:txBody>
      </p:sp>
    </p:spTree>
    <p:extLst>
      <p:ext uri="{BB962C8B-B14F-4D97-AF65-F5344CB8AC3E}">
        <p14:creationId xmlns:p14="http://schemas.microsoft.com/office/powerpoint/2010/main" val="3763211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2"/>
                                        </p:tgtEl>
                                        <p:attrNameLst>
                                          <p:attrName>style.visibility</p:attrName>
                                        </p:attrNameLst>
                                      </p:cBhvr>
                                      <p:to>
                                        <p:strVal val="visible"/>
                                      </p:to>
                                    </p:set>
                                    <p:animEffect transition="in" filter="dissolve">
                                      <p:cBhvr>
                                        <p:cTn id="7" dur="500"/>
                                        <p:tgtEl>
                                          <p:spTgt spid="29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 grpId="0"/>
      <p:bldP spid="5"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sz="4000" b="0" dirty="0"/>
              <a:t>MAC protocols: taxonomy</a:t>
            </a:r>
          </a:p>
        </p:txBody>
      </p:sp>
      <p:sp>
        <p:nvSpPr>
          <p:cNvPr id="5" name="Rectangle 3">
            <a:extLst>
              <a:ext uri="{FF2B5EF4-FFF2-40B4-BE49-F238E27FC236}">
                <a16:creationId xmlns:a16="http://schemas.microsoft.com/office/drawing/2014/main" id="{CD480CDD-CB17-934B-BC0E-C5D3C5E0F75F}"/>
              </a:ext>
            </a:extLst>
          </p:cNvPr>
          <p:cNvSpPr txBox="1">
            <a:spLocks noChangeArrowheads="1"/>
          </p:cNvSpPr>
          <p:nvPr/>
        </p:nvSpPr>
        <p:spPr>
          <a:xfrm>
            <a:off x="692428" y="1356210"/>
            <a:ext cx="6165572" cy="51638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three broad classes: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srgbClr val="C00000"/>
                </a:solidFill>
                <a:effectLst/>
                <a:uLnTx/>
                <a:uFillTx/>
                <a:latin typeface="+mj-lt"/>
                <a:ea typeface="+mn-ea"/>
                <a:cs typeface="+mn-cs"/>
              </a:rPr>
              <a:t>channel partitioning</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divide channel into smaller </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ea typeface="+mn-ea"/>
                <a:cs typeface="+mn-cs"/>
              </a:rPr>
              <a:t>pieces</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ea typeface="+mn-ea"/>
                <a:cs typeface="+mn-cs"/>
              </a:rPr>
              <a:t> (time slots, frequency, code)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allocate piece to node for exclusive use</a:t>
            </a:r>
            <a:endParaRPr kumimoji="0" lang="en-US" sz="2800" b="0" i="0" u="none" strike="noStrike" kern="1200" cap="none" spc="0" normalizeH="0" baseline="0" noProof="0" dirty="0">
              <a:ln>
                <a:noFill/>
              </a:ln>
              <a:solidFill>
                <a:prstClr val="black"/>
              </a:solidFill>
              <a:effectLst/>
              <a:uLnTx/>
              <a:uFillTx/>
              <a:latin typeface="+mj-lt"/>
              <a:ea typeface="+mn-ea"/>
              <a:cs typeface="+mn-cs"/>
            </a:endParaRP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b="0" u="none" strike="noStrike" kern="1200" cap="none" spc="0" normalizeH="0" baseline="0" noProof="0" dirty="0">
                <a:ln>
                  <a:noFill/>
                </a:ln>
                <a:solidFill>
                  <a:srgbClr val="C00000"/>
                </a:solidFill>
                <a:effectLst/>
                <a:uLnTx/>
                <a:uFillTx/>
                <a:latin typeface="+mj-lt"/>
                <a:ea typeface="+mn-ea"/>
                <a:cs typeface="+mn-cs"/>
              </a:rPr>
              <a:t>random access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channel not divided, allow collisions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ea typeface="+mn-ea"/>
                <a:cs typeface="+mn-cs"/>
              </a:rPr>
              <a:t>recover</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ea typeface="+mn-ea"/>
                <a:cs typeface="+mn-cs"/>
              </a:rPr>
              <a:t> from collisions</a:t>
            </a:r>
            <a:endParaRPr kumimoji="0" lang="en-US" sz="2000" b="0" i="0" u="none" strike="noStrike" kern="1200" cap="none" spc="0" normalizeH="0" baseline="0" noProof="0" dirty="0">
              <a:ln>
                <a:noFill/>
              </a:ln>
              <a:solidFill>
                <a:prstClr val="black"/>
              </a:solidFill>
              <a:effectLst/>
              <a:uLnTx/>
              <a:uFillTx/>
              <a:latin typeface="+mj-lt"/>
              <a:ea typeface="+mn-ea"/>
              <a:cs typeface="+mn-cs"/>
            </a:endParaRP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srgbClr val="C00000"/>
                </a:solidFill>
                <a:effectLst/>
                <a:uLnTx/>
                <a:uFillTx/>
                <a:latin typeface="+mj-lt"/>
                <a:ea typeface="+mn-ea"/>
                <a:cs typeface="+mn-cs"/>
              </a:rPr>
              <a:t>“taking turns</a:t>
            </a:r>
            <a:r>
              <a:rPr kumimoji="0" lang="en-US" altLang="ja-JP" b="0" i="0" u="none" strike="noStrike" kern="1200" cap="none" spc="0" normalizeH="0" baseline="0" noProof="0" dirty="0">
                <a:ln>
                  <a:noFill/>
                </a:ln>
                <a:solidFill>
                  <a:srgbClr val="C00000"/>
                </a:solidFill>
                <a:effectLst/>
                <a:uLnTx/>
                <a:uFillTx/>
                <a:latin typeface="+mj-lt"/>
                <a:ea typeface="游ゴシック" panose="020B0400000000000000" pitchFamily="34" charset="-128"/>
                <a:cs typeface="+mn-cs"/>
              </a:rPr>
              <a:t>”</a:t>
            </a:r>
            <a:endParaRPr kumimoji="0" lang="en-US" b="0" i="0" u="none" strike="noStrike" kern="1200" cap="none" spc="0" normalizeH="0" baseline="0" noProof="0" dirty="0">
              <a:ln>
                <a:noFill/>
              </a:ln>
              <a:solidFill>
                <a:srgbClr val="C00000"/>
              </a:solidFill>
              <a:effectLst/>
              <a:uLnTx/>
              <a:uFillTx/>
              <a:latin typeface="+mj-lt"/>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nodes take turns, but nodes with more to send can take longer turns</a:t>
            </a:r>
            <a:endParaRPr kumimoji="0" lang="en-US" sz="2800" b="0" i="0" u="none" strike="noStrike" kern="1200" cap="none" spc="0" normalizeH="0" baseline="0" noProof="0" dirty="0">
              <a:ln>
                <a:noFill/>
              </a:ln>
              <a:solidFill>
                <a:prstClr val="black"/>
              </a:solidFill>
              <a:effectLst/>
              <a:uLnTx/>
              <a:uFillTx/>
              <a:latin typeface="+mj-lt"/>
              <a:ea typeface="+mn-ea"/>
              <a:cs typeface="+mn-cs"/>
            </a:endParaRPr>
          </a:p>
        </p:txBody>
      </p:sp>
      <p:sp>
        <p:nvSpPr>
          <p:cNvPr id="7" name="Slide Number Placeholder 6">
            <a:extLst>
              <a:ext uri="{FF2B5EF4-FFF2-40B4-BE49-F238E27FC236}">
                <a16:creationId xmlns:a16="http://schemas.microsoft.com/office/drawing/2014/main" id="{F78F2E5D-D0AD-428B-3150-07477E280307}"/>
              </a:ext>
            </a:extLst>
          </p:cNvPr>
          <p:cNvSpPr>
            <a:spLocks noGrp="1"/>
          </p:cNvSpPr>
          <p:nvPr>
            <p:ph type="sldNum" sz="quarter" idx="4294967295"/>
          </p:nvPr>
        </p:nvSpPr>
        <p:spPr/>
        <p:txBody>
          <a:bodyPr/>
          <a:lstStyle/>
          <a:p>
            <a:r>
              <a:rPr lang="en-US" sz="1100" dirty="0">
                <a:latin typeface="+mj-lt"/>
              </a:rPr>
              <a:t>Link Layer </a:t>
            </a:r>
            <a:fld id="{C4204591-24BD-A542-B9D5-F8D8A88D2FEE}" type="slidenum">
              <a:rPr lang="en-US" sz="1100" smtClean="0">
                <a:latin typeface="+mj-lt"/>
              </a:rPr>
              <a:pPr/>
              <a:t>10</a:t>
            </a:fld>
            <a:endParaRPr lang="en-US" sz="1100" dirty="0">
              <a:latin typeface="+mj-lt"/>
            </a:endParaRPr>
          </a:p>
        </p:txBody>
      </p:sp>
    </p:spTree>
    <p:extLst>
      <p:ext uri="{BB962C8B-B14F-4D97-AF65-F5344CB8AC3E}">
        <p14:creationId xmlns:p14="http://schemas.microsoft.com/office/powerpoint/2010/main" val="148145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animEffect transition="in" filter="dissolve">
                                      <p:cBhvr>
                                        <p:cTn id="7" dur="500"/>
                                        <p:tgtEl>
                                          <p:spTgt spid="5">
                                            <p:txEl>
                                              <p:pRg st="7" end="7"/>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xEl>
                                              <p:pRg st="8" end="8"/>
                                            </p:txEl>
                                          </p:spTgt>
                                        </p:tgtEl>
                                        <p:attrNameLst>
                                          <p:attrName>style.visibility</p:attrName>
                                        </p:attrNameLst>
                                      </p:cBhvr>
                                      <p:to>
                                        <p:strVal val="visible"/>
                                      </p:to>
                                    </p:set>
                                    <p:animEffect transition="in" filter="dissolve">
                                      <p:cBhvr>
                                        <p:cTn id="10" dur="500"/>
                                        <p:tgtEl>
                                          <p:spTgt spid="5">
                                            <p:txEl>
                                              <p:pRg st="8" end="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dissolve">
                                      <p:cBhvr>
                                        <p:cTn id="15" dur="500"/>
                                        <p:tgtEl>
                                          <p:spTgt spid="5">
                                            <p:txEl>
                                              <p:pRg st="4" end="4"/>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dissolve">
                                      <p:cBhvr>
                                        <p:cTn id="18" dur="500"/>
                                        <p:tgtEl>
                                          <p:spTgt spid="5">
                                            <p:txEl>
                                              <p:pRg st="5" end="5"/>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dissolve">
                                      <p:cBhvr>
                                        <p:cTn id="21" dur="500"/>
                                        <p:tgtEl>
                                          <p:spTgt spid="5">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
                                            <p:txEl>
                                              <p:pRg st="1" end="1"/>
                                            </p:txEl>
                                          </p:spTgt>
                                        </p:tgtEl>
                                        <p:attrNameLst>
                                          <p:attrName>style.visibility</p:attrName>
                                        </p:attrNameLst>
                                      </p:cBhvr>
                                      <p:to>
                                        <p:strVal val="visible"/>
                                      </p:to>
                                    </p:set>
                                    <p:animEffect transition="in" filter="dissolve">
                                      <p:cBhvr>
                                        <p:cTn id="26" dur="500"/>
                                        <p:tgtEl>
                                          <p:spTgt spid="5">
                                            <p:txEl>
                                              <p:pRg st="1" end="1"/>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dissolve">
                                      <p:cBhvr>
                                        <p:cTn id="29" dur="500"/>
                                        <p:tgtEl>
                                          <p:spTgt spid="5">
                                            <p:txEl>
                                              <p:pRg st="2" end="2"/>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dissolve">
                                      <p:cBhvr>
                                        <p:cTn id="3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sz="4000" b="0" dirty="0"/>
              <a:t>Random access protocols</a:t>
            </a:r>
          </a:p>
        </p:txBody>
      </p:sp>
      <p:sp>
        <p:nvSpPr>
          <p:cNvPr id="36" name="Rectangle 3">
            <a:extLst>
              <a:ext uri="{FF2B5EF4-FFF2-40B4-BE49-F238E27FC236}">
                <a16:creationId xmlns:a16="http://schemas.microsoft.com/office/drawing/2014/main" id="{0F0D1BE9-A129-4E48-8684-AB67559565A2}"/>
              </a:ext>
            </a:extLst>
          </p:cNvPr>
          <p:cNvSpPr txBox="1">
            <a:spLocks noChangeArrowheads="1"/>
          </p:cNvSpPr>
          <p:nvPr/>
        </p:nvSpPr>
        <p:spPr>
          <a:xfrm>
            <a:off x="799736" y="1280077"/>
            <a:ext cx="6376316" cy="541938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74638"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when node has packet to send</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transmit at full channel data rate R</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no </a:t>
            </a:r>
            <a:r>
              <a:rPr kumimoji="0" lang="en-US" b="0" i="1" u="none" strike="noStrike" kern="1200" cap="none" spc="0" normalizeH="0" baseline="0" noProof="0" dirty="0">
                <a:ln>
                  <a:noFill/>
                </a:ln>
                <a:solidFill>
                  <a:prstClr val="black"/>
                </a:solidFill>
                <a:effectLst/>
                <a:uLnTx/>
                <a:uFillTx/>
                <a:latin typeface="+mj-lt"/>
                <a:ea typeface="+mn-ea"/>
                <a:cs typeface="+mn-cs"/>
              </a:rPr>
              <a:t>a priori</a:t>
            </a:r>
            <a:r>
              <a:rPr kumimoji="0" lang="en-US" b="0" i="0" u="none" strike="noStrike" kern="1200" cap="none" spc="0" normalizeH="0" baseline="0" noProof="0" dirty="0">
                <a:ln>
                  <a:noFill/>
                </a:ln>
                <a:solidFill>
                  <a:prstClr val="black"/>
                </a:solidFill>
                <a:effectLst/>
                <a:uLnTx/>
                <a:uFillTx/>
                <a:latin typeface="+mj-lt"/>
                <a:ea typeface="+mn-ea"/>
                <a:cs typeface="+mn-cs"/>
              </a:rPr>
              <a:t> coordination among nodes</a:t>
            </a:r>
          </a:p>
          <a:p>
            <a:pPr marL="287338" marR="0" lvl="0" indent="-274638"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two or more transmitting nodes: </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ea typeface="+mn-ea"/>
                <a:cs typeface="+mn-cs"/>
              </a:rPr>
              <a:t>collision</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ea typeface="+mn-ea"/>
                <a:cs typeface="+mn-cs"/>
              </a:rPr>
              <a:t> </a:t>
            </a:r>
          </a:p>
        </p:txBody>
      </p:sp>
      <p:sp>
        <p:nvSpPr>
          <p:cNvPr id="5" name="Rectangle 3">
            <a:extLst>
              <a:ext uri="{FF2B5EF4-FFF2-40B4-BE49-F238E27FC236}">
                <a16:creationId xmlns:a16="http://schemas.microsoft.com/office/drawing/2014/main" id="{83665BA5-9731-9B46-99EC-BAE8216A6FDD}"/>
              </a:ext>
            </a:extLst>
          </p:cNvPr>
          <p:cNvSpPr txBox="1">
            <a:spLocks noChangeArrowheads="1"/>
          </p:cNvSpPr>
          <p:nvPr/>
        </p:nvSpPr>
        <p:spPr>
          <a:xfrm>
            <a:off x="798443" y="3698600"/>
            <a:ext cx="11393557" cy="294074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74638"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srgbClr val="C00000"/>
                </a:solidFill>
                <a:effectLst/>
                <a:uLnTx/>
                <a:uFillTx/>
                <a:latin typeface="+mj-lt"/>
                <a:ea typeface="+mn-ea"/>
                <a:cs typeface="+mn-cs"/>
              </a:rPr>
              <a:t>random access protocol </a:t>
            </a:r>
            <a:r>
              <a:rPr kumimoji="0" lang="en-US" b="0" i="0" u="none" strike="noStrike" kern="1200" cap="none" spc="0" normalizeH="0" baseline="0" noProof="0" dirty="0">
                <a:ln>
                  <a:noFill/>
                </a:ln>
                <a:solidFill>
                  <a:prstClr val="black"/>
                </a:solidFill>
                <a:effectLst/>
                <a:uLnTx/>
                <a:uFillTx/>
                <a:latin typeface="+mj-lt"/>
                <a:ea typeface="+mn-ea"/>
                <a:cs typeface="+mn-cs"/>
              </a:rPr>
              <a:t>specifies: </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how to detect collisions</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how to recover from collisions (e.g., via delayed retransmissions)</a:t>
            </a:r>
          </a:p>
          <a:p>
            <a:pPr marL="287338" marR="0" lvl="0" indent="-274638"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examples of random</a:t>
            </a:r>
            <a:r>
              <a:rPr kumimoji="0" lang="en-US" b="0" i="0" u="none" strike="noStrike" kern="1200" cap="none" spc="0" normalizeH="0" noProof="0" dirty="0">
                <a:ln>
                  <a:noFill/>
                </a:ln>
                <a:solidFill>
                  <a:prstClr val="black"/>
                </a:solidFill>
                <a:effectLst/>
                <a:uLnTx/>
                <a:uFillTx/>
                <a:latin typeface="+mj-lt"/>
                <a:ea typeface="+mn-ea"/>
                <a:cs typeface="+mn-cs"/>
              </a:rPr>
              <a:t> </a:t>
            </a:r>
            <a:r>
              <a:rPr kumimoji="0" lang="en-US" b="0" i="0" u="none" strike="noStrike" kern="1200" cap="none" spc="0" normalizeH="0" baseline="0" noProof="0" dirty="0">
                <a:ln>
                  <a:noFill/>
                </a:ln>
                <a:solidFill>
                  <a:prstClr val="black"/>
                </a:solidFill>
                <a:effectLst/>
                <a:uLnTx/>
                <a:uFillTx/>
                <a:latin typeface="+mj-lt"/>
                <a:ea typeface="+mn-ea"/>
                <a:cs typeface="+mn-cs"/>
              </a:rPr>
              <a:t>access MAC protocols:</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ALOHA, slotted ALOHA</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CSMA, CSMA/CD, CSMA/CA</a:t>
            </a:r>
          </a:p>
        </p:txBody>
      </p:sp>
    </p:spTree>
    <p:extLst>
      <p:ext uri="{BB962C8B-B14F-4D97-AF65-F5344CB8AC3E}">
        <p14:creationId xmlns:p14="http://schemas.microsoft.com/office/powerpoint/2010/main" val="1577328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dissolve">
                                      <p:cBhvr>
                                        <p:cTn id="7" dur="500"/>
                                        <p:tgtEl>
                                          <p:spTgt spid="36">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6">
                                            <p:txEl>
                                              <p:pRg st="1" end="1"/>
                                            </p:txEl>
                                          </p:spTgt>
                                        </p:tgtEl>
                                        <p:attrNameLst>
                                          <p:attrName>style.visibility</p:attrName>
                                        </p:attrNameLst>
                                      </p:cBhvr>
                                      <p:to>
                                        <p:strVal val="visible"/>
                                      </p:to>
                                    </p:set>
                                    <p:animEffect transition="in" filter="dissolve">
                                      <p:cBhvr>
                                        <p:cTn id="10" dur="500"/>
                                        <p:tgtEl>
                                          <p:spTgt spid="36">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6">
                                            <p:txEl>
                                              <p:pRg st="2" end="2"/>
                                            </p:txEl>
                                          </p:spTgt>
                                        </p:tgtEl>
                                        <p:attrNameLst>
                                          <p:attrName>style.visibility</p:attrName>
                                        </p:attrNameLst>
                                      </p:cBhvr>
                                      <p:to>
                                        <p:strVal val="visible"/>
                                      </p:to>
                                    </p:set>
                                    <p:animEffect transition="in" filter="dissolve">
                                      <p:cBhvr>
                                        <p:cTn id="13" dur="500"/>
                                        <p:tgtEl>
                                          <p:spTgt spid="3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6">
                                            <p:txEl>
                                              <p:pRg st="3" end="3"/>
                                            </p:txEl>
                                          </p:spTgt>
                                        </p:tgtEl>
                                        <p:attrNameLst>
                                          <p:attrName>style.visibility</p:attrName>
                                        </p:attrNameLst>
                                      </p:cBhvr>
                                      <p:to>
                                        <p:strVal val="visible"/>
                                      </p:to>
                                    </p:set>
                                    <p:animEffect transition="in" filter="dissolve">
                                      <p:cBhvr>
                                        <p:cTn id="18" dur="500"/>
                                        <p:tgtEl>
                                          <p:spTgt spid="3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dissolve">
                                      <p:cBhvr>
                                        <p:cTn id="23" dur="500"/>
                                        <p:tgtEl>
                                          <p:spTgt spid="5">
                                            <p:txEl>
                                              <p:pRg st="0" end="0"/>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5">
                                            <p:txEl>
                                              <p:pRg st="1" end="1"/>
                                            </p:txEl>
                                          </p:spTgt>
                                        </p:tgtEl>
                                        <p:attrNameLst>
                                          <p:attrName>style.visibility</p:attrName>
                                        </p:attrNameLst>
                                      </p:cBhvr>
                                      <p:to>
                                        <p:strVal val="visible"/>
                                      </p:to>
                                    </p:set>
                                    <p:animEffect transition="in" filter="dissolve">
                                      <p:cBhvr>
                                        <p:cTn id="26" dur="500"/>
                                        <p:tgtEl>
                                          <p:spTgt spid="5">
                                            <p:txEl>
                                              <p:pRg st="1" end="1"/>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dissolve">
                                      <p:cBhvr>
                                        <p:cTn id="29" dur="500"/>
                                        <p:tgtEl>
                                          <p:spTgt spid="5">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Effect transition="in" filter="dissolve">
                                      <p:cBhvr>
                                        <p:cTn id="34" dur="500"/>
                                        <p:tgtEl>
                                          <p:spTgt spid="5">
                                            <p:txEl>
                                              <p:pRg st="3" end="3"/>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dissolve">
                                      <p:cBhvr>
                                        <p:cTn id="37" dur="500"/>
                                        <p:tgtEl>
                                          <p:spTgt spid="5">
                                            <p:txEl>
                                              <p:pRg st="4" end="4"/>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5">
                                            <p:txEl>
                                              <p:pRg st="5" end="5"/>
                                            </p:txEl>
                                          </p:spTgt>
                                        </p:tgtEl>
                                        <p:attrNameLst>
                                          <p:attrName>style.visibility</p:attrName>
                                        </p:attrNameLst>
                                      </p:cBhvr>
                                      <p:to>
                                        <p:strVal val="visible"/>
                                      </p:to>
                                    </p:set>
                                    <p:animEffect transition="in" filter="dissolve">
                                      <p:cBhvr>
                                        <p:cTn id="4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dirty="0">
                <a:latin typeface="+mn-lt"/>
              </a:rPr>
              <a:t>Slotted ALOHA</a:t>
            </a:r>
            <a:endParaRPr lang="en-US" sz="4400" b="0" dirty="0">
              <a:latin typeface="+mn-lt"/>
            </a:endParaRPr>
          </a:p>
        </p:txBody>
      </p:sp>
      <p:sp>
        <p:nvSpPr>
          <p:cNvPr id="5" name="Rectangle 3">
            <a:extLst>
              <a:ext uri="{FF2B5EF4-FFF2-40B4-BE49-F238E27FC236}">
                <a16:creationId xmlns:a16="http://schemas.microsoft.com/office/drawing/2014/main" id="{B8D6383C-7665-4746-86A3-DB2B42D7440C}"/>
              </a:ext>
            </a:extLst>
          </p:cNvPr>
          <p:cNvSpPr txBox="1">
            <a:spLocks noChangeArrowheads="1"/>
          </p:cNvSpPr>
          <p:nvPr/>
        </p:nvSpPr>
        <p:spPr>
          <a:xfrm>
            <a:off x="893218" y="2309845"/>
            <a:ext cx="5104641"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0000A8"/>
                </a:solidFill>
                <a:effectLst/>
                <a:uLnTx/>
                <a:uFillTx/>
                <a:latin typeface="Calibri" panose="020F0502020204030204"/>
                <a:ea typeface="+mn-ea"/>
                <a:cs typeface="+mn-cs"/>
              </a:rPr>
              <a:t>assumptions</a:t>
            </a: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a:t>
            </a:r>
          </a:p>
          <a:p>
            <a:pPr marL="404813"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all frames same size</a:t>
            </a:r>
          </a:p>
          <a:p>
            <a:pPr marL="404813"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time divided into equal size slots (time to transmit 1 frame)</a:t>
            </a:r>
          </a:p>
          <a:p>
            <a:pPr marL="404813"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nodes start to transmit only slot beginning </a:t>
            </a:r>
          </a:p>
          <a:p>
            <a:pPr marL="404813"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nodes are synchronized</a:t>
            </a:r>
          </a:p>
          <a:p>
            <a:pPr marL="404813"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if 2 or more nodes transmit in slot, all nodes detect collision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4">
            <a:extLst>
              <a:ext uri="{FF2B5EF4-FFF2-40B4-BE49-F238E27FC236}">
                <a16:creationId xmlns:a16="http://schemas.microsoft.com/office/drawing/2014/main" id="{BFE15C25-BB28-9543-9419-B80CD8AA3C64}"/>
              </a:ext>
            </a:extLst>
          </p:cNvPr>
          <p:cNvSpPr txBox="1">
            <a:spLocks noChangeArrowheads="1"/>
          </p:cNvSpPr>
          <p:nvPr/>
        </p:nvSpPr>
        <p:spPr>
          <a:xfrm>
            <a:off x="6440557" y="1447181"/>
            <a:ext cx="516834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0000A8"/>
                </a:solidFill>
                <a:effectLst/>
                <a:uLnTx/>
                <a:uFillTx/>
                <a:latin typeface="Calibri" panose="020F0502020204030204"/>
                <a:ea typeface="+mn-ea"/>
                <a:cs typeface="+mn-cs"/>
              </a:rPr>
              <a:t>operation:</a:t>
            </a:r>
          </a:p>
          <a:p>
            <a:pPr marL="457200" marR="0" lvl="0" indent="-2349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node obtains fresh frame, transmits in next slot</a:t>
            </a:r>
          </a:p>
          <a:p>
            <a:pPr marL="746125" marR="0" lvl="1" indent="-236538"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if no collision:</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node can send new frame in next slot</a:t>
            </a:r>
          </a:p>
          <a:p>
            <a:pPr marL="746125" marR="0" lvl="1" indent="-236538"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if collision:</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node retransmits frame in each subsequent slot with probability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p</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until success</a:t>
            </a:r>
          </a:p>
        </p:txBody>
      </p:sp>
      <p:grpSp>
        <p:nvGrpSpPr>
          <p:cNvPr id="22" name="Group 21">
            <a:extLst>
              <a:ext uri="{FF2B5EF4-FFF2-40B4-BE49-F238E27FC236}">
                <a16:creationId xmlns:a16="http://schemas.microsoft.com/office/drawing/2014/main" id="{182C19C9-3429-515D-18FE-B538826B2FCC}"/>
              </a:ext>
            </a:extLst>
          </p:cNvPr>
          <p:cNvGrpSpPr/>
          <p:nvPr/>
        </p:nvGrpSpPr>
        <p:grpSpPr>
          <a:xfrm>
            <a:off x="750225" y="1590726"/>
            <a:ext cx="5379777" cy="616012"/>
            <a:chOff x="1060780" y="6095491"/>
            <a:chExt cx="5379777" cy="616012"/>
          </a:xfrm>
        </p:grpSpPr>
        <p:sp>
          <p:nvSpPr>
            <p:cNvPr id="7" name="Line 41">
              <a:extLst>
                <a:ext uri="{FF2B5EF4-FFF2-40B4-BE49-F238E27FC236}">
                  <a16:creationId xmlns:a16="http://schemas.microsoft.com/office/drawing/2014/main" id="{0276C5F5-C151-8B64-F6A1-5AD68357E614}"/>
                </a:ext>
              </a:extLst>
            </p:cNvPr>
            <p:cNvSpPr>
              <a:spLocks noChangeShapeType="1"/>
            </p:cNvSpPr>
            <p:nvPr/>
          </p:nvSpPr>
          <p:spPr bwMode="auto">
            <a:xfrm>
              <a:off x="1230382" y="6205029"/>
              <a:ext cx="521017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0" name="Line 42">
              <a:extLst>
                <a:ext uri="{FF2B5EF4-FFF2-40B4-BE49-F238E27FC236}">
                  <a16:creationId xmlns:a16="http://schemas.microsoft.com/office/drawing/2014/main" id="{40CF0F8C-E8B1-8046-FF5B-12F7C2EBE4DF}"/>
                </a:ext>
              </a:extLst>
            </p:cNvPr>
            <p:cNvSpPr>
              <a:spLocks noChangeShapeType="1"/>
            </p:cNvSpPr>
            <p:nvPr/>
          </p:nvSpPr>
          <p:spPr bwMode="auto">
            <a:xfrm>
              <a:off x="1233557" y="6105016"/>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1" name="Line 43">
              <a:extLst>
                <a:ext uri="{FF2B5EF4-FFF2-40B4-BE49-F238E27FC236}">
                  <a16:creationId xmlns:a16="http://schemas.microsoft.com/office/drawing/2014/main" id="{8A25623F-AD5C-9E28-1A05-E10223ACFB45}"/>
                </a:ext>
              </a:extLst>
            </p:cNvPr>
            <p:cNvSpPr>
              <a:spLocks noChangeShapeType="1"/>
            </p:cNvSpPr>
            <p:nvPr/>
          </p:nvSpPr>
          <p:spPr bwMode="auto">
            <a:xfrm>
              <a:off x="1733619" y="6105016"/>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2" name="Line 44">
              <a:extLst>
                <a:ext uri="{FF2B5EF4-FFF2-40B4-BE49-F238E27FC236}">
                  <a16:creationId xmlns:a16="http://schemas.microsoft.com/office/drawing/2014/main" id="{E67433BA-1EE5-B88B-99A3-26EEEB888455}"/>
                </a:ext>
              </a:extLst>
            </p:cNvPr>
            <p:cNvSpPr>
              <a:spLocks noChangeShapeType="1"/>
            </p:cNvSpPr>
            <p:nvPr/>
          </p:nvSpPr>
          <p:spPr bwMode="auto">
            <a:xfrm>
              <a:off x="2236857" y="6101841"/>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3" name="Line 45">
              <a:extLst>
                <a:ext uri="{FF2B5EF4-FFF2-40B4-BE49-F238E27FC236}">
                  <a16:creationId xmlns:a16="http://schemas.microsoft.com/office/drawing/2014/main" id="{AEF826E8-B6A9-42F1-B7FD-68B72099D77F}"/>
                </a:ext>
              </a:extLst>
            </p:cNvPr>
            <p:cNvSpPr>
              <a:spLocks noChangeShapeType="1"/>
            </p:cNvSpPr>
            <p:nvPr/>
          </p:nvSpPr>
          <p:spPr bwMode="auto">
            <a:xfrm>
              <a:off x="2743269" y="6105016"/>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4" name="Line 46">
              <a:extLst>
                <a:ext uri="{FF2B5EF4-FFF2-40B4-BE49-F238E27FC236}">
                  <a16:creationId xmlns:a16="http://schemas.microsoft.com/office/drawing/2014/main" id="{29AFBB19-94EA-015D-272A-C30C9315C465}"/>
                </a:ext>
              </a:extLst>
            </p:cNvPr>
            <p:cNvSpPr>
              <a:spLocks noChangeShapeType="1"/>
            </p:cNvSpPr>
            <p:nvPr/>
          </p:nvSpPr>
          <p:spPr bwMode="auto">
            <a:xfrm>
              <a:off x="3248094" y="6101841"/>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5" name="Line 47">
              <a:extLst>
                <a:ext uri="{FF2B5EF4-FFF2-40B4-BE49-F238E27FC236}">
                  <a16:creationId xmlns:a16="http://schemas.microsoft.com/office/drawing/2014/main" id="{E1F94E06-E6E9-C745-8192-2694DE6A4963}"/>
                </a:ext>
              </a:extLst>
            </p:cNvPr>
            <p:cNvSpPr>
              <a:spLocks noChangeShapeType="1"/>
            </p:cNvSpPr>
            <p:nvPr/>
          </p:nvSpPr>
          <p:spPr bwMode="auto">
            <a:xfrm>
              <a:off x="3756094" y="6105016"/>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6" name="Line 48">
              <a:extLst>
                <a:ext uri="{FF2B5EF4-FFF2-40B4-BE49-F238E27FC236}">
                  <a16:creationId xmlns:a16="http://schemas.microsoft.com/office/drawing/2014/main" id="{0176187C-B557-E25A-7CEC-479F6C56FF58}"/>
                </a:ext>
              </a:extLst>
            </p:cNvPr>
            <p:cNvSpPr>
              <a:spLocks noChangeShapeType="1"/>
            </p:cNvSpPr>
            <p:nvPr/>
          </p:nvSpPr>
          <p:spPr bwMode="auto">
            <a:xfrm>
              <a:off x="4260919" y="6105016"/>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7" name="Line 49">
              <a:extLst>
                <a:ext uri="{FF2B5EF4-FFF2-40B4-BE49-F238E27FC236}">
                  <a16:creationId xmlns:a16="http://schemas.microsoft.com/office/drawing/2014/main" id="{3CE6A93B-8F27-DE7D-3863-730D93C3FC4A}"/>
                </a:ext>
              </a:extLst>
            </p:cNvPr>
            <p:cNvSpPr>
              <a:spLocks noChangeShapeType="1"/>
            </p:cNvSpPr>
            <p:nvPr/>
          </p:nvSpPr>
          <p:spPr bwMode="auto">
            <a:xfrm>
              <a:off x="4765744" y="6101841"/>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8" name="Line 50">
              <a:extLst>
                <a:ext uri="{FF2B5EF4-FFF2-40B4-BE49-F238E27FC236}">
                  <a16:creationId xmlns:a16="http://schemas.microsoft.com/office/drawing/2014/main" id="{B191F230-8FF8-0FDA-A0B9-119931581D98}"/>
                </a:ext>
              </a:extLst>
            </p:cNvPr>
            <p:cNvSpPr>
              <a:spLocks noChangeShapeType="1"/>
            </p:cNvSpPr>
            <p:nvPr/>
          </p:nvSpPr>
          <p:spPr bwMode="auto">
            <a:xfrm>
              <a:off x="5273744" y="6098666"/>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19" name="Line 51">
              <a:extLst>
                <a:ext uri="{FF2B5EF4-FFF2-40B4-BE49-F238E27FC236}">
                  <a16:creationId xmlns:a16="http://schemas.microsoft.com/office/drawing/2014/main" id="{AA514025-D0EB-9111-2BCC-BF84748CEAB3}"/>
                </a:ext>
              </a:extLst>
            </p:cNvPr>
            <p:cNvSpPr>
              <a:spLocks noChangeShapeType="1"/>
            </p:cNvSpPr>
            <p:nvPr/>
          </p:nvSpPr>
          <p:spPr bwMode="auto">
            <a:xfrm>
              <a:off x="5762694" y="6095491"/>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20" name="Text Box 54">
              <a:extLst>
                <a:ext uri="{FF2B5EF4-FFF2-40B4-BE49-F238E27FC236}">
                  <a16:creationId xmlns:a16="http://schemas.microsoft.com/office/drawing/2014/main" id="{49F028EB-7EAA-B84A-14D5-5C9E9F8A8DBF}"/>
                </a:ext>
              </a:extLst>
            </p:cNvPr>
            <p:cNvSpPr txBox="1">
              <a:spLocks noChangeArrowheads="1"/>
            </p:cNvSpPr>
            <p:nvPr/>
          </p:nvSpPr>
          <p:spPr bwMode="auto">
            <a:xfrm>
              <a:off x="1060780" y="6309765"/>
              <a:ext cx="357790"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t</a:t>
              </a:r>
              <a:r>
                <a:rPr kumimoji="0" lang="en-US" sz="2000" b="0" i="0" u="none" strike="noStrike" kern="0" cap="none" spc="0" normalizeH="0" baseline="-25000" noProof="0" dirty="0">
                  <a:ln>
                    <a:noFill/>
                  </a:ln>
                  <a:solidFill>
                    <a:srgbClr val="0000A8"/>
                  </a:solidFill>
                  <a:effectLst/>
                  <a:uLnTx/>
                  <a:uFillTx/>
                  <a:latin typeface="Calibri" panose="020F0502020204030204"/>
                  <a:ea typeface="ＭＳ Ｐゴシック" charset="0"/>
                  <a:cs typeface="+mn-cs"/>
                </a:rPr>
                <a:t>0</a:t>
              </a:r>
            </a:p>
          </p:txBody>
        </p:sp>
        <p:sp>
          <p:nvSpPr>
            <p:cNvPr id="21" name="Text Box 54">
              <a:extLst>
                <a:ext uri="{FF2B5EF4-FFF2-40B4-BE49-F238E27FC236}">
                  <a16:creationId xmlns:a16="http://schemas.microsoft.com/office/drawing/2014/main" id="{1C927C57-7914-9E4A-3CEE-46A3C4499634}"/>
                </a:ext>
              </a:extLst>
            </p:cNvPr>
            <p:cNvSpPr txBox="1">
              <a:spLocks noChangeArrowheads="1"/>
            </p:cNvSpPr>
            <p:nvPr/>
          </p:nvSpPr>
          <p:spPr bwMode="auto">
            <a:xfrm>
              <a:off x="1490437" y="6311393"/>
              <a:ext cx="615874"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t</a:t>
              </a:r>
              <a:r>
                <a:rPr kumimoji="0" lang="en-US" sz="2000" b="0" i="0" u="none" strike="noStrike" kern="0" cap="none" spc="0" normalizeH="0" baseline="-25000" noProof="0" dirty="0">
                  <a:ln>
                    <a:noFill/>
                  </a:ln>
                  <a:solidFill>
                    <a:srgbClr val="0000A8"/>
                  </a:solidFill>
                  <a:effectLst/>
                  <a:uLnTx/>
                  <a:uFillTx/>
                  <a:latin typeface="Calibri" panose="020F0502020204030204"/>
                  <a:ea typeface="ＭＳ Ｐゴシック" charset="0"/>
                  <a:cs typeface="+mn-cs"/>
                </a:rPr>
                <a:t>0</a:t>
              </a: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+1</a:t>
              </a:r>
            </a:p>
          </p:txBody>
        </p:sp>
      </p:grpSp>
      <p:sp>
        <p:nvSpPr>
          <p:cNvPr id="26" name="Slide Number Placeholder 25">
            <a:extLst>
              <a:ext uri="{FF2B5EF4-FFF2-40B4-BE49-F238E27FC236}">
                <a16:creationId xmlns:a16="http://schemas.microsoft.com/office/drawing/2014/main" id="{A713A912-1EA8-5CBF-7591-3B1FF37A99CD}"/>
              </a:ext>
            </a:extLst>
          </p:cNvPr>
          <p:cNvSpPr>
            <a:spLocks noGrp="1"/>
          </p:cNvSpPr>
          <p:nvPr>
            <p:ph type="sldNum" sz="quarter" idx="4"/>
          </p:nvPr>
        </p:nvSpPr>
        <p:spPr/>
        <p:txBody>
          <a:bodyPr/>
          <a:lstStyle/>
          <a:p>
            <a:r>
              <a:rPr lang="en-US" dirty="0"/>
              <a:t>Link Layer </a:t>
            </a:r>
            <a:fld id="{C4204591-24BD-A542-B9D5-F8D8A88D2FEE}" type="slidenum">
              <a:rPr lang="en-US" smtClean="0"/>
              <a:pPr/>
              <a:t>12</a:t>
            </a:fld>
            <a:endParaRPr lang="en-US" dirty="0"/>
          </a:p>
        </p:txBody>
      </p:sp>
    </p:spTree>
    <p:extLst>
      <p:ext uri="{BB962C8B-B14F-4D97-AF65-F5344CB8AC3E}">
        <p14:creationId xmlns:p14="http://schemas.microsoft.com/office/powerpoint/2010/main" val="145624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dissolv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dissolve">
                                      <p:cBhvr>
                                        <p:cTn id="1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dirty="0">
                <a:latin typeface="+mn-lt"/>
              </a:rPr>
              <a:t>Slotted ALOHA</a:t>
            </a:r>
            <a:endParaRPr lang="en-US" sz="4400" b="0" dirty="0">
              <a:latin typeface="+mn-lt"/>
            </a:endParaRPr>
          </a:p>
        </p:txBody>
      </p:sp>
      <p:sp>
        <p:nvSpPr>
          <p:cNvPr id="66" name="Rectangle 3">
            <a:extLst>
              <a:ext uri="{FF2B5EF4-FFF2-40B4-BE49-F238E27FC236}">
                <a16:creationId xmlns:a16="http://schemas.microsoft.com/office/drawing/2014/main" id="{72A8C484-9F3B-7140-9873-AC4A42E47CCD}"/>
              </a:ext>
            </a:extLst>
          </p:cNvPr>
          <p:cNvSpPr txBox="1">
            <a:spLocks noChangeArrowheads="1"/>
          </p:cNvSpPr>
          <p:nvPr/>
        </p:nvSpPr>
        <p:spPr bwMode="auto">
          <a:xfrm>
            <a:off x="1089991" y="3654425"/>
            <a:ext cx="4846983" cy="3203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8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Pros:</a:t>
            </a:r>
          </a:p>
          <a:p>
            <a:pPr marL="342900" marR="0" lvl="0" indent="-2254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single active node can continuously transmit at full rate of channel</a:t>
            </a:r>
          </a:p>
          <a:p>
            <a:pPr marL="342900" marR="0" lvl="0" indent="-2254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highly decentralized: only slots in nodes need to be in sync</a:t>
            </a:r>
          </a:p>
          <a:p>
            <a:pPr marL="342900" marR="0" lvl="0" indent="-2254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simple</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400" b="0" i="0" u="none" strike="noStrike" kern="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67" name="Rectangle 4">
            <a:extLst>
              <a:ext uri="{FF2B5EF4-FFF2-40B4-BE49-F238E27FC236}">
                <a16:creationId xmlns:a16="http://schemas.microsoft.com/office/drawing/2014/main" id="{2C1441D0-D6C4-E649-93D0-1ECA14AFDA11}"/>
              </a:ext>
            </a:extLst>
          </p:cNvPr>
          <p:cNvSpPr txBox="1">
            <a:spLocks noChangeArrowheads="1"/>
          </p:cNvSpPr>
          <p:nvPr/>
        </p:nvSpPr>
        <p:spPr bwMode="auto">
          <a:xfrm>
            <a:off x="6149008" y="3631167"/>
            <a:ext cx="5579166" cy="27431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charset="0"/>
              <a:buNone/>
              <a:tabLst/>
              <a:defRPr/>
            </a:pPr>
            <a:r>
              <a:rPr kumimoji="0" lang="en-US" sz="28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Cons:</a:t>
            </a:r>
          </a:p>
          <a:p>
            <a:pPr marL="342900" marR="0" lvl="0" indent="-225425"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collisions, wasting slots</a:t>
            </a:r>
          </a:p>
          <a:p>
            <a:pPr marL="342900" marR="0" lvl="0" indent="-225425"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idle slots</a:t>
            </a:r>
          </a:p>
          <a:p>
            <a:pPr marL="342900" marR="0" lvl="0" indent="-225425"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nodes may be able to detect collision in less than time to transmit packet</a:t>
            </a:r>
          </a:p>
          <a:p>
            <a:pPr marL="342900" marR="0" lvl="0" indent="-225425"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clock synchronization</a:t>
            </a:r>
          </a:p>
        </p:txBody>
      </p:sp>
      <p:grpSp>
        <p:nvGrpSpPr>
          <p:cNvPr id="69" name="Group 9">
            <a:extLst>
              <a:ext uri="{FF2B5EF4-FFF2-40B4-BE49-F238E27FC236}">
                <a16:creationId xmlns:a16="http://schemas.microsoft.com/office/drawing/2014/main" id="{21164FC9-FE4C-614D-972E-A00FCAE25C23}"/>
              </a:ext>
            </a:extLst>
          </p:cNvPr>
          <p:cNvGrpSpPr>
            <a:grpSpLocks/>
          </p:cNvGrpSpPr>
          <p:nvPr/>
        </p:nvGrpSpPr>
        <p:grpSpPr bwMode="auto">
          <a:xfrm>
            <a:off x="3258866" y="1417223"/>
            <a:ext cx="449263" cy="338137"/>
            <a:chOff x="1185" y="903"/>
            <a:chExt cx="283" cy="213"/>
          </a:xfrm>
        </p:grpSpPr>
        <p:sp>
          <p:nvSpPr>
            <p:cNvPr id="120" name="Rectangle 7">
              <a:extLst>
                <a:ext uri="{FF2B5EF4-FFF2-40B4-BE49-F238E27FC236}">
                  <a16:creationId xmlns:a16="http://schemas.microsoft.com/office/drawing/2014/main" id="{B6FB277F-EDE2-1049-9ABF-92D11D60607B}"/>
                </a:ext>
              </a:extLst>
            </p:cNvPr>
            <p:cNvSpPr>
              <a:spLocks noChangeArrowheads="1"/>
            </p:cNvSpPr>
            <p:nvPr/>
          </p:nvSpPr>
          <p:spPr bwMode="auto">
            <a:xfrm>
              <a:off x="1185" y="924"/>
              <a:ext cx="283" cy="169"/>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21" name="Text Box 8">
              <a:extLst>
                <a:ext uri="{FF2B5EF4-FFF2-40B4-BE49-F238E27FC236}">
                  <a16:creationId xmlns:a16="http://schemas.microsoft.com/office/drawing/2014/main" id="{C293767F-FCDF-8642-A612-4649CC7D059A}"/>
                </a:ext>
              </a:extLst>
            </p:cNvPr>
            <p:cNvSpPr txBox="1">
              <a:spLocks noChangeArrowheads="1"/>
            </p:cNvSpPr>
            <p:nvPr/>
          </p:nvSpPr>
          <p:spPr bwMode="auto">
            <a:xfrm>
              <a:off x="1236" y="903"/>
              <a:ext cx="18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1</a:t>
              </a:r>
            </a:p>
          </p:txBody>
        </p:sp>
      </p:grpSp>
      <p:grpSp>
        <p:nvGrpSpPr>
          <p:cNvPr id="70" name="Group 10">
            <a:extLst>
              <a:ext uri="{FF2B5EF4-FFF2-40B4-BE49-F238E27FC236}">
                <a16:creationId xmlns:a16="http://schemas.microsoft.com/office/drawing/2014/main" id="{CD7A64E0-8DFE-1E45-8F86-C8EBCFF9F9DA}"/>
              </a:ext>
            </a:extLst>
          </p:cNvPr>
          <p:cNvGrpSpPr>
            <a:grpSpLocks/>
          </p:cNvGrpSpPr>
          <p:nvPr/>
        </p:nvGrpSpPr>
        <p:grpSpPr bwMode="auto">
          <a:xfrm>
            <a:off x="4239941" y="1420398"/>
            <a:ext cx="449263" cy="338137"/>
            <a:chOff x="1185" y="903"/>
            <a:chExt cx="283" cy="213"/>
          </a:xfrm>
        </p:grpSpPr>
        <p:sp>
          <p:nvSpPr>
            <p:cNvPr id="118" name="Rectangle 11">
              <a:extLst>
                <a:ext uri="{FF2B5EF4-FFF2-40B4-BE49-F238E27FC236}">
                  <a16:creationId xmlns:a16="http://schemas.microsoft.com/office/drawing/2014/main" id="{07CCF55F-4FAA-894C-888B-199900ED48E9}"/>
                </a:ext>
              </a:extLst>
            </p:cNvPr>
            <p:cNvSpPr>
              <a:spLocks noChangeArrowheads="1"/>
            </p:cNvSpPr>
            <p:nvPr/>
          </p:nvSpPr>
          <p:spPr bwMode="auto">
            <a:xfrm>
              <a:off x="1185" y="924"/>
              <a:ext cx="283" cy="169"/>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9" name="Text Box 12">
              <a:extLst>
                <a:ext uri="{FF2B5EF4-FFF2-40B4-BE49-F238E27FC236}">
                  <a16:creationId xmlns:a16="http://schemas.microsoft.com/office/drawing/2014/main" id="{6E547B66-C5F6-F343-A739-58397CBF0117}"/>
                </a:ext>
              </a:extLst>
            </p:cNvPr>
            <p:cNvSpPr txBox="1">
              <a:spLocks noChangeArrowheads="1"/>
            </p:cNvSpPr>
            <p:nvPr/>
          </p:nvSpPr>
          <p:spPr bwMode="auto">
            <a:xfrm>
              <a:off x="1236" y="903"/>
              <a:ext cx="18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1</a:t>
              </a:r>
            </a:p>
          </p:txBody>
        </p:sp>
      </p:grpSp>
      <p:grpSp>
        <p:nvGrpSpPr>
          <p:cNvPr id="71" name="Group 13">
            <a:extLst>
              <a:ext uri="{FF2B5EF4-FFF2-40B4-BE49-F238E27FC236}">
                <a16:creationId xmlns:a16="http://schemas.microsoft.com/office/drawing/2014/main" id="{5E7B8AAA-4C6F-564D-BA83-59E54AD6FA2A}"/>
              </a:ext>
            </a:extLst>
          </p:cNvPr>
          <p:cNvGrpSpPr>
            <a:grpSpLocks/>
          </p:cNvGrpSpPr>
          <p:nvPr/>
        </p:nvGrpSpPr>
        <p:grpSpPr bwMode="auto">
          <a:xfrm>
            <a:off x="5776641" y="1421985"/>
            <a:ext cx="449263" cy="338137"/>
            <a:chOff x="1185" y="903"/>
            <a:chExt cx="283" cy="213"/>
          </a:xfrm>
        </p:grpSpPr>
        <p:sp>
          <p:nvSpPr>
            <p:cNvPr id="116" name="Rectangle 14">
              <a:extLst>
                <a:ext uri="{FF2B5EF4-FFF2-40B4-BE49-F238E27FC236}">
                  <a16:creationId xmlns:a16="http://schemas.microsoft.com/office/drawing/2014/main" id="{4646B359-A79E-F349-BF8A-9D2512A6292C}"/>
                </a:ext>
              </a:extLst>
            </p:cNvPr>
            <p:cNvSpPr>
              <a:spLocks noChangeArrowheads="1"/>
            </p:cNvSpPr>
            <p:nvPr/>
          </p:nvSpPr>
          <p:spPr bwMode="auto">
            <a:xfrm>
              <a:off x="1185" y="924"/>
              <a:ext cx="283" cy="169"/>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7" name="Text Box 15">
              <a:extLst>
                <a:ext uri="{FF2B5EF4-FFF2-40B4-BE49-F238E27FC236}">
                  <a16:creationId xmlns:a16="http://schemas.microsoft.com/office/drawing/2014/main" id="{6ECCB147-A652-0C45-8411-FDEFE8B769B8}"/>
                </a:ext>
              </a:extLst>
            </p:cNvPr>
            <p:cNvSpPr txBox="1">
              <a:spLocks noChangeArrowheads="1"/>
            </p:cNvSpPr>
            <p:nvPr/>
          </p:nvSpPr>
          <p:spPr bwMode="auto">
            <a:xfrm>
              <a:off x="1236" y="903"/>
              <a:ext cx="18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1</a:t>
              </a:r>
            </a:p>
          </p:txBody>
        </p:sp>
      </p:grpSp>
      <p:grpSp>
        <p:nvGrpSpPr>
          <p:cNvPr id="72" name="Group 16">
            <a:extLst>
              <a:ext uri="{FF2B5EF4-FFF2-40B4-BE49-F238E27FC236}">
                <a16:creationId xmlns:a16="http://schemas.microsoft.com/office/drawing/2014/main" id="{034C0BC2-FAFB-954B-8184-7437ED6443FF}"/>
              </a:ext>
            </a:extLst>
          </p:cNvPr>
          <p:cNvGrpSpPr>
            <a:grpSpLocks/>
          </p:cNvGrpSpPr>
          <p:nvPr/>
        </p:nvGrpSpPr>
        <p:grpSpPr bwMode="auto">
          <a:xfrm>
            <a:off x="6792641" y="1417223"/>
            <a:ext cx="449263" cy="338137"/>
            <a:chOff x="1185" y="903"/>
            <a:chExt cx="283" cy="213"/>
          </a:xfrm>
        </p:grpSpPr>
        <p:sp>
          <p:nvSpPr>
            <p:cNvPr id="114" name="Rectangle 17">
              <a:extLst>
                <a:ext uri="{FF2B5EF4-FFF2-40B4-BE49-F238E27FC236}">
                  <a16:creationId xmlns:a16="http://schemas.microsoft.com/office/drawing/2014/main" id="{B5E231FA-D60E-3344-A54A-AE1CCAC2787E}"/>
                </a:ext>
              </a:extLst>
            </p:cNvPr>
            <p:cNvSpPr>
              <a:spLocks noChangeArrowheads="1"/>
            </p:cNvSpPr>
            <p:nvPr/>
          </p:nvSpPr>
          <p:spPr bwMode="auto">
            <a:xfrm>
              <a:off x="1185" y="924"/>
              <a:ext cx="283" cy="169"/>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5" name="Text Box 18">
              <a:extLst>
                <a:ext uri="{FF2B5EF4-FFF2-40B4-BE49-F238E27FC236}">
                  <a16:creationId xmlns:a16="http://schemas.microsoft.com/office/drawing/2014/main" id="{C4C08E10-907C-DD42-A551-372531B73DDF}"/>
                </a:ext>
              </a:extLst>
            </p:cNvPr>
            <p:cNvSpPr txBox="1">
              <a:spLocks noChangeArrowheads="1"/>
            </p:cNvSpPr>
            <p:nvPr/>
          </p:nvSpPr>
          <p:spPr bwMode="auto">
            <a:xfrm>
              <a:off x="1236" y="903"/>
              <a:ext cx="18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1</a:t>
              </a:r>
            </a:p>
          </p:txBody>
        </p:sp>
      </p:grpSp>
      <p:grpSp>
        <p:nvGrpSpPr>
          <p:cNvPr id="73" name="Group 24">
            <a:extLst>
              <a:ext uri="{FF2B5EF4-FFF2-40B4-BE49-F238E27FC236}">
                <a16:creationId xmlns:a16="http://schemas.microsoft.com/office/drawing/2014/main" id="{647D2F6D-CE64-8B4B-B615-A2D4A4BABDA1}"/>
              </a:ext>
            </a:extLst>
          </p:cNvPr>
          <p:cNvGrpSpPr>
            <a:grpSpLocks/>
          </p:cNvGrpSpPr>
          <p:nvPr/>
        </p:nvGrpSpPr>
        <p:grpSpPr bwMode="auto">
          <a:xfrm>
            <a:off x="3260453" y="1934748"/>
            <a:ext cx="449263" cy="338137"/>
            <a:chOff x="4584" y="1229"/>
            <a:chExt cx="283" cy="213"/>
          </a:xfrm>
        </p:grpSpPr>
        <p:sp>
          <p:nvSpPr>
            <p:cNvPr id="112" name="Rectangle 20">
              <a:extLst>
                <a:ext uri="{FF2B5EF4-FFF2-40B4-BE49-F238E27FC236}">
                  <a16:creationId xmlns:a16="http://schemas.microsoft.com/office/drawing/2014/main" id="{40A791FB-0B4E-E54D-A7B1-9F64A6BAE3D6}"/>
                </a:ext>
              </a:extLst>
            </p:cNvPr>
            <p:cNvSpPr>
              <a:spLocks noChangeArrowheads="1"/>
            </p:cNvSpPr>
            <p:nvPr/>
          </p:nvSpPr>
          <p:spPr bwMode="auto">
            <a:xfrm>
              <a:off x="4584" y="1247"/>
              <a:ext cx="283" cy="169"/>
            </a:xfrm>
            <a:prstGeom prst="rect">
              <a:avLst/>
            </a:prstGeom>
            <a:solidFill>
              <a:srgbClr val="33CC3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3" name="Text Box 21">
              <a:extLst>
                <a:ext uri="{FF2B5EF4-FFF2-40B4-BE49-F238E27FC236}">
                  <a16:creationId xmlns:a16="http://schemas.microsoft.com/office/drawing/2014/main" id="{B1F1A4C1-13C1-264C-B2A5-E57D85AD56EF}"/>
                </a:ext>
              </a:extLst>
            </p:cNvPr>
            <p:cNvSpPr txBox="1">
              <a:spLocks noChangeArrowheads="1"/>
            </p:cNvSpPr>
            <p:nvPr/>
          </p:nvSpPr>
          <p:spPr bwMode="auto">
            <a:xfrm>
              <a:off x="4636" y="1229"/>
              <a:ext cx="182" cy="213"/>
            </a:xfrm>
            <a:prstGeom prst="rect">
              <a:avLst/>
            </a:prstGeom>
            <a:noFill/>
            <a:ln>
              <a:noFill/>
            </a:ln>
            <a:effectLst/>
            <a:extLst>
              <a:ext uri="{909E8E84-426E-40dd-AFC4-6F175D3DCCD1}">
                <a14:hiddenFill xmlns="" xmlns:a14="http://schemas.microsoft.com/office/drawing/2010/main">
                  <a:solidFill>
                    <a:srgbClr val="008000"/>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2</a:t>
              </a:r>
            </a:p>
          </p:txBody>
        </p:sp>
      </p:grpSp>
      <p:grpSp>
        <p:nvGrpSpPr>
          <p:cNvPr id="74" name="Group 31">
            <a:extLst>
              <a:ext uri="{FF2B5EF4-FFF2-40B4-BE49-F238E27FC236}">
                <a16:creationId xmlns:a16="http://schemas.microsoft.com/office/drawing/2014/main" id="{A513746B-2BA9-7842-A3F9-4C806D4C430D}"/>
              </a:ext>
            </a:extLst>
          </p:cNvPr>
          <p:cNvGrpSpPr>
            <a:grpSpLocks/>
          </p:cNvGrpSpPr>
          <p:nvPr/>
        </p:nvGrpSpPr>
        <p:grpSpPr bwMode="auto">
          <a:xfrm>
            <a:off x="3262041" y="2444335"/>
            <a:ext cx="449263" cy="338137"/>
            <a:chOff x="4827" y="1591"/>
            <a:chExt cx="283" cy="213"/>
          </a:xfrm>
        </p:grpSpPr>
        <p:sp>
          <p:nvSpPr>
            <p:cNvPr id="110" name="Rectangle 22">
              <a:extLst>
                <a:ext uri="{FF2B5EF4-FFF2-40B4-BE49-F238E27FC236}">
                  <a16:creationId xmlns:a16="http://schemas.microsoft.com/office/drawing/2014/main" id="{D2113151-CB73-5B4D-B726-093BB119A4BD}"/>
                </a:ext>
              </a:extLst>
            </p:cNvPr>
            <p:cNvSpPr>
              <a:spLocks noChangeArrowheads="1"/>
            </p:cNvSpPr>
            <p:nvPr/>
          </p:nvSpPr>
          <p:spPr bwMode="auto">
            <a:xfrm>
              <a:off x="4827" y="1609"/>
              <a:ext cx="283" cy="169"/>
            </a:xfrm>
            <a:prstGeom prst="rect">
              <a:avLst/>
            </a:prstGeom>
            <a:solidFill>
              <a:srgbClr val="D6009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1" name="Text Box 23">
              <a:extLst>
                <a:ext uri="{FF2B5EF4-FFF2-40B4-BE49-F238E27FC236}">
                  <a16:creationId xmlns:a16="http://schemas.microsoft.com/office/drawing/2014/main" id="{F159D2A5-6D5C-0349-BF63-4ECC249F372F}"/>
                </a:ext>
              </a:extLst>
            </p:cNvPr>
            <p:cNvSpPr txBox="1">
              <a:spLocks noChangeArrowheads="1"/>
            </p:cNvSpPr>
            <p:nvPr/>
          </p:nvSpPr>
          <p:spPr bwMode="auto">
            <a:xfrm>
              <a:off x="4872" y="1591"/>
              <a:ext cx="182" cy="213"/>
            </a:xfrm>
            <a:prstGeom prst="rect">
              <a:avLst/>
            </a:prstGeom>
            <a:noFill/>
            <a:ln>
              <a:noFill/>
            </a:ln>
            <a:effectLst/>
            <a:extLst>
              <a:ext uri="{909E8E84-426E-40dd-AFC4-6F175D3DCCD1}">
                <a14:hiddenFill xmlns="" xmlns:a14="http://schemas.microsoft.com/office/drawing/2010/main">
                  <a:solidFill>
                    <a:srgbClr val="008000"/>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3</a:t>
              </a:r>
            </a:p>
          </p:txBody>
        </p:sp>
      </p:grpSp>
      <p:grpSp>
        <p:nvGrpSpPr>
          <p:cNvPr id="75" name="Group 25">
            <a:extLst>
              <a:ext uri="{FF2B5EF4-FFF2-40B4-BE49-F238E27FC236}">
                <a16:creationId xmlns:a16="http://schemas.microsoft.com/office/drawing/2014/main" id="{94B00C29-0193-D349-BFB1-CF44B881490C}"/>
              </a:ext>
            </a:extLst>
          </p:cNvPr>
          <p:cNvGrpSpPr>
            <a:grpSpLocks/>
          </p:cNvGrpSpPr>
          <p:nvPr/>
        </p:nvGrpSpPr>
        <p:grpSpPr bwMode="auto">
          <a:xfrm>
            <a:off x="4249466" y="1936335"/>
            <a:ext cx="449263" cy="338137"/>
            <a:chOff x="4584" y="1229"/>
            <a:chExt cx="283" cy="213"/>
          </a:xfrm>
        </p:grpSpPr>
        <p:sp>
          <p:nvSpPr>
            <p:cNvPr id="108" name="Rectangle 26">
              <a:extLst>
                <a:ext uri="{FF2B5EF4-FFF2-40B4-BE49-F238E27FC236}">
                  <a16:creationId xmlns:a16="http://schemas.microsoft.com/office/drawing/2014/main" id="{8A1DD3D1-8785-3040-A4F2-5147DB8857B0}"/>
                </a:ext>
              </a:extLst>
            </p:cNvPr>
            <p:cNvSpPr>
              <a:spLocks noChangeArrowheads="1"/>
            </p:cNvSpPr>
            <p:nvPr/>
          </p:nvSpPr>
          <p:spPr bwMode="auto">
            <a:xfrm>
              <a:off x="4584" y="1247"/>
              <a:ext cx="283" cy="169"/>
            </a:xfrm>
            <a:prstGeom prst="rect">
              <a:avLst/>
            </a:prstGeom>
            <a:solidFill>
              <a:srgbClr val="33CC3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9" name="Text Box 27">
              <a:extLst>
                <a:ext uri="{FF2B5EF4-FFF2-40B4-BE49-F238E27FC236}">
                  <a16:creationId xmlns:a16="http://schemas.microsoft.com/office/drawing/2014/main" id="{09BBF762-4792-7643-BA15-B59BC2E2DC28}"/>
                </a:ext>
              </a:extLst>
            </p:cNvPr>
            <p:cNvSpPr txBox="1">
              <a:spLocks noChangeArrowheads="1"/>
            </p:cNvSpPr>
            <p:nvPr/>
          </p:nvSpPr>
          <p:spPr bwMode="auto">
            <a:xfrm>
              <a:off x="4636" y="1229"/>
              <a:ext cx="182" cy="213"/>
            </a:xfrm>
            <a:prstGeom prst="rect">
              <a:avLst/>
            </a:prstGeom>
            <a:noFill/>
            <a:ln>
              <a:noFill/>
            </a:ln>
            <a:effectLst/>
            <a:extLst>
              <a:ext uri="{909E8E84-426E-40dd-AFC4-6F175D3DCCD1}">
                <a14:hiddenFill xmlns="" xmlns:a14="http://schemas.microsoft.com/office/drawing/2010/main">
                  <a:solidFill>
                    <a:srgbClr val="008000"/>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2</a:t>
              </a:r>
            </a:p>
          </p:txBody>
        </p:sp>
      </p:grpSp>
      <p:grpSp>
        <p:nvGrpSpPr>
          <p:cNvPr id="76" name="Group 28">
            <a:extLst>
              <a:ext uri="{FF2B5EF4-FFF2-40B4-BE49-F238E27FC236}">
                <a16:creationId xmlns:a16="http://schemas.microsoft.com/office/drawing/2014/main" id="{E38A06E9-F095-D04D-91F9-81DAFE4FE972}"/>
              </a:ext>
            </a:extLst>
          </p:cNvPr>
          <p:cNvGrpSpPr>
            <a:grpSpLocks/>
          </p:cNvGrpSpPr>
          <p:nvPr/>
        </p:nvGrpSpPr>
        <p:grpSpPr bwMode="auto">
          <a:xfrm>
            <a:off x="4766991" y="1937923"/>
            <a:ext cx="449263" cy="338137"/>
            <a:chOff x="4584" y="1229"/>
            <a:chExt cx="283" cy="213"/>
          </a:xfrm>
        </p:grpSpPr>
        <p:sp>
          <p:nvSpPr>
            <p:cNvPr id="106" name="Rectangle 29">
              <a:extLst>
                <a:ext uri="{FF2B5EF4-FFF2-40B4-BE49-F238E27FC236}">
                  <a16:creationId xmlns:a16="http://schemas.microsoft.com/office/drawing/2014/main" id="{0987B743-D2A1-9D4F-A662-FFB579A91956}"/>
                </a:ext>
              </a:extLst>
            </p:cNvPr>
            <p:cNvSpPr>
              <a:spLocks noChangeArrowheads="1"/>
            </p:cNvSpPr>
            <p:nvPr/>
          </p:nvSpPr>
          <p:spPr bwMode="auto">
            <a:xfrm>
              <a:off x="4584" y="1247"/>
              <a:ext cx="283" cy="169"/>
            </a:xfrm>
            <a:prstGeom prst="rect">
              <a:avLst/>
            </a:prstGeom>
            <a:solidFill>
              <a:srgbClr val="33CC3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7" name="Text Box 30">
              <a:extLst>
                <a:ext uri="{FF2B5EF4-FFF2-40B4-BE49-F238E27FC236}">
                  <a16:creationId xmlns:a16="http://schemas.microsoft.com/office/drawing/2014/main" id="{89D7FAA9-9F94-0C4F-B4C3-025342E3FD4A}"/>
                </a:ext>
              </a:extLst>
            </p:cNvPr>
            <p:cNvSpPr txBox="1">
              <a:spLocks noChangeArrowheads="1"/>
            </p:cNvSpPr>
            <p:nvPr/>
          </p:nvSpPr>
          <p:spPr bwMode="auto">
            <a:xfrm>
              <a:off x="4636" y="1229"/>
              <a:ext cx="182" cy="213"/>
            </a:xfrm>
            <a:prstGeom prst="rect">
              <a:avLst/>
            </a:prstGeom>
            <a:noFill/>
            <a:ln>
              <a:noFill/>
            </a:ln>
            <a:effectLst/>
            <a:extLst>
              <a:ext uri="{909E8E84-426E-40dd-AFC4-6F175D3DCCD1}">
                <a14:hiddenFill xmlns="" xmlns:a14="http://schemas.microsoft.com/office/drawing/2010/main">
                  <a:solidFill>
                    <a:srgbClr val="008000"/>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2</a:t>
              </a:r>
            </a:p>
          </p:txBody>
        </p:sp>
      </p:grpSp>
      <p:grpSp>
        <p:nvGrpSpPr>
          <p:cNvPr id="77" name="Group 32">
            <a:extLst>
              <a:ext uri="{FF2B5EF4-FFF2-40B4-BE49-F238E27FC236}">
                <a16:creationId xmlns:a16="http://schemas.microsoft.com/office/drawing/2014/main" id="{DEC4F61B-7F47-6D40-A1E6-9647D3850BE9}"/>
              </a:ext>
            </a:extLst>
          </p:cNvPr>
          <p:cNvGrpSpPr>
            <a:grpSpLocks/>
          </p:cNvGrpSpPr>
          <p:nvPr/>
        </p:nvGrpSpPr>
        <p:grpSpPr bwMode="auto">
          <a:xfrm>
            <a:off x="5778228" y="2445922"/>
            <a:ext cx="449263" cy="338137"/>
            <a:chOff x="4827" y="1591"/>
            <a:chExt cx="283" cy="213"/>
          </a:xfrm>
        </p:grpSpPr>
        <p:sp>
          <p:nvSpPr>
            <p:cNvPr id="104" name="Rectangle 33">
              <a:extLst>
                <a:ext uri="{FF2B5EF4-FFF2-40B4-BE49-F238E27FC236}">
                  <a16:creationId xmlns:a16="http://schemas.microsoft.com/office/drawing/2014/main" id="{78D56CA1-57DA-D349-81DF-1FE3F45AA458}"/>
                </a:ext>
              </a:extLst>
            </p:cNvPr>
            <p:cNvSpPr>
              <a:spLocks noChangeArrowheads="1"/>
            </p:cNvSpPr>
            <p:nvPr/>
          </p:nvSpPr>
          <p:spPr bwMode="auto">
            <a:xfrm>
              <a:off x="4827" y="1609"/>
              <a:ext cx="283" cy="169"/>
            </a:xfrm>
            <a:prstGeom prst="rect">
              <a:avLst/>
            </a:prstGeom>
            <a:solidFill>
              <a:srgbClr val="D6009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5" name="Text Box 34">
              <a:extLst>
                <a:ext uri="{FF2B5EF4-FFF2-40B4-BE49-F238E27FC236}">
                  <a16:creationId xmlns:a16="http://schemas.microsoft.com/office/drawing/2014/main" id="{90B9F9DD-82FB-9540-93E1-DE1323F00CFB}"/>
                </a:ext>
              </a:extLst>
            </p:cNvPr>
            <p:cNvSpPr txBox="1">
              <a:spLocks noChangeArrowheads="1"/>
            </p:cNvSpPr>
            <p:nvPr/>
          </p:nvSpPr>
          <p:spPr bwMode="auto">
            <a:xfrm>
              <a:off x="4872" y="1591"/>
              <a:ext cx="182" cy="213"/>
            </a:xfrm>
            <a:prstGeom prst="rect">
              <a:avLst/>
            </a:prstGeom>
            <a:noFill/>
            <a:ln>
              <a:noFill/>
            </a:ln>
            <a:effectLst/>
            <a:extLst>
              <a:ext uri="{909E8E84-426E-40dd-AFC4-6F175D3DCCD1}">
                <a14:hiddenFill xmlns="" xmlns:a14="http://schemas.microsoft.com/office/drawing/2010/main">
                  <a:solidFill>
                    <a:srgbClr val="008000"/>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3</a:t>
              </a:r>
            </a:p>
          </p:txBody>
        </p:sp>
      </p:grpSp>
      <p:grpSp>
        <p:nvGrpSpPr>
          <p:cNvPr id="78" name="Group 35">
            <a:extLst>
              <a:ext uri="{FF2B5EF4-FFF2-40B4-BE49-F238E27FC236}">
                <a16:creationId xmlns:a16="http://schemas.microsoft.com/office/drawing/2014/main" id="{9515035B-221C-F640-AD70-3EDAE35D9A46}"/>
              </a:ext>
            </a:extLst>
          </p:cNvPr>
          <p:cNvGrpSpPr>
            <a:grpSpLocks/>
          </p:cNvGrpSpPr>
          <p:nvPr/>
        </p:nvGrpSpPr>
        <p:grpSpPr bwMode="auto">
          <a:xfrm>
            <a:off x="7289528" y="2447510"/>
            <a:ext cx="449263" cy="338137"/>
            <a:chOff x="4827" y="1591"/>
            <a:chExt cx="283" cy="213"/>
          </a:xfrm>
        </p:grpSpPr>
        <p:sp>
          <p:nvSpPr>
            <p:cNvPr id="102" name="Rectangle 36">
              <a:extLst>
                <a:ext uri="{FF2B5EF4-FFF2-40B4-BE49-F238E27FC236}">
                  <a16:creationId xmlns:a16="http://schemas.microsoft.com/office/drawing/2014/main" id="{011AA78D-6081-1E4C-B13C-ABA03976C8DD}"/>
                </a:ext>
              </a:extLst>
            </p:cNvPr>
            <p:cNvSpPr>
              <a:spLocks noChangeArrowheads="1"/>
            </p:cNvSpPr>
            <p:nvPr/>
          </p:nvSpPr>
          <p:spPr bwMode="auto">
            <a:xfrm>
              <a:off x="4827" y="1609"/>
              <a:ext cx="283" cy="169"/>
            </a:xfrm>
            <a:prstGeom prst="rect">
              <a:avLst/>
            </a:prstGeom>
            <a:solidFill>
              <a:srgbClr val="D60093"/>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3" name="Text Box 37">
              <a:extLst>
                <a:ext uri="{FF2B5EF4-FFF2-40B4-BE49-F238E27FC236}">
                  <a16:creationId xmlns:a16="http://schemas.microsoft.com/office/drawing/2014/main" id="{E9D6FFEE-F33E-FF42-9FA7-54026C2FB7A3}"/>
                </a:ext>
              </a:extLst>
            </p:cNvPr>
            <p:cNvSpPr txBox="1">
              <a:spLocks noChangeArrowheads="1"/>
            </p:cNvSpPr>
            <p:nvPr/>
          </p:nvSpPr>
          <p:spPr bwMode="auto">
            <a:xfrm>
              <a:off x="4872" y="1591"/>
              <a:ext cx="182" cy="213"/>
            </a:xfrm>
            <a:prstGeom prst="rect">
              <a:avLst/>
            </a:prstGeom>
            <a:noFill/>
            <a:ln>
              <a:noFill/>
            </a:ln>
            <a:effectLst/>
            <a:extLst>
              <a:ext uri="{909E8E84-426E-40dd-AFC4-6F175D3DCCD1}">
                <a14:hiddenFill xmlns="" xmlns:a14="http://schemas.microsoft.com/office/drawing/2010/main">
                  <a:solidFill>
                    <a:srgbClr val="008000"/>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3</a:t>
              </a:r>
            </a:p>
          </p:txBody>
        </p:sp>
      </p:grpSp>
      <p:sp>
        <p:nvSpPr>
          <p:cNvPr id="79" name="Text Box 38">
            <a:extLst>
              <a:ext uri="{FF2B5EF4-FFF2-40B4-BE49-F238E27FC236}">
                <a16:creationId xmlns:a16="http://schemas.microsoft.com/office/drawing/2014/main" id="{BC3667BC-568F-5D45-AA96-AD633C981E1C}"/>
              </a:ext>
            </a:extLst>
          </p:cNvPr>
          <p:cNvSpPr txBox="1">
            <a:spLocks noChangeArrowheads="1"/>
          </p:cNvSpPr>
          <p:nvPr/>
        </p:nvSpPr>
        <p:spPr bwMode="auto">
          <a:xfrm>
            <a:off x="2411141" y="1452148"/>
            <a:ext cx="762000" cy="3381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node 1</a:t>
            </a:r>
          </a:p>
        </p:txBody>
      </p:sp>
      <p:sp>
        <p:nvSpPr>
          <p:cNvPr id="80" name="Text Box 39">
            <a:extLst>
              <a:ext uri="{FF2B5EF4-FFF2-40B4-BE49-F238E27FC236}">
                <a16:creationId xmlns:a16="http://schemas.microsoft.com/office/drawing/2014/main" id="{54EFAF25-FCFE-594D-BB9A-4C06F0108FB9}"/>
              </a:ext>
            </a:extLst>
          </p:cNvPr>
          <p:cNvSpPr txBox="1">
            <a:spLocks noChangeArrowheads="1"/>
          </p:cNvSpPr>
          <p:nvPr/>
        </p:nvSpPr>
        <p:spPr bwMode="auto">
          <a:xfrm>
            <a:off x="2393678" y="1966498"/>
            <a:ext cx="762000" cy="3381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node 2</a:t>
            </a:r>
          </a:p>
        </p:txBody>
      </p:sp>
      <p:sp>
        <p:nvSpPr>
          <p:cNvPr id="81" name="Text Box 40">
            <a:extLst>
              <a:ext uri="{FF2B5EF4-FFF2-40B4-BE49-F238E27FC236}">
                <a16:creationId xmlns:a16="http://schemas.microsoft.com/office/drawing/2014/main" id="{047D14B7-CD88-0D4A-AD77-5823FBA991D4}"/>
              </a:ext>
            </a:extLst>
          </p:cNvPr>
          <p:cNvSpPr txBox="1">
            <a:spLocks noChangeArrowheads="1"/>
          </p:cNvSpPr>
          <p:nvPr/>
        </p:nvSpPr>
        <p:spPr bwMode="auto">
          <a:xfrm>
            <a:off x="2439716" y="2469735"/>
            <a:ext cx="762000" cy="3381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node 3</a:t>
            </a:r>
          </a:p>
        </p:txBody>
      </p:sp>
      <p:sp>
        <p:nvSpPr>
          <p:cNvPr id="82" name="Line 41">
            <a:extLst>
              <a:ext uri="{FF2B5EF4-FFF2-40B4-BE49-F238E27FC236}">
                <a16:creationId xmlns:a16="http://schemas.microsoft.com/office/drawing/2014/main" id="{EF48CFD5-90F6-EF43-A053-5A2BD2F09AEF}"/>
              </a:ext>
            </a:extLst>
          </p:cNvPr>
          <p:cNvSpPr>
            <a:spLocks noChangeShapeType="1"/>
          </p:cNvSpPr>
          <p:nvPr/>
        </p:nvSpPr>
        <p:spPr bwMode="auto">
          <a:xfrm>
            <a:off x="3236641" y="2977735"/>
            <a:ext cx="521017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83" name="Line 42">
            <a:extLst>
              <a:ext uri="{FF2B5EF4-FFF2-40B4-BE49-F238E27FC236}">
                <a16:creationId xmlns:a16="http://schemas.microsoft.com/office/drawing/2014/main" id="{000967D4-6D82-3C45-A172-150191F96BEF}"/>
              </a:ext>
            </a:extLst>
          </p:cNvPr>
          <p:cNvSpPr>
            <a:spLocks noChangeShapeType="1"/>
          </p:cNvSpPr>
          <p:nvPr/>
        </p:nvSpPr>
        <p:spPr bwMode="auto">
          <a:xfrm>
            <a:off x="3239816" y="2877722"/>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84" name="Line 43">
            <a:extLst>
              <a:ext uri="{FF2B5EF4-FFF2-40B4-BE49-F238E27FC236}">
                <a16:creationId xmlns:a16="http://schemas.microsoft.com/office/drawing/2014/main" id="{F238DB4A-BE5F-9743-9947-04D5215C95E1}"/>
              </a:ext>
            </a:extLst>
          </p:cNvPr>
          <p:cNvSpPr>
            <a:spLocks noChangeShapeType="1"/>
          </p:cNvSpPr>
          <p:nvPr/>
        </p:nvSpPr>
        <p:spPr bwMode="auto">
          <a:xfrm>
            <a:off x="3739878" y="2877722"/>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85" name="Line 44">
            <a:extLst>
              <a:ext uri="{FF2B5EF4-FFF2-40B4-BE49-F238E27FC236}">
                <a16:creationId xmlns:a16="http://schemas.microsoft.com/office/drawing/2014/main" id="{C6957062-2774-324C-BCB0-B11EB113A305}"/>
              </a:ext>
            </a:extLst>
          </p:cNvPr>
          <p:cNvSpPr>
            <a:spLocks noChangeShapeType="1"/>
          </p:cNvSpPr>
          <p:nvPr/>
        </p:nvSpPr>
        <p:spPr bwMode="auto">
          <a:xfrm>
            <a:off x="4243116" y="2874547"/>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86" name="Line 45">
            <a:extLst>
              <a:ext uri="{FF2B5EF4-FFF2-40B4-BE49-F238E27FC236}">
                <a16:creationId xmlns:a16="http://schemas.microsoft.com/office/drawing/2014/main" id="{242EDB35-EDA5-084B-9AA4-62A7C146A416}"/>
              </a:ext>
            </a:extLst>
          </p:cNvPr>
          <p:cNvSpPr>
            <a:spLocks noChangeShapeType="1"/>
          </p:cNvSpPr>
          <p:nvPr/>
        </p:nvSpPr>
        <p:spPr bwMode="auto">
          <a:xfrm>
            <a:off x="4749528" y="2877722"/>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87" name="Line 46">
            <a:extLst>
              <a:ext uri="{FF2B5EF4-FFF2-40B4-BE49-F238E27FC236}">
                <a16:creationId xmlns:a16="http://schemas.microsoft.com/office/drawing/2014/main" id="{E0FAA97E-3CAE-F145-BE6E-2931C7A409F0}"/>
              </a:ext>
            </a:extLst>
          </p:cNvPr>
          <p:cNvSpPr>
            <a:spLocks noChangeShapeType="1"/>
          </p:cNvSpPr>
          <p:nvPr/>
        </p:nvSpPr>
        <p:spPr bwMode="auto">
          <a:xfrm>
            <a:off x="5254353" y="2874547"/>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88" name="Line 47">
            <a:extLst>
              <a:ext uri="{FF2B5EF4-FFF2-40B4-BE49-F238E27FC236}">
                <a16:creationId xmlns:a16="http://schemas.microsoft.com/office/drawing/2014/main" id="{9EAB79C7-5AED-CD47-BF01-F04C67454D83}"/>
              </a:ext>
            </a:extLst>
          </p:cNvPr>
          <p:cNvSpPr>
            <a:spLocks noChangeShapeType="1"/>
          </p:cNvSpPr>
          <p:nvPr/>
        </p:nvSpPr>
        <p:spPr bwMode="auto">
          <a:xfrm>
            <a:off x="5762353" y="2877722"/>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89" name="Line 48">
            <a:extLst>
              <a:ext uri="{FF2B5EF4-FFF2-40B4-BE49-F238E27FC236}">
                <a16:creationId xmlns:a16="http://schemas.microsoft.com/office/drawing/2014/main" id="{ED1E52C2-A2DF-7244-888D-8BC965C7BF91}"/>
              </a:ext>
            </a:extLst>
          </p:cNvPr>
          <p:cNvSpPr>
            <a:spLocks noChangeShapeType="1"/>
          </p:cNvSpPr>
          <p:nvPr/>
        </p:nvSpPr>
        <p:spPr bwMode="auto">
          <a:xfrm>
            <a:off x="6267178" y="2877722"/>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90" name="Line 49">
            <a:extLst>
              <a:ext uri="{FF2B5EF4-FFF2-40B4-BE49-F238E27FC236}">
                <a16:creationId xmlns:a16="http://schemas.microsoft.com/office/drawing/2014/main" id="{0337F98B-B062-E149-AA28-4B72BC8AD653}"/>
              </a:ext>
            </a:extLst>
          </p:cNvPr>
          <p:cNvSpPr>
            <a:spLocks noChangeShapeType="1"/>
          </p:cNvSpPr>
          <p:nvPr/>
        </p:nvSpPr>
        <p:spPr bwMode="auto">
          <a:xfrm>
            <a:off x="6772003" y="2874547"/>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91" name="Line 50">
            <a:extLst>
              <a:ext uri="{FF2B5EF4-FFF2-40B4-BE49-F238E27FC236}">
                <a16:creationId xmlns:a16="http://schemas.microsoft.com/office/drawing/2014/main" id="{A8A55C4A-1AC8-E64D-A11D-781712E97BA7}"/>
              </a:ext>
            </a:extLst>
          </p:cNvPr>
          <p:cNvSpPr>
            <a:spLocks noChangeShapeType="1"/>
          </p:cNvSpPr>
          <p:nvPr/>
        </p:nvSpPr>
        <p:spPr bwMode="auto">
          <a:xfrm>
            <a:off x="7280003" y="2871372"/>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92" name="Line 51">
            <a:extLst>
              <a:ext uri="{FF2B5EF4-FFF2-40B4-BE49-F238E27FC236}">
                <a16:creationId xmlns:a16="http://schemas.microsoft.com/office/drawing/2014/main" id="{68413A17-8D6D-6F4A-9006-440A683FDCD3}"/>
              </a:ext>
            </a:extLst>
          </p:cNvPr>
          <p:cNvSpPr>
            <a:spLocks noChangeShapeType="1"/>
          </p:cNvSpPr>
          <p:nvPr/>
        </p:nvSpPr>
        <p:spPr bwMode="auto">
          <a:xfrm>
            <a:off x="7768953" y="2868197"/>
            <a:ext cx="0" cy="21272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endParaRPr>
          </a:p>
        </p:txBody>
      </p:sp>
      <p:sp>
        <p:nvSpPr>
          <p:cNvPr id="93" name="Text Box 54">
            <a:extLst>
              <a:ext uri="{FF2B5EF4-FFF2-40B4-BE49-F238E27FC236}">
                <a16:creationId xmlns:a16="http://schemas.microsoft.com/office/drawing/2014/main" id="{EFB9B6C9-55C7-9543-BEDB-3C9A6C2B175D}"/>
              </a:ext>
            </a:extLst>
          </p:cNvPr>
          <p:cNvSpPr txBox="1">
            <a:spLocks noChangeArrowheads="1"/>
          </p:cNvSpPr>
          <p:nvPr/>
        </p:nvSpPr>
        <p:spPr bwMode="auto">
          <a:xfrm>
            <a:off x="3301728" y="2992022"/>
            <a:ext cx="320675"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C</a:t>
            </a:r>
          </a:p>
        </p:txBody>
      </p:sp>
      <p:sp>
        <p:nvSpPr>
          <p:cNvPr id="94" name="Text Box 55">
            <a:extLst>
              <a:ext uri="{FF2B5EF4-FFF2-40B4-BE49-F238E27FC236}">
                <a16:creationId xmlns:a16="http://schemas.microsoft.com/office/drawing/2014/main" id="{A8BF3599-17CC-C54D-A1F4-204FFCEF53B4}"/>
              </a:ext>
            </a:extLst>
          </p:cNvPr>
          <p:cNvSpPr txBox="1">
            <a:spLocks noChangeArrowheads="1"/>
          </p:cNvSpPr>
          <p:nvPr/>
        </p:nvSpPr>
        <p:spPr bwMode="auto">
          <a:xfrm>
            <a:off x="4320903" y="2992022"/>
            <a:ext cx="320675"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C</a:t>
            </a:r>
          </a:p>
        </p:txBody>
      </p:sp>
      <p:sp>
        <p:nvSpPr>
          <p:cNvPr id="95" name="Text Box 56">
            <a:extLst>
              <a:ext uri="{FF2B5EF4-FFF2-40B4-BE49-F238E27FC236}">
                <a16:creationId xmlns:a16="http://schemas.microsoft.com/office/drawing/2014/main" id="{016A40F4-F886-714E-966E-BFDE0F62F876}"/>
              </a:ext>
            </a:extLst>
          </p:cNvPr>
          <p:cNvSpPr txBox="1">
            <a:spLocks noChangeArrowheads="1"/>
          </p:cNvSpPr>
          <p:nvPr/>
        </p:nvSpPr>
        <p:spPr bwMode="auto">
          <a:xfrm>
            <a:off x="5835378" y="2992022"/>
            <a:ext cx="320675"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C</a:t>
            </a:r>
          </a:p>
        </p:txBody>
      </p:sp>
      <p:sp>
        <p:nvSpPr>
          <p:cNvPr id="96" name="Text Box 58">
            <a:extLst>
              <a:ext uri="{FF2B5EF4-FFF2-40B4-BE49-F238E27FC236}">
                <a16:creationId xmlns:a16="http://schemas.microsoft.com/office/drawing/2014/main" id="{807DF3EC-AAB1-B04A-A023-C5893F6D2704}"/>
              </a:ext>
            </a:extLst>
          </p:cNvPr>
          <p:cNvSpPr txBox="1">
            <a:spLocks noChangeArrowheads="1"/>
          </p:cNvSpPr>
          <p:nvPr/>
        </p:nvSpPr>
        <p:spPr bwMode="auto">
          <a:xfrm>
            <a:off x="4835253" y="2992022"/>
            <a:ext cx="306388"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S</a:t>
            </a:r>
          </a:p>
        </p:txBody>
      </p:sp>
      <p:sp>
        <p:nvSpPr>
          <p:cNvPr id="97" name="Text Box 59">
            <a:extLst>
              <a:ext uri="{FF2B5EF4-FFF2-40B4-BE49-F238E27FC236}">
                <a16:creationId xmlns:a16="http://schemas.microsoft.com/office/drawing/2014/main" id="{17BF9D31-70E0-5A45-BE2F-E528E8116837}"/>
              </a:ext>
            </a:extLst>
          </p:cNvPr>
          <p:cNvSpPr txBox="1">
            <a:spLocks noChangeArrowheads="1"/>
          </p:cNvSpPr>
          <p:nvPr/>
        </p:nvSpPr>
        <p:spPr bwMode="auto">
          <a:xfrm>
            <a:off x="6835503" y="2992022"/>
            <a:ext cx="306388"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S</a:t>
            </a:r>
          </a:p>
        </p:txBody>
      </p:sp>
      <p:sp>
        <p:nvSpPr>
          <p:cNvPr id="98" name="Text Box 60">
            <a:extLst>
              <a:ext uri="{FF2B5EF4-FFF2-40B4-BE49-F238E27FC236}">
                <a16:creationId xmlns:a16="http://schemas.microsoft.com/office/drawing/2014/main" id="{FE3B7D2B-E773-5048-9CD2-02409182FB9F}"/>
              </a:ext>
            </a:extLst>
          </p:cNvPr>
          <p:cNvSpPr txBox="1">
            <a:spLocks noChangeArrowheads="1"/>
          </p:cNvSpPr>
          <p:nvPr/>
        </p:nvSpPr>
        <p:spPr bwMode="auto">
          <a:xfrm>
            <a:off x="7321278" y="2992022"/>
            <a:ext cx="306388"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S</a:t>
            </a:r>
          </a:p>
        </p:txBody>
      </p:sp>
      <p:sp>
        <p:nvSpPr>
          <p:cNvPr id="99" name="Text Box 61">
            <a:extLst>
              <a:ext uri="{FF2B5EF4-FFF2-40B4-BE49-F238E27FC236}">
                <a16:creationId xmlns:a16="http://schemas.microsoft.com/office/drawing/2014/main" id="{67899F9D-5059-EB46-BE3E-E0710E91B7E7}"/>
              </a:ext>
            </a:extLst>
          </p:cNvPr>
          <p:cNvSpPr txBox="1">
            <a:spLocks noChangeArrowheads="1"/>
          </p:cNvSpPr>
          <p:nvPr/>
        </p:nvSpPr>
        <p:spPr bwMode="auto">
          <a:xfrm>
            <a:off x="3824016" y="2988847"/>
            <a:ext cx="309563"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E</a:t>
            </a:r>
          </a:p>
        </p:txBody>
      </p:sp>
      <p:sp>
        <p:nvSpPr>
          <p:cNvPr id="100" name="Text Box 62">
            <a:extLst>
              <a:ext uri="{FF2B5EF4-FFF2-40B4-BE49-F238E27FC236}">
                <a16:creationId xmlns:a16="http://schemas.microsoft.com/office/drawing/2014/main" id="{0537C8B8-45B8-534A-B936-B66DF9D0E5CB}"/>
              </a:ext>
            </a:extLst>
          </p:cNvPr>
          <p:cNvSpPr txBox="1">
            <a:spLocks noChangeArrowheads="1"/>
          </p:cNvSpPr>
          <p:nvPr/>
        </p:nvSpPr>
        <p:spPr bwMode="auto">
          <a:xfrm>
            <a:off x="5340078" y="2988847"/>
            <a:ext cx="309563"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E</a:t>
            </a:r>
          </a:p>
        </p:txBody>
      </p:sp>
      <p:sp>
        <p:nvSpPr>
          <p:cNvPr id="101" name="Text Box 63">
            <a:extLst>
              <a:ext uri="{FF2B5EF4-FFF2-40B4-BE49-F238E27FC236}">
                <a16:creationId xmlns:a16="http://schemas.microsoft.com/office/drawing/2014/main" id="{A95F6825-15C2-894C-A225-C35D931A8267}"/>
              </a:ext>
            </a:extLst>
          </p:cNvPr>
          <p:cNvSpPr txBox="1">
            <a:spLocks noChangeArrowheads="1"/>
          </p:cNvSpPr>
          <p:nvPr/>
        </p:nvSpPr>
        <p:spPr bwMode="auto">
          <a:xfrm>
            <a:off x="6340203" y="2988847"/>
            <a:ext cx="309563"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A8"/>
                </a:solidFill>
                <a:effectLst/>
                <a:uLnTx/>
                <a:uFillTx/>
                <a:latin typeface="Calibri" panose="020F0502020204030204"/>
                <a:ea typeface="ＭＳ Ｐゴシック" charset="0"/>
                <a:cs typeface="+mn-cs"/>
              </a:rPr>
              <a:t>E</a:t>
            </a:r>
          </a:p>
        </p:txBody>
      </p:sp>
      <p:sp>
        <p:nvSpPr>
          <p:cNvPr id="7" name="TextBox 6">
            <a:extLst>
              <a:ext uri="{FF2B5EF4-FFF2-40B4-BE49-F238E27FC236}">
                <a16:creationId xmlns:a16="http://schemas.microsoft.com/office/drawing/2014/main" id="{6F11076B-DA1C-6740-8643-B478EA3CF6E2}"/>
              </a:ext>
            </a:extLst>
          </p:cNvPr>
          <p:cNvSpPr txBox="1"/>
          <p:nvPr/>
        </p:nvSpPr>
        <p:spPr>
          <a:xfrm>
            <a:off x="8693431" y="1736034"/>
            <a:ext cx="1514197"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collision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success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empty</a:t>
            </a:r>
          </a:p>
        </p:txBody>
      </p:sp>
      <p:sp>
        <p:nvSpPr>
          <p:cNvPr id="6" name="Slide Number Placeholder 5">
            <a:extLst>
              <a:ext uri="{FF2B5EF4-FFF2-40B4-BE49-F238E27FC236}">
                <a16:creationId xmlns:a16="http://schemas.microsoft.com/office/drawing/2014/main" id="{6BC786F0-43E2-384B-F097-CFEFD62A00DE}"/>
              </a:ext>
            </a:extLst>
          </p:cNvPr>
          <p:cNvSpPr>
            <a:spLocks noGrp="1"/>
          </p:cNvSpPr>
          <p:nvPr>
            <p:ph type="sldNum" sz="quarter" idx="4"/>
          </p:nvPr>
        </p:nvSpPr>
        <p:spPr/>
        <p:txBody>
          <a:bodyPr/>
          <a:lstStyle/>
          <a:p>
            <a:r>
              <a:rPr lang="en-US" dirty="0"/>
              <a:t>Link Layer </a:t>
            </a:r>
            <a:fld id="{C4204591-24BD-A542-B9D5-F8D8A88D2FEE}" type="slidenum">
              <a:rPr lang="en-US" smtClean="0"/>
              <a:pPr/>
              <a:t>13</a:t>
            </a:fld>
            <a:endParaRPr lang="en-US" dirty="0"/>
          </a:p>
        </p:txBody>
      </p:sp>
    </p:spTree>
    <p:extLst>
      <p:ext uri="{BB962C8B-B14F-4D97-AF65-F5344CB8AC3E}">
        <p14:creationId xmlns:p14="http://schemas.microsoft.com/office/powerpoint/2010/main" val="2414077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dissolve">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dissolve">
                                      <p:cBhvr>
                                        <p:cTn id="1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513571B-5A38-7249-BDB3-42189BDDBF13}"/>
              </a:ext>
            </a:extLst>
          </p:cNvPr>
          <p:cNvSpPr>
            <a:spLocks noGrp="1"/>
          </p:cNvSpPr>
          <p:nvPr>
            <p:ph idx="1"/>
          </p:nvPr>
        </p:nvSpPr>
        <p:spPr>
          <a:xfrm>
            <a:off x="824948" y="1697523"/>
            <a:ext cx="11062252" cy="4743034"/>
          </a:xfrm>
        </p:spPr>
        <p:txBody>
          <a:bodyPr>
            <a:normAutofit/>
          </a:bodyPr>
          <a:lstStyle/>
          <a:p>
            <a:pPr marL="130175" indent="0">
              <a:buNone/>
            </a:pPr>
            <a:r>
              <a:rPr lang="en-US" dirty="0">
                <a:solidFill>
                  <a:srgbClr val="C00000"/>
                </a:solidFill>
              </a:rPr>
              <a:t>efficiency: </a:t>
            </a:r>
            <a:r>
              <a:rPr lang="en-US" sz="2400" dirty="0"/>
              <a:t>long-run  fraction of successful slots  (many nodes, all with many frames to send)</a:t>
            </a:r>
          </a:p>
          <a:p>
            <a:pPr marL="457200" indent="-274638">
              <a:defRPr/>
            </a:pPr>
            <a:r>
              <a:rPr lang="en-US" sz="2400" i="1" dirty="0"/>
              <a:t>suppose:</a:t>
            </a:r>
            <a:r>
              <a:rPr lang="en-US" sz="2400" dirty="0"/>
              <a:t> </a:t>
            </a:r>
            <a:r>
              <a:rPr lang="en-US" sz="2400" i="1" dirty="0"/>
              <a:t>N</a:t>
            </a:r>
            <a:r>
              <a:rPr lang="en-US" sz="2400" dirty="0"/>
              <a:t> nodes with many frames to send, each transmits in slot with probability </a:t>
            </a:r>
            <a:r>
              <a:rPr lang="en-US" sz="2400" i="1" dirty="0"/>
              <a:t>p</a:t>
            </a:r>
          </a:p>
          <a:p>
            <a:pPr marL="800100" lvl="1" indent="-274638">
              <a:defRPr/>
            </a:pPr>
            <a:r>
              <a:rPr lang="en-US" sz="2400" i="1" dirty="0">
                <a:solidFill>
                  <a:srgbClr val="C00000"/>
                </a:solidFill>
              </a:rPr>
              <a:t>max efficiency = 1/e = .37</a:t>
            </a:r>
            <a:endParaRPr lang="en-US" sz="2400" b="1" i="1" baseline="30000" dirty="0">
              <a:solidFill>
                <a:srgbClr val="C00000"/>
              </a:solidFill>
            </a:endParaRPr>
          </a:p>
          <a:p>
            <a:pPr marL="457200" indent="-274638">
              <a:lnSpc>
                <a:spcPct val="85000"/>
              </a:lnSpc>
              <a:defRPr/>
            </a:pPr>
            <a:r>
              <a:rPr lang="en-US" sz="3200" i="1" dirty="0">
                <a:solidFill>
                  <a:srgbClr val="0000A8"/>
                </a:solidFill>
              </a:rPr>
              <a:t>at best:</a:t>
            </a:r>
            <a:r>
              <a:rPr lang="en-US" i="1" dirty="0">
                <a:solidFill>
                  <a:srgbClr val="0000A8"/>
                </a:solidFill>
              </a:rPr>
              <a:t> </a:t>
            </a:r>
            <a:r>
              <a:rPr lang="en-US" dirty="0"/>
              <a:t>channel used for useful  transmissions 37% of time!</a:t>
            </a:r>
          </a:p>
          <a:p>
            <a:pPr>
              <a:defRPr/>
            </a:pPr>
            <a:endParaRPr lang="en-US" sz="2400" i="1" dirty="0"/>
          </a:p>
          <a:p>
            <a:endParaRPr lang="en-US" sz="2400" dirty="0"/>
          </a:p>
          <a:p>
            <a:endParaRPr lang="en-US" sz="2400" dirty="0"/>
          </a:p>
          <a:p>
            <a:endParaRPr lang="en-US" sz="2400" dirty="0"/>
          </a:p>
        </p:txBody>
      </p:sp>
      <p:sp>
        <p:nvSpPr>
          <p:cNvPr id="6" name="Title 5">
            <a:extLst>
              <a:ext uri="{FF2B5EF4-FFF2-40B4-BE49-F238E27FC236}">
                <a16:creationId xmlns:a16="http://schemas.microsoft.com/office/drawing/2014/main" id="{A11A8D2D-09AD-0C49-9183-F486B93711AA}"/>
              </a:ext>
            </a:extLst>
          </p:cNvPr>
          <p:cNvSpPr>
            <a:spLocks noGrp="1"/>
          </p:cNvSpPr>
          <p:nvPr>
            <p:ph type="title"/>
          </p:nvPr>
        </p:nvSpPr>
        <p:spPr/>
        <p:txBody>
          <a:bodyPr/>
          <a:lstStyle/>
          <a:p>
            <a:r>
              <a:rPr lang="en-US" dirty="0"/>
              <a:t>Slotted ALOHA: efficiency</a:t>
            </a:r>
          </a:p>
        </p:txBody>
      </p:sp>
      <p:sp>
        <p:nvSpPr>
          <p:cNvPr id="8" name="Slide Number Placeholder 7">
            <a:extLst>
              <a:ext uri="{FF2B5EF4-FFF2-40B4-BE49-F238E27FC236}">
                <a16:creationId xmlns:a16="http://schemas.microsoft.com/office/drawing/2014/main" id="{E67C3ED5-1E49-4EEE-BCA0-29AF0988A96D}"/>
              </a:ext>
            </a:extLst>
          </p:cNvPr>
          <p:cNvSpPr>
            <a:spLocks noGrp="1"/>
          </p:cNvSpPr>
          <p:nvPr>
            <p:ph type="sldNum" sz="quarter" idx="4"/>
          </p:nvPr>
        </p:nvSpPr>
        <p:spPr/>
        <p:txBody>
          <a:bodyPr/>
          <a:lstStyle/>
          <a:p>
            <a:r>
              <a:rPr lang="en-US" sz="1600" dirty="0"/>
              <a:t>Link Layer </a:t>
            </a:r>
            <a:fld id="{C4204591-24BD-A542-B9D5-F8D8A88D2FEE}" type="slidenum">
              <a:rPr lang="en-US" sz="1600" smtClean="0"/>
              <a:pPr/>
              <a:t>14</a:t>
            </a:fld>
            <a:endParaRPr lang="en-US" sz="1600" dirty="0"/>
          </a:p>
        </p:txBody>
      </p:sp>
    </p:spTree>
    <p:extLst>
      <p:ext uri="{BB962C8B-B14F-4D97-AF65-F5344CB8AC3E}">
        <p14:creationId xmlns:p14="http://schemas.microsoft.com/office/powerpoint/2010/main" val="220185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dissolv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dissolve">
                                      <p:cBhvr>
                                        <p:cTn id="12" dur="500"/>
                                        <p:tgtEl>
                                          <p:spTgt spid="7">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dissolve">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dissolve">
                                      <p:cBhvr>
                                        <p:cTn id="20"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6F364-2AFB-E64C-838E-D377032559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BD370C-DF91-3B47-8F95-1FD575D87C44}"/>
              </a:ext>
            </a:extLst>
          </p:cNvPr>
          <p:cNvSpPr>
            <a:spLocks noGrp="1"/>
          </p:cNvSpPr>
          <p:nvPr>
            <p:ph idx="1"/>
          </p:nvPr>
        </p:nvSpPr>
        <p:spPr/>
        <p:txBody>
          <a:bodyPr/>
          <a:lstStyle/>
          <a:p>
            <a:r>
              <a:rPr lang="en-US" dirty="0"/>
              <a:t>Effective transmission 0.37R bps </a:t>
            </a:r>
          </a:p>
          <a:p>
            <a:r>
              <a:rPr lang="en-US" dirty="0"/>
              <a:t>If R -100 </a:t>
            </a:r>
            <a:r>
              <a:rPr lang="en-US" dirty="0" err="1"/>
              <a:t>Mbps</a:t>
            </a:r>
            <a:r>
              <a:rPr lang="en-US" dirty="0"/>
              <a:t>, throughout is 37Mbps!!!</a:t>
            </a:r>
          </a:p>
          <a:p>
            <a:r>
              <a:rPr lang="en-US" dirty="0"/>
              <a:t>Where the problem ?</a:t>
            </a:r>
          </a:p>
        </p:txBody>
      </p:sp>
      <p:sp>
        <p:nvSpPr>
          <p:cNvPr id="4" name="Slide Number Placeholder 3">
            <a:extLst>
              <a:ext uri="{FF2B5EF4-FFF2-40B4-BE49-F238E27FC236}">
                <a16:creationId xmlns:a16="http://schemas.microsoft.com/office/drawing/2014/main" id="{840D5235-5D5C-A34D-BFEE-B9031141E5A7}"/>
              </a:ext>
            </a:extLst>
          </p:cNvPr>
          <p:cNvSpPr>
            <a:spLocks noGrp="1"/>
          </p:cNvSpPr>
          <p:nvPr>
            <p:ph type="sldNum" sz="quarter" idx="12"/>
          </p:nvPr>
        </p:nvSpPr>
        <p:spPr/>
        <p:txBody>
          <a:bodyPr/>
          <a:lstStyle/>
          <a:p>
            <a:fld id="{14F5529F-AD7F-4818-A7A6-A10D44ECD22C}" type="slidenum">
              <a:rPr lang="en-IN" smtClean="0"/>
              <a:t>15</a:t>
            </a:fld>
            <a:endParaRPr lang="en-IN"/>
          </a:p>
        </p:txBody>
      </p:sp>
    </p:spTree>
    <p:extLst>
      <p:ext uri="{BB962C8B-B14F-4D97-AF65-F5344CB8AC3E}">
        <p14:creationId xmlns:p14="http://schemas.microsoft.com/office/powerpoint/2010/main" val="2175682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1532</Words>
  <Application>Microsoft Macintosh PowerPoint</Application>
  <PresentationFormat>Widescreen</PresentationFormat>
  <Paragraphs>269</Paragraphs>
  <Slides>15</Slides>
  <Notes>12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15</vt:i4>
      </vt:variant>
    </vt:vector>
  </HeadingPairs>
  <TitlesOfParts>
    <vt:vector size="30" baseType="lpstr">
      <vt:lpstr>MS PGothic</vt:lpstr>
      <vt:lpstr>MS PGothic</vt:lpstr>
      <vt:lpstr>游ゴシック</vt:lpstr>
      <vt:lpstr>Arial</vt:lpstr>
      <vt:lpstr>Calibri</vt:lpstr>
      <vt:lpstr>Comic Sans MS</vt:lpstr>
      <vt:lpstr>Gill Sans</vt:lpstr>
      <vt:lpstr>Gill Sans MT</vt:lpstr>
      <vt:lpstr>Noto Sans Symbols</vt:lpstr>
      <vt:lpstr>PearsonMATHPRO02</vt:lpstr>
      <vt:lpstr>Times</vt:lpstr>
      <vt:lpstr>Times New Roman</vt:lpstr>
      <vt:lpstr>TimesLTPro</vt:lpstr>
      <vt:lpstr>Wingdings</vt:lpstr>
      <vt:lpstr>Office Theme</vt:lpstr>
      <vt:lpstr>IT694 Computer Networks </vt:lpstr>
      <vt:lpstr>What does Link layer do?</vt:lpstr>
      <vt:lpstr>Link layer: introduction</vt:lpstr>
      <vt:lpstr>Host link-layer implementation</vt:lpstr>
      <vt:lpstr>Interfaces communicating</vt:lpstr>
      <vt:lpstr>MAC addresses</vt:lpstr>
      <vt:lpstr>MAC addresses</vt:lpstr>
      <vt:lpstr>Multiple access links, protocols</vt:lpstr>
      <vt:lpstr>Multiple access protocols</vt:lpstr>
      <vt:lpstr>MAC protocols: taxonomy</vt:lpstr>
      <vt:lpstr>Random access protocols</vt:lpstr>
      <vt:lpstr>Slotted ALOHA</vt:lpstr>
      <vt:lpstr>Slotted ALOHA</vt:lpstr>
      <vt:lpstr>Slotted ALOHA: efficiency</vt:lpstr>
      <vt:lpstr>PowerPoint Presentation</vt:lpstr>
    </vt:vector>
  </TitlesOfParts>
  <Company>HP</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11_Lec2</dc:title>
  <dc:creator>Kalyan</dc:creator>
  <cp:lastModifiedBy>Microsoft Office User</cp:lastModifiedBy>
  <cp:revision>16</cp:revision>
  <dcterms:created xsi:type="dcterms:W3CDTF">2023-09-07T09:39:05Z</dcterms:created>
  <dcterms:modified xsi:type="dcterms:W3CDTF">2025-04-11T03:23:01Z</dcterms:modified>
</cp:coreProperties>
</file>