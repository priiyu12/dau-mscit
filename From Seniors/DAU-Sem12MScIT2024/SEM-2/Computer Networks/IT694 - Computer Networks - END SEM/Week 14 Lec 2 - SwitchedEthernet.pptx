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81" r:id="rId3"/>
    <p:sldId id="269" r:id="rId4"/>
    <p:sldId id="282" r:id="rId5"/>
    <p:sldId id="279" r:id="rId6"/>
    <p:sldId id="324" r:id="rId7"/>
    <p:sldId id="347" r:id="rId8"/>
    <p:sldId id="352" r:id="rId9"/>
    <p:sldId id="353" r:id="rId10"/>
    <p:sldId id="354" r:id="rId11"/>
    <p:sldId id="355" r:id="rId12"/>
    <p:sldId id="280" r:id="rId13"/>
    <p:sldId id="259" r:id="rId14"/>
    <p:sldId id="260" r:id="rId15"/>
    <p:sldId id="263" r:id="rId16"/>
    <p:sldId id="261" r:id="rId17"/>
    <p:sldId id="262" r:id="rId18"/>
    <p:sldId id="264" r:id="rId19"/>
    <p:sldId id="265" r:id="rId20"/>
    <p:sldId id="266" r:id="rId21"/>
    <p:sldId id="1257" r:id="rId22"/>
    <p:sldId id="1261" r:id="rId23"/>
    <p:sldId id="1262" r:id="rId24"/>
    <p:sldId id="1263" r:id="rId25"/>
    <p:sldId id="1264" r:id="rId26"/>
    <p:sldId id="1265" r:id="rId27"/>
    <p:sldId id="1266" r:id="rId28"/>
    <p:sldId id="1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7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4-09T07:40:22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10511 7709 147 0,'0'0'0'0,"0"0"0"0,16 7 0 0,1-7 1 0,10 0-1 16,-15 0 2-16,-10 4-2 0,6-4 3 0,5 0-3 16,20 0 4-16,16 1-4 0,-16-1 3 0,2 2-3 0,-11-2 3 15,-5 2-3-15,-6-2 1 0,-10 3-1 0,18-3 2 16,11 4-2-16,-6-4 1 0,0 1-1 0,-9 1 1 16,-1 0-1-16,2-1 166 0,-1-1-166 0,-5 2 166 15,-1 2-166-15,8-4 197 0,7 3-197 0,-3-1 198 16,1 1-198-16,4 1 58 0,2-1-58 0,-11-3 58 15,-5 2-58-15,7-1 34 0,5-1-34 0,-8 0 35 16,-8 0-35-16,15 0 62 0,5 0-62 0,-8-1 62 16,-2-1-62-16,4 2-68 0,4-3 68 0,-2 3-67 15,-5-4 67-15,14 2 1 0,3 1-1 0,-3-1 2 16,-5 2-2-16,5-3 52 0,5 3-52 0,-12-4 52 16,-5 2-52-16,10 1-7 0,2-3 7 0,-5 3-6 15,-1 1 6-15,6 0 1 0,4 0-1 0,-8 0 2 0,-1-4-2 16,0 4-3-16,3 0 3 0,-16 0-2 0,-11 0 2 15,15 0 17-15,8 0-17 0,-4 0 17 0,-1 4-17 16,6-4-8-16,3 1 8 0,-10 1-8 0,-13-2 8 0,11 0 40 16,4 0-40-16,-4 0 41 0,1-2-41 15,8 2 12-15,5 0-12 0,-19 0 13 0,-11 0-13 0,12-1 60 16,6 1-60-16,2 0 60 0,-4 0-60 0,7 0 43 16,3 0-43-16,-8 0 43 0,-6-4-43 0,1 4 35 15,3 0-35-15,-7-3 36 0,-6 1-36 0,8 0-24 16,2 1 24-16,-6 1-23 0,-2 0 23 0,2-4 13 15,1 4-13-15,-5 0 14 0,-8 0-14 0,0 0 76 16,11-3-76-16,-1-1 77 0,4-1-77 0,-1 0 60 0,-1-2-60 16,-3 2 61-16,-4 2-61 0,5-1 49 0,3-3-49 0,2-1 50 15,4-4-50-15,-1 3 0 0,1-3 0 16,-15 0 0-16,-6-2 0 0,2 1 7 0,0 1-7 0,-2 0 7 16,-1 1-7-16,3 3 77 0,3-4-77 0,1-4 77 15,1-1-77-15,-3 2 48 0,-1 3-48 0,-4-4 49 16,-9 4-49-16,10-3 40 0,4 3-40 0,5-4 40 15,3 1-40-15,-5 3 53 0,2 0-53 0,-12-4 54 16,-5 3-54-16,17-3-12 0,3 1 12 0,-12 3-12 16,-5 0 12-16,2 0 3 0,0 0-3 0,-13 0 3 15,-3 0-3-15,14-4-2 0,11 4 2 0,-6 0-2 16,2 0 2-16,0-3 4 0,2-1-4 0,-7-1 5 16,-4-5-5-16,9 1 3 0,0 1-3 0,-9-1 4 15,-3 2-4-15,7 4 3 0,5-1-3 0,-2 1 3 16,0-1-3-16,2 16 6 0,0 0-6 0,0-17 6 0,-3-7-6 15,3 24 31-15,0 0-31 0,-2-22 31 0,0-2-31 16,2 24 0-16,0 0 0 0,-1-24 0 0,2 3 0 16,-1 21-12-16,0 0 12 0,0-20-12 0,0 1 12 15,0 19-1-15,0 0 1 0,-1-19-1 0,-6 5 1 16,7 14-11-16,0 0 11 0,-7-12-10 0,0 0 10 0,7 12-25 16,0 0 25-16,-9-12-24 0,0-2 24 0,9 14-2 15,0 0 2-15,-12-10-2 0,0 3 2 0,12 7-49 16,0 0 49-16,-18-8-48 0,-5 4 48 0,23 4 18 15,0 0-18-15,-26-7 18 0,0 6-18 0,26 1-1 16,0 0 1-16,-35 0 0 0,-3 3 0 0,38-3 10 0,0 0-10 16,-46 2 11-16,-3 1-11 0,49-3 0 0,0 0 0 15,-56 4 0-15,-5 1 0 0,61-5 12 0,0 0-12 16,-64 7 12-16,-4-2-12 0,68-5 3 0,0 0-3 0,-84 8 4 16,-12 3-4-16,96-11 21 0,0 0-21 0,-86 5 21 15,0-2-21-15,86-3-5 0,0 0 5 0,-78 4-5 16,1-4 5-16,77 0-3 0,0 0 3 0,-75 0-3 15,3 0 3-15,72 0-3 0,0 0 3 0,-80 3-2 16,-4-1 2-16,84-2 0 0,0 0 0 0,-77 7 0 16,4-4 0-16,73-3 0 0,0 0 0 0,-72 3 0 15,2 3 0-15,70-6 0 0,0 0 0 0,-61 3 0 16,5-3 0-16,56 0 1 0,0 0-1 0,-44 0 1 16,15 0-1-16,29 0 0 0,0 0 0 0,-39 0 0 15,4 0 0-15,35 0-1 0,0 0 1 0,-45 2-1 16,-9-1 1-16,54-1-10 0,0 0 10 0,-41 0-10 15,7 0 10-15,34 0 1 0,0 0-1 0,-41 0 1 16,-6-1-1-16,47 1-24 0,0 0 24 0,-50 0-23 0,-6 1 23 16,56-1 1-16,0 0-1 0,-51 6 2 0,2-3-2 15,49-3 1-15,0 0-1 0,-47 5 1 0,3 2-1 16,44-7 38-16,0 0-38 0,-45 3 38 0,-1-1-38 0,46-2-20 16,0 0 20-16,-42 4-19 0,2-1 19 0,40-3-11 15,0 0 11-15,-38 0-11 0,3 4 11 0,35-4-36 16,0 0 36-16,-33 0-35 0,-1 1 35 0,34-1 36 15,0 0-36-15,-31 4 36 0,1-1-36 0,30-3-9 16,0 0 9-16,-33 5-8 0,2 2 8 0,31-7-20 16,0 0 20-16,-23 5-19 0,7 2 19 0,16-7-7 15,0 0 7-15,-14 9-6 0,2 4 6 0,12-13-36 0,0 0 36 16,-9 24-35-16,4 6 35 0,7 4-10 0,5 4 10 16,-9-13-10-16,0-4 10 0,-1 3-1 0,3 5 1 0,-4-6 0 15,3-3 0-15,-3 1-1 0,4 1 1 0,-2-15 0 16,2-5 0-16,0-2-19 0,0 0 19 0,0 15-18 15,2 9 18-15,-2-24 27 0,0 0-27 0,0 24 27 16,4 4-27-16,-8-4 1 0,1-4-1 0,1-1 2 16,-3-7-2-16,3 4 7 0,0 1-7 0,2-2 8 15,-3 4-8-15,3 0-1 0,3 3 1 0,-6-3 0 16,-3-3 0-16,3 2 13 0,6 3-13 0,-6-9 14 16,3-9-14-16,0-3-1 0,0 12 1 0,0-12-1 15,-4 6 1-15,4-6 0 0,7 12 0 0,-7-12 0 16,2 12 0-16,-2-12 17 0,4 10-17 0,-4-10 17 15,0 0-17-15,0 0-1 0,8 5 1 0,-8-5-1 0,9 4 1 16,-9-4-4-16,12 5 4 0,-3-2-3 16,0-3 3-16,5 0 5 0,1 0-5 0,-6 0 6 0,0 0-6 15,0 0 0-15,-1 0 0 0,13 0 0 0,6 0 0 0,-7 4-16 16,7-1 16-16,-10-1-15 0,-5-2 15 0,2 0-9 16,0 0 9-16,-1-2-9 0,-1 2 9 0,9-3 6 15,0 3-6-15,5 0 7 0,0 0-7 0,4 0 16 16,-2 0-16-16,-9-4 17 0,-10 4-17 0,5 0-3 15,1 0 3-15,5-3-3 0,1 1 3 0,1 2 0 16,3 0 0-16,-2 0 0 0,1-2 0 0,-3 1-3 16,-4 1 3-16,1 0-3 0,-2 0 3 0,1 0 0 0,1 1 0 15,-1 1 1-15,-5 0-1 0,8 1 0 0,4 1 0 16,-14-1 0-16,-3-3 0 0,2 2-5 0,0-2 5 16,5 0-5-16,3 1 5 0,1 1 5 0,3 2-5 15,-9-1 5-15,-7-3-5 0,-5 0 8 0,11 2-8 0,-11-2 8 16,0 0-8-16,0 0 0 0,0 0 0 0,0 0 0 15,10 3 0-15,-1 1 15 0,3-1-15 0,-12-3 16 16,0 0-16-16,0 0-107 0,0 0 107 0,0 0-107 16,9 2 107-16,-4-1-1459 0</inkml:trace>
  <inkml:trace contextRef="#ctx0" brushRef="#br0" timeOffset="9006.837">10918 7747 147 0,'0'0'0'0,"-15"-3"0"0,-13-1 0 0,28 4 1 16,22-2-1-16,-8 2 2 0,7 0-2 0,-5 0 3 16,3 0-3-16,-7 0 4 0,1-1-4 0,-1 1 3 15,5 0-3-15,6 0 3 0,7-2-3 0,-30 2 1 16,0 0-1-16,21-2 2 0,-2 1-2 0,-19 1 1 0,0 0-1 15,24 0 1-15,3 0-1 0,-27 0 0 0,0 0 0 16,21 1 1-16,-4 1-1 0,-17-2 0 0,0 0 0 0,23 2 1 16,1-2-1-16,-24 0 221 0,0 0-221 0,12 0 221 15,2 0-221-15,-14 0-172 0,0 0 172 0,21-2-171 16,6 0 171-16,-27 2 91 0,0 0-91 0,24-1 91 16,-1 1-91-16,-23 0 18 0,0 0-18 0,22 0 18 15,3 1-18-15,-25-1 48 0,0 0-48 0,21 2 48 16,2 0-48-16,-23-2-144 0,0 0 144 0,21 1-143 15,-2 5 143-15,-19-6 128 0,0 0-128 0,23 0 129 16,3 0-129-16,-26 0 11 0,0 0-11 0,28 0 11 16,1 0-11-16,-29 0 2 0,0 0-2 0,27-4 2 15,1 1-2-15,-28 3 50 0,0 0-50 0,26-4 50 16,0 3-50-16,-26 1-101 0,0 0 101 0,28-4-100 16,0-3 100-16,-28 7 194 0,0 0-194 0,26-5 194 15,-5 0-194-15,-21 5-91 0,0 0 91 0,23-3-90 0,-1 3 90 16,-22 0-65-16,0 0 65 0,28 0-65 0,-1 0 65 15,-27 0 141-15,0 0-141 0,29 0 141 0,-2-4-141 0,-27 4-26 16,0 0 26-16,29 0-26 0,-1 0 26 0,-28 0-34 16,0 0 34-16,25-3-33 0,-4 1 33 0,-21 2-161 15,0 0 161-15,22-3-160 0,3-1 160 0,-25 4 120 16,0 0-120-16,21-3 120 0,-4 1-120 0,-17 2-41 16,0 0 41-16,18-2-41 0,-4 1 41 0,-14 1 91 15,0 0-91-15,17 0 91 0,1-4-91 0,-18 4 113 16,0 0-113-16,17-3 113 0,1-3-113 0,-18 6 0 0,0 0 0 15,21-3 0-15,3 0 0 0,-24 3-121 0,0 0 121 16,17-6-120-16,1 3 120 0,-18 3 74 0,0 0-74 16,21 0 75-16,5-3-75 0,-26 3-168 0,0 0 168 0,21 0-167 15,-3 0 167-15,-18 0 86 0,0 0-86 16,17 0 86-16,-3 0-86 0,-14 0 42 0,0 0-42 0,10 0 42 16,-1 0-42-16,-9 0-8 0,0 0 8 0,18 0-8 15,4 0 8-15,-22 0-26 0,0 0 26 0,18 0-25 16,-1 0 25-16,-17 0-9 0,0 0 9 0,16 0-8 15,2-4 8-15,-18 4-99 0,0 0 99 0,10-2-99 16,2 2 99-16,-12 0-111 0,0 0 111 0,9 0-110 16,-4 0 110-16,-5 0 69 0,0 0-69 0,9 2 70 15,3 2-70-15,-12-4-59 0,0 0 59 0,12 0-59 16,4 3 59-16,-16-3-45 0,0 0 45 0,18 0-44 16,3 0 44-16,-21 0-3 0,0 0 3 0,19-3-3 15,5-1 3-15,-24 4-9 0,0 0 9 0,18-3-9 0,-4 1 9 16,-14 2-4-16,0 0 4 0,12 0-3 0,0-3 3 15,-12 3-2-15,0 0 2 0,9 0-1 0,0 0 1 16,-1 0-1-16,-4 3 1 0,-4-3-1 0,7 0 1 0,-7 0-1 16,0 0 1-16,0 0 0 0,0 0 0 0,0 0-78 15</inkml:trace>
  <inkml:trace contextRef="#ctx0" brushRef="#br0" timeOffset="21903.49">6370 15992 1166 0,'0'0'0'16,"0"0"127"-16,0 0-127 0,0 0 128 16,0 0-128-16,0 0-1 0,0 0 1 0,0 0 0 0,21-4 0 15,-21 4 103-15,0 0-103 0,13 0 103 0,8 4-103 16,-21-4 46-16,0 0-46 0,17 7 46 0,1 1-46 0,-18-8 0 16,0 0 0-16,22 12 0 0,8 5 0 0,-30-17 15 15,0 0-15-15,17 14 16 0,-1 2-16 0,-16-16-9 16,0 0 9-16,14 13-9 0,4 1 9 0,-18-14 13 15,0 0-13-15,21 10 13 0,-4-3-13 0,-17-7 90 16,0 0-90-16,17 2 91 0,1-2-91 0,-18 0 19 16,0 0-19-16,12-2 20 0,-3 2-20 0,-9 0 76 0,0 0-76 15,21-19 77-15,0-10-77 0,-21 29 52 0,0 0-52 16,35-38 52-16,8-8-52 0,-43 46 88 0,0 0-88 16,53-48 89-16,15-2-89 0,-68 50 58 0,0 0-58 15,79-60 58-15,19-7-58 0,-98 67 0 0,0 0 0 0,97-56 1 16,12 4-1-16,-109 52 42 0,0 0-42 0,96-46 43 15,-2 5-43-15,-94 41 10 0,0 0-10 0,68-37 11 16,-19 12-11-16,-49 25 0 0,0 0 0 0,40-21 0 16,-8 7 0-16,-32 14-2 0,0 0 2 0,17-10-1 15,-8 7 1-15,-9 3-294 0,0 0 294 0,12 3-294 16,-1 9 294-16,13 4-1399 0</inkml:trace>
  <inkml:trace contextRef="#ctx0" brushRef="#br0" timeOffset="24815.701">9007 15858 807 0,'0'0'0'0,"0"0"0"15,0 0 0-15,0 0 3 0,0 0-3 0,0 0 4 16,2 17-4-16,-2-17 50 0,0 0-50 0,0 14 51 16,3 5-51-16,-3-19 90 0,0 0-90 0,0 22 91 15,4 5-91-15,-4-27 112 0,0 0-112 0,7 28 113 16,3 3-113-16,-10-31 66 0,0 0-66 0,9 27 66 15,1 2-66-15,-10-29 22 0,0 0-22 0,16 26 23 16,1 0-23-16,-17-26 33 0,0 0-33 0,14 20 33 16,-3-1-33-16,-11-19 51 0,0 0-51 0,10 12 51 15,-1-3-51-15,-9-9 90 0,0 0-90 0,9 3 91 16,0-3-91-16,-9 0 74 0,0 0-74 0,15-8 75 16,6-6-75-16,-21 14 64 0,0 0-64 0,32-19 65 0,6-5-65 15,-38 24 55-15,0 0-55 0,39-32 55 0,4-8-55 16,-43 40 66-16,0 0-66 0,51-48 67 0,14-9-67 15,-65 57 10-15,0 0-10 0,73-68 11 0,14-10-11 0,-87 78-1 16,0 0 1-16,77-60-1 0,0 7 1 0,-77 53 1 16,0 0-1-16,56-36 2 0,-16 12-2 0,-40 24 0 15,0 0 0-15,28-17 1 0,-12 10-1 0,-16 7 12 16,0 0-12-16,16-7 13 0,-8 4-13 0,-8 3-33 16,0 0 33-16,7-2-32 0,-1 4 32 0,-6-2-394 15,0 0 394-15,0 0-393 0,3 14 393 0,2 1-1015 0</inkml:trace>
  <inkml:trace contextRef="#ctx0" brushRef="#br0" timeOffset="37189.802">18136 12856 595 0</inkml:trace>
  <inkml:trace contextRef="#ctx0" brushRef="#br0" timeOffset="38161.079">18139 12858 147 0,'0'0'0'0,"0"0"1"0,0 0-1 0,0 0 2 16,0 0-2-16,0 0 234 0,0 0-234 0,0 0 235 16,0 0-235-16,0 0 140 0,0 0-140 0,0 0 140 15,28 14-140-15,-28-14 56 0,0 0-56 0,25 8 57 16,6 4-57-16,-31-12 97 0,0 0-97 0,37 11 98 16,8 1-98-16,-45-12 83 0,0 0-83 0,47 8 83 15,4-1-83-15,-51-7 79 0,0 0-79 0,52 9 79 16,4-3-79-16,-56-6 70 0,0 0-70 0,58 6 71 0,7-3-71 15,-65-3 23-15,0 0-23 0,66 3 24 0,4-1-24 16,-70-2 49-16,0 0-49 0,86 0 50 0,11 0-50 0,-97 0 3 16,0 0-3-16,93-3 4 0,1-4-4 15,-94 7 0-15,0 0 0 0,89-5 0 0,-1 0 0 0,-88 5 27 16,0 0-27-16,77-11 27 0,-11 3-27 0,-66 8 18 16,0 0-18-16,63-9 18 0,-7 1-18 0,-56 8 0 15,0 0 0-15,40-9 0 0,-10-1 0 0,-30 10 0 16,0 0 0-16,33-14 0 0,-3-3 0 0,-30 17 18 15,0 0-18-15,29-17 19 0,1-2-19 0,-30 19 0 0,0 0 0 16,30-23 0-16,-2-1 0 0,-28 24 39 0,0 0-39 16,31-22 40-16,1-2-40 0,-32 24-6 0,0 0 6 15,28-22-6-15,-4-4 6 0,-24 26 42 0,0 0-42 0,23-26 43 16,-2 0-43-16,-21 26 55 0,0 0-55 16,15-25 56-16,1-1-56 0,-16 26 0 0,0 0 0 0,21-33 1 15,2 3-1-15,-23 30 8 0,0 0-8 0,23-40 9 16,-1-8-9-16,-22 48 61 0,0 0-61 0,21-45 61 15,-2-4-61-15,-19 49 33 0,0 0-33 0,11-48 34 16,-6-2-34-16,-5 50 34 0,0 0-34 0,-3-45 35 16,-4 6-35-16,7 39 34 0,0 0-34 0,-14-45 34 15,-7-5-34-15,21 50 49 0,0 0-49 0,-21-49 49 16,-2-6-49-16,23 55 0 0,0 0 0 0,-23-47 0 16,2 6 0-16,21 41 0 0,0 0 0 0,-22-41 0 15,-3 7 0-15,25 34-14 0,0 0 14 0,-23-33-13 16,3 7 13-16,20 26 19 0,0 0-19 0,-35-26 20 0,-4 2-20 15,39 24-26-15,0 0 26 0,-47-22-26 16,-9 2 26-16,56 20 22 0,0 0-22 0,-70-26 22 0,-10 0-22 16,80 26-20-16,0 0 20 0,-72-21-19 0,1 4 19 0,71 17 0 15,0 0 0-15,-65-12 0 0,0 4 0 0,65 8-4 16,0 0 4-16,-63-4-3 0,2 6 3 0,61-2-8 16,0 0 8-16,-54 2-7 0,7 5 7 0,47-7 1 15,0 0-1-15,-51 6 2 0,1 3-2 0,50-9 5 16,0 0-5-16,-72 12 5 0,-12 5-5 0,84-17-9 15,0 0 9-15,-75 14-9 0,2 0 9 0,73-14-5 0,0 0 5 16,-65 12-4-16,5-2 4 0,60-10-16 0,0 0 16 16,-41 9-15-16,11-1 15 0,30-8 1 0,0 0-1 15,-37 10 1-15,2 2-1 0,35-12-8 0,0 0 8 16,-38 18-8-16,-2-3 8 0,40-15 9 0,0 0-9 0,-39 19 9 16,-3 1-9-16,42-20 1 0,0 0-1 0,-40 26 1 15,0 3-1-15,40-29-15 0,0 0 15 0,-37 36-14 16,-3 6 14-16,40-42-5 0,0 0 5 0,-33 39-4 15,0 1 4-15,33-40-26 0,0 0 26 0,-28 36-25 16,1 0 25-16,27-36 2 0,0 0-2 0,-19 34 2 16,5-1-2-16,14-33-21 0,0 0 21 0,-12 34-21 15,8 2 21-15,4-36 9 0,0 0-9 0,0 38 9 16,4 1-9-16,-4-39 3 0,0 0-3 0,7 47 3 16,2 4-3-16,-9-51 20 0,0 0-20 0,10 43 20 15,2 2-20-15,-12-45 24 0,0 0-24 0,11 41 25 16,1 0-25-16,-12-41-36 0,0 0 36 0,12 39-35 15,1-1 35-15,-13-38 44 0,0 0-44 0,8 36 45 0,3-1-45 16,-11-35-39-16,0 0 39 0,10 32-39 0,-3-4 39 16,-7-28 33-16,0 0-33 0,11 27 34 0,-2-3-34 15,-9-24 3-15,0 0-3 0,8 22 4 0,1-1-4 0,-9-21-224 16,0 0 224-16,9 19-224 0,-1-2 224 0,10 16-1469 16</inkml:trace>
  <inkml:trace contextRef="#ctx0" brushRef="#br0" timeOffset="48296.815">11835 16067 953 0,'0'0'0'0,"0"0"0"16,-6 11 0-16,4-5 77 0,2 1-77 0,0-7 77 15,2 9-77-15,1-2 120 0,0 1-120 0,1 1 120 16,1-1-120-16,4 1 115 0,3-2-115 0,-3 0 115 15,0 0-115-15,5-1 141 0,3 0-141 0,1-3 141 16,-1 0-141-16,8-1 79 0,1-2-79 0,0-2 79 16,0-1-79-16,0-2 81 0,1 0-81 0,-3-2 81 15,0-2-81-15,3-1 69 0,2-2-69 0,-1 0 70 0,0 2-70 16,0-2 64-16,0 1-64 0,-10 3 65 0,-6 1-65 16,11-3 98-16,3-1-98 0,9-8 98 0,8-5-98 15,-1-3 13-15,0-4-13 0,-10 5 13 0,-8 2-13 0,8-3 13 16,1-1-13-16,-5-2 14 0,-2 2-14 0,11 1 26 15,-1-1-26-15,-16 9 26 0,-17 7-26 0,15-2-1 16,4 1 1-16,8-6-1 0,10 0 1 0,-5-3 5 16,-2 3-5-16,-3 3 5 0,-9 4-5 0,0-3-1 15,-4-1 1-15,1 3-1 0,-1-1 1 0,3-3 22 16,8-2-22-16,-7 2 23 0,1 3-23 0,3 0-26 0,6 2 26 16,-19 2-26-16,-3 3 26 0,10-3 13 15,11 0-13-15,0-2 13 0,5 0-13 0,-6 1-17 0,1 1 17 16,-7 3-17-16,-4 2 17 0,0 2 0 0,-1-3 0 0,-8 3 1 15,-5 1-1-15,6 1-17 0,3 1 17 16,0 1-17-16,-2 4 17 0,2 1 38 0,-3 2-38 0,1-3 38 16,-2 0-38-16,1 2-7 0,1 0 7 0,-3 2-6 15,-4 3 6-15,7-2-5 0,6 2 5 0,-4 0-5 16,0 0 5-16,8 3-7 0,1-1 7 0,-6 2-6 16,-1 1 6-16,2-5-1 0,-4 0 1 0,-4 2-1 15,-1-1 1-15,1-1 0 0,3-1 0 0,-3-1 0 16,1-1 0-16,-1-1-7 0,2 2 7 0,-8-1-6 15,-4-2 6-15,9 0 9 0,1 0-9 0,0-2 10 16,-1-2-10-16,2 1 1 0,-1 1-1 0,4 0 2 16,-2 0-2-16,-1 0 0 0,-1 0 0 0,1 0 0 15,1-1 0-15,-3-1 4 0,0-1-4 0,-9-2 5 16,10 5-5-16,-3-3 36 0,2 1-36 0,-9-3 37 0,8 2-37 16,-8-2-21-16,0 0 21 0,0 0-21 0,0 0 21 15,0 0 37-15,7-3-37 0,-7 3 38 0,7-4-38 0,-7 4-8 16,11-5 8-16,-11 5-8 0,12-7 8 0,-7 0 2 15,4 0-2-15,-5 1 2 0,1-1-2 0,4-4 0 16,-1 1 0-16,-2 3 1 0,-3 2-1 0,1-2 6 16,1 0-6-16,-5 7 7 0,0 0-7 0,0 0 8 15,3-6-8-15,10-15 9 0,4-12-9 0,-6 2 0 16,-3-1 0-16,-4 10 1 0,-3 1-1 0,6 2 8 16,2 0-8-16,-5 7 8 0,-3 4-8 0,6-3 0 15,-1 1 0-15,-3 1 1 0,-1 4-1 0,1-3-19 0,3-1 19 16,-5 2-18-16,-1 2 18 0,6-2 8 0,2 0-8 15,-8 7 8-15,0 0-8 0,0 0-5 0,0 0 5 16,0-7-5-16,0-3 5 0,6-2 0 0,4-2 0 0,-1 2 0 16,0 2 0-16,-1 0 1 0,3 1-1 0,-2 2 2 15,-2 2-2-15,-7 5-1 0,0 0 1 0,0 0 0 16,10-8 0-16,-10 8-14 0,0 0 14 0,7-6-13 16,-2 0 13-16,-5 6-10 0,0 0 10 0,9-7-10 15,0-2 10-15,-9 9 0 0,0 0 0 0,7-8 0 16,1 1 0-16,-8 7-17 0,0 0 17 0,6-5-16 15,-1 1 16-15,-5 4 0 0,0 0 0 0,7-2 0 16,2 1 0-16,-9 1 4 0,0 0-4 0,8 1 5 16,1 3-5-16,-9-4-5 0,0 0 5 0,12 5-5 15,1 4 5-15,-13-9-22 0,0 0 22 0,14 8-22 0,-4 4 22 16,-10-12-8-16,0 0 8 0,16 14-8 16,5 3 8-16,-21-17-2 0,0 0 2 0,17 21-1 0,6 3 1 15,-23-24-10-15,0 0 10 0,24 25-10 0,-1 3 10 16,-23-28 26-16,0 0-26 0,21 29 26 0,0 2-26 15,-21-31-10-15,0 0 10 0,21 33-10 0,0 3 10 0,-21-36-1 16,0 0 1-16,23 31 0 0,-2-6 0 0,-21-25-20 16,0 0 20-16,22 26-20 0,1-4 20 0,-23-22 44 15,0 0-44-15,24 19 45 0,6-3-45 0,-30-16-5 16,0 0 5-16,26 13-5 0,4-2 5 0,-30-11-68 16,0 0 68-16,32 10-68 0,4-1 68 0,-36-9 38 15,0 0-38-15,39 8 38 0,1-1-38 0,-40-7 4 0,0 0-4 16,42 5 4-16,1-3-4 0,-43-2 5 0,0 0-5 15,44 0 5-15,0 0-5 0,-44 0 27 0,0 0-27 16,45-2 27-16,1 0-27 0,-46 2 1 0,0 0-1 0,50 0 2 16,6 0-2-16,-56 0 0 0,0 0 0 0,56 0 0 15,4 2 0-15,-60-2-7 0,0 0 7 0,55 0-6 16,1 2 6-16,-56-2 0 0,0 0 0 0,83 2 0 16,20 1 0-16,-103-3 0 0,0 0 0 0,82 0 0 15,-11 0 0-15,-71 0 0 0,0 0 0 0,74-5 0 16,-3 3 0-16,-71 2 15 0,0 0-15 0,81-3 15 15,4 1-15-15,-85 2-1 0,0 0 1 0,82-5-1 16,-5 0 1-16,-77 5 27 0,0 0-27 0,75-2 27 16,-3 2-27-16,-72 0-29 0,0 0 29 0,73-2-29 15,1 1 29-15,-74 1 23 0,0 0-23 0,82 0 24 16,4 1-24-16,-86-1-1 0,0 0 1 0,85 0 0 16,-3 2 0-16,-82-2 18 0,0 0-18 0,79 0 19 0,-6 2-19 15,-73-2-7-15,0 0 7 0,68 5-7 0,-5 3 7 16,-63-8 0-16,0 0 0 0,46 9 0 0,-13-2 0 0,-33-7-39 15,0 0 39-15,38 15-38 0,1 4 38 16,-39-19 47-16,0 0-47 0,40 19 48 0,2 0-48 0,-42-19-22 16,0 0 22-16,44 21-22 0,5 3 22 0,-4-2 3 15,-5-2-3-15,-5-1 4 0,-7-3-4 0,-2 3-2 16,-1 3 2-16,-6-5-1 0,-2 0 1 0,-1 0 1 16,-4 2-1-16,2-3 2 0,-1-4-2 0,-3 2-2 15,2-2 2-15,1-2-2 0,0 0 2 0,-2 0-3 16,-4-1 3-16,0-2-2 0,-2 0 2 0,-5-7 0 0,0 0 0 15,7 7 1-15,2 0-1 0,-2-4 22 0,0 2-22 16,-7-5 22-16,3 7-22 0,-3-7 24 16,0 0-24-16,0 0 25 0,0 0-25 0,0 0-16 0,0 0 16 15,0 0-15-15,0 0 15 0,0 0-173 0,0 0 173 0,0 0-172 16,0 0 172-16,0 0-823 0,-7-3 823 0,-5 1-822 16,-4-2 822-16,-12-1-426 0</inkml:trace>
  <inkml:trace contextRef="#ctx0" brushRef="#br0" timeOffset="54600.915">18576 16055 147 0,'0'0'0'0,"0"0"281"16,0 0-281-16,0 0 282 0,21-5-282 0,-21 5 254 16,0 0-254-16,23-3 254 0,6-1-254 0,-29 4 188 15,0 0-188-15,39-7 189 0,3-3-189 0,-42 10 131 16,0 0-131-16,42-12 132 0,3 0-132 0,-45 12 81 16,0 0-81-16,49-19 81 0,5 0-81 0,-54 19 81 15,0 0-81-15,56-26 81 0,5-3-81 0,-61 29 61 16,0 0-61-16,81-37 61 0,9-8-61 0,-90 45 64 15,0 0-64-15,76-41 64 0,-8 3-64 0,-68 38 19 0,0 0-19 16,66-38 20-16,-6 4-20 0,-60 34 49 0,0 0-49 16,61-36 50-16,-2 2-50 0,-59 34 24 0,0 0-24 0,59-42 25 15,1-1-25-15,-60 43 17 0,0 0-17 0,54-53 17 16,-2-7-17-16,-52 60-3 0,0 0 3 0,58-58-2 16,3-1 2-16,-61 59-2 0,0 0 2 0,54-51-2 15,-6 1 2-15,-48 50-2 0,0 0 2 0,33-36-2 16,-14 9 2-16,-19 27 6 0,0 0-6 0,17-28 6 15,-4 4-6-15,-13 24 41 0,0 0-41 0,8-24 41 16,-1 0-41-16,-7 24 37 0,0 0-37 0,6-20 37 16,-5 1-37-16,-1 19-9 0,0 0 9 0,2-17-8 15,0 3 8-15,-2 14-11 0,0 0 11 0,3-16-11 16,6-1 11-16,-9 17-26 0,0 0 26 0,2-14-26 16,0 4 26-16,-2 10-8 0,0 0 8 0,0-8-8 0,-2 2 8 15,2 6-10-15,0 0 10 0,0 0-10 16,-2-8 10-16,2 8-25 0,0 0 25 0,0 0-24 0,0 0 24 15,0 0-2-15,0 0 2 0,0 0-2 0,0 7 2 16,0-7-37-16,0 0 37 0,0 8-37 0,0 4 37 16,0-12 37-16,0 0-37 0,4 14 38 0,3 2-38 0,-7-16-39 15,0 0 39-15,10 22-39 0,2 7 39 0,-12-29 4 16,0 0-4-16,13 26 4 0,-1 1-4 0,-12-27-20 16,0 0 20-16,12 26-20 0,-1 0 20 0,-11-26 0 15,0 0 0-15,12 24 1 0,0-2-1 0,-12-22-6 16,0 0 6-16,16 22-6 0,-1 1 6 0,-15-23 23 15,0 0-23-15,20 24 24 0,2 0-24 0,-22-24-16 0,0 0 16 16,21 22-15-16,2-1 15 0,-23-21 40 0,0 0-40 16,21 20 41-16,0-1-41 0,-21-19 0 0,0 0 0 15,17 17 0-15,1-3 0 0,-18-14-9 0,0 0 9 0,21 14-8 16,2-1 8-16,-23-13-14 0,0 0 14 0,24 16-13 16,1 3 13-16,-25-19 0 0,0 0 0 0,27 15 0 15,3-1 0-15,-30-14 6 0,0 0-6 0,28 10 7 16,2-1-7-16,-30-9 1 0,0 0-1 0,31 7 2 15,-3-2-2-15,-28-5 35 0,0 0-35 0,37 3 35 16,-4 2-35-16,-33-5-8 0,0 0 8 0,39 2-8 16,1 0 8-16,-40-2 5 0,0 0-5 0,40 0 6 15,2 0-6-15,-42 0-4 0,0 0 4 0,42-7-3 16,0-2 3-16,-42 9-15 0,0 0 15 0,43-12-14 16,-1-3 14-16,-42 15 1 0,0 0-1 0,46-16 1 15,-6 4-1-15,-40 12-10 0,0 0 10 0,42-12-9 16,0 2 9-16,-42 10 24 0,0 0-24 0,43-10 25 0,5 0-25 15,-48 10 0-15,0 0 0 0,47-9 0 0,3 0 0 16,-50 9 15-16,0 0-15 0,46-8 16 0,1 1-16 0,-47 7-21 16,0 0 21-16,47-5-21 0,2 0 21 0,-49 5 25 15,0 0-25-15,51-5 26 0,1 1-26 0,-52 4-22 16,0 0 22-16,54-2-22 0,-1 1 22 0,-53 1 19 16,0 0-19-16,50-2 20 0,-1 5-20 0,-49-3-26 15,0 0 26-15,51 6-26 0,0-3 26 0,-51-3 29 16,0 0-29-16,52 5 29 0,6 2-29 0,-58-7-1 15,0 0 1-15,73 10 0 0,11 4 0 0,-84-14 0 16,0 0 0-16,73 15 0 0,-4 3 0 0,-69-18-35 0,0 0 35 16,52 15-35-16,-14 2 35 0,-38-17 30 0,0 0-30 15,44 19 30-15,-2 2-30 0,-42-21-27 0,0 0 27 16,42 17-27-16,0 3 27 0,-42-20 0 0,0 0 0 0,40 19 0 16,2-2 0-16,-42-17-28 0,0 0 28 0,42 19-28 15,-2 2 28-15,-40-21 27 0,0 0-27 0,40 22 27 16,-1 1-27-16,-39-23-1 0,0 0 1 0,38 25 0 15,2 4 0-15,-40-29 21 0,0 0-21 0,41 31 21 16,0 4-21-16,-41-35-23 0,0 0 23 0,41 36-22 16,1 3 22-16,-42-39 18 0,0 0-18 0,35 36 18 15,-2-3-18-15,-33-33-2 0,0 0 2 0,29 27-1 16,-1-3 1-16,-28-24-2 0,0 0 2 0,23 21-1 16,-2-2 1-16,-21-19 23 0,0 0-23 0,18 15 24 15,-3-1-24-15,-15-14-41 0,0 0 41 0,11 12-40 0,-3-3 40 16,-8-9-16-16,0 0 16 0,6 6-15 15,-3 0 15-15,-3-6-217 0,0 0 217 0,0 0-217 0,-3 6 217 16,-1 1-1490-16</inkml:trace>
  <inkml:trace contextRef="#ctx0" brushRef="#br0" timeOffset="60413.248">18466 16182 147 0,'0'0'0'16,"0"0"1"-16,0 0-1 0,0 0 2 0,0 0-2 0,0 0 3 15,0 0-3-15,0 0 4 0,-2 19-4 0,2-19 3 16,0 0-3-16,2 14 3 0,0 3-3 0,3 14-63 16</inkml:trace>
  <inkml:trace contextRef="#ctx0" brushRef="#br0" timeOffset="94373.464">20079 15612 147 0,'0'0'0'0,"0"0"1"15,0 0-1-15,0 0 2 0,0 0-2 0,0 0 335 16,0 0-335-16,0 0 335 0,0 0-335 0,0 0 150 15,0 0-150-15,0 0 151 0,0 0-151 0,0 0 175 16,0 0-175-16,0 0 175 0,-6 23-175 0,6-23-13 16,0 0 13-16,-3 20-12 0,1 9 12 0,2-29 20 0,0 0-20 15,-2 33 20-15,2 10-20 0,0-43 81 0,0 0-81 16,4 39 81-16,3 10-81 0,-7-49 30 0,0 0-30 16,7 42 30-16,0 1-30 0,-7-43 0 0,0 0 0 0,2 35 0 15,1-4 0-15,-3-31 0 0,0 0 0 0,5 24 0 16,4-6 0-16,-9-18 10 0,0 0-10 0,7 16 11 15,-2-6-11-15,-5-10 0 0,0 0 0 0,0 0 0 16,12 5 0-16,-12-5-308 0,0 0 308 0,0 0-308 16,13-6 308-16,-1-1-698 0</inkml:trace>
  <inkml:trace contextRef="#ctx0" brushRef="#br0" timeOffset="95034.03">20526 15697 527 0,'0'0'0'0,"0"0"395"16,0 0-395-16,0 0 396 0,-37-7-396 0,37 7 117 15,0 0-117-15,-19 1 118 0,-4 5-118 0,23-6 107 0,0 0-107 16,-21 5 107-16,0 7-107 0,21-12 57 0,0 0-57 0,-22 13 58 16,-1 3-58-16,23-16 15 0,0 0-15 0,-16 17 16 15,4 0-16-15,12-17 13 0,0 0-13 0,-11 21 14 16,3 5-14-16,8-26 34 0,0 0-34 0,-6 22 34 15,3 7-34-15,3-29-8 0,0 0 8 0,-2 24-8 16,4 3 8-16,-2-27 2 0,0 0-2 0,5 23 2 16,6-3-2-16,-11-20 0 0,0 0 0 0,15 18 0 15,8-3 0-15,-23-15-1 0,0 0 1 0,23 14 0 16,5-4 0-16,-28-10-32 0,0 0 32 0,28 9-32 16,1-4 32-16,-29-5 48 0,0 0-48 0,32 1 49 15,1-1-49-15,-33 0 0 0,0 0 0 0,31-3 0 16,1-2 0-16,-32 5 17 0,0 0-17 0,26-10 17 15,-3-2-17-15,-23 12-30 0,0 0 30 0,21-16-30 0,0-3 30 16,-21 19 5-16,0 0-5 0,17-24 6 0,-3-5-6 16,-14 29 58-16,0 0-58 0,11-29 58 0,-3-2-58 15,-8 31-26-15,0 0 26 0,6-26-25 0,-3 2 25 0,-3 24 20 16,0 0-20-16,2-17 20 0,-2 5-20 0,0 12 37 16,0 0-37-16,-9-17 38 0,-5-2-38 0,14 19 0 15,0 0 0-15,-12-15 0 0,-5 1 0 0,17 14 9 16,0 0-9-16,-27-12 10 0,-8 3-10 0,35 9-8 15,0 0 8-15,-33-5-8 0,-2 5 8 0,35 0-11 16,0 0 11-16,-24 4-10 0,5 1 10 0,19-5-91 16,0 0 91-16,-23 8-91 0,-2 3 91 0,25-11-171 0,0 0 171 15,-19 10-170-15,3 0 170 0,16-10-504 0,0 0 504 16,-5 9-503-16,9-2 503 0,-6 8-298 0</inkml:trace>
  <inkml:trace contextRef="#ctx0" brushRef="#br0" timeOffset="95423.235">21125 15552 1166 0,'0'0'0'0,"0"0"250"0,0 0-250 0,0 0 251 0,0 0-251 0,0 0 168 16,0 0-168-16,0 0 168 0,0 0-168 0,0 0 66 15,0 0-66-15,0 0 66 0,0 26-66 0,0-26 73 16,0 0-73-16,4 24 73 0,1 7-73 0,-5-31 13 15,0 0-13-15,7 39 14 0,3 8-14 0,-10-47 8 16,0 0-8-16,7 51 9 0,-1 8-9 0,-6-59 41 16,0 0-41-16,5 53 41 0,-2 0-41 0,-3-53-1 0,0 0 1 15,4 45-1-15,1-6 1 0,-5-39 42 0,0 0-42 16,5 31 43-16,0-5-43 0,-5-26-298 0,0 0 298 16,7 12-298-16,0-9 298 0,7 14-1286 0</inkml:trace>
  <inkml:trace contextRef="#ctx0" brushRef="#br0" timeOffset="100241.506">23112 14668 1076 0,'0'0'0'0,"0"0"0"16,-11 4 0-16,11-4 56 0,0 0-56 0,0 0 57 15,2 9-57-15,-2-9 105 0,0 0-105 0,3 8 105 16,4 4-105-16,-7-12 88 0,0 0-88 0,7 17 89 16,0 9-89-16,-7-26 19 0,0 0-19 0,9 31 20 15,2 10-20-15,-11-41 10 0,0 0-10 0,7 48 10 16,-4 10-10-16,-3-58 18 0,0 0-18 0,3 50 19 0,-1 0-19 15,-2-50-64-15,0 0 64 0,2 40-63 0,0-6 63 16,-2-34-473-16,0 0 473 0,3 26-473 0,4-8 473 16,4 25-271-16</inkml:trace>
  <inkml:trace contextRef="#ctx0" brushRef="#br0" timeOffset="100497.245">23388 14663 1188 0,'0'0'0'0,"0"0"0"0,0 0 0 0,0 0 130 0,0 0-130 15,0 0 130-15,8 5-130 0,-8-5 126 0,0 0-126 16,7 4 127-16,4 5-127 0,-11-9 112 0,0 0-112 16,10 13 113-16,1 4-113 0,-11-17 2 0,0 0-2 0,12 30 3 15,0 7-3-15,-12-37 23 0,0 0-23 0,12 42 24 16,2 2-24-16,-14-44 0 0,0 0 0 0,13 45 1 15,1-1-1-15,-14-44-37 0,0 0 37 0,10 40-36 16,-3-6 36-16,-7-34-345 0,0 0 345 0,9 28-344 16,-2-8 344-16,9 30-767 0</inkml:trace>
  <inkml:trace contextRef="#ctx0" brushRef="#br0" timeOffset="101023.07">23927 14598 147 0,'0'0'0'0,"0"0"0"0,0 0 0 0,0 0 304 16,0 0-304-16,0 0 304 0,0 0-304 0,0 0 270 15,-6 0-270-15,6 0 270 0,-11 0-270 0,11 0 99 16,0 0-99-16,-9 4 99 0,1 2-99 0,8-6 108 15,0 0-108-15,-13 11 109 0,1 4-109 0,12-15 44 16,0 0-44-16,-12 17 45 0,0 4-45 0,12-21 46 0,0 0-46 16,-9 24 46-16,5 5-46 0,4-29 2 0,0 0-2 15,-3 28 2-15,3 1-2 0,0-29-4 0,0 0 4 0,5 32-4 16,6 1 4-16,-11-33 1 0,0 0-1 0,14 33 2 16,5-3-2-16,-19-30 14 0,0 0-14 0,28 25 15 15,7-5-15-15,-35-20 9 0,0 0-9 0,31 14 9 16,1-4-9-16,-32-10 10 0,0 0-10 0,31 2 11 15,1-9-11-15,-6-2 44 0,-4-6-44 0,-2 3 45 16,-3-2-45-16,-17 14 20 0,0 0-20 0,18-19 20 16,-3-3-20-16,-15 22 6 0,0 0-6 0,11-24 6 15,-2-3-6-15,-8 3 80 0,-2-4-80 0,-3 9 80 16,1 5-80-16,-4-1 49 0,-4-4-49 0,4 5 50 16,2 4-50-16,-7-2 61 0,-2 3-61 0,3-3 62 15,4 4-62-15,-5-4 36 0,-4-2-36 0,4 2 36 16,2 0-36-16,-6 0 51 0,-2 0-51 0,6 4 52 15,2 2-52-15,-6 1-20 0,-2 5 20 0,-11-1-19 0,-10 2 19 16,6 3-35-16,0 3 35 0,5-2-35 0,3-2 35 16,1 4-48-16,3 3 48 0,4-3-48 0,4 0 48 15,5-2-324-15,2 2 324 0,6-7-323 0,-8 12 323 0,1-2-1213 16</inkml:trace>
  <inkml:trace contextRef="#ctx0" brushRef="#br0" timeOffset="117509.082">16200 14871 729 0,'0'0'0'16,"0"0"0"-16,21 27 0 0,-14-20 109 0,0-3-109 0,-7-4 109 16,0 0-109-16,0 0 239 0,-5-9-239 0,5 9 240 15,0 0-240-15,0 0 180 0,0 0-180 0,0 0 181 16,0 0-181-16,0 0 75 0,-13 4-75 0,5 9 76 15,1 8-76-15,-4 8 50 0,1 11-50 0,1-1 51 16,2 2-51-16,-4 6 54 0,1 1-54 0,-9 7 54 16,-4 6-54-16,0 3 10 0,-3 4-10 0,-4 15 10 15,1 10-10-15,-3-2 94 0,3-1-94 0,1-9 95 16,1-5-95-16,-1-9 31 0,2-7-31 0,5-11 31 16,4-6-31-16,5-5 6 0,5-5-6 0,1-4 7 15,-2-3-7-15,4-4 71 0,2-3-71 0,1-4 72 0,1-1-72 16,-2-4-49-16,-7-1 49 0,6-2-49 0,3-2 49 15,0-5-33-15,0 5 33 0,0-5-33 0,0 0 33 16,0-5-117-16,-2-5 117 0,0 3-117 0,2 2 117 0,0-4-452 16,2-1 452-16,-2 3-451 0,2 0 451 0,1-7-782 15</inkml:trace>
  <inkml:trace contextRef="#ctx0" brushRef="#br0" timeOffset="117871.218">15270 15935 628 0,'0'0'0'0,"9"10"0"15,10 9 0-15,-19-19 159 0,0 0-159 0,0 0 160 16,0 0-160-16,0 0 128 0,-3-7-128 0,3 7 128 16,0 0-128-16,0 0 104 0,0 0-104 0,9 6 105 15,5 2-105-15,-14-8 26 0,0 0-26 0,26 16 26 16,7 4-26-16,-33-20-5 0,0 0 5 0,38 28-5 16,8 8 5-16,-46-36-7 0,0 0 7 0,45 39-7 15,4 7 7-15,-49-46 13 0,0 0-13 0,46 49 13 16,-3 2-13-16,-43-51 1 0,0 0-1 0,39 45 2 15,-3-2-2-15,-36-43-30 0,0 0 30 0,30 32-30 0,-9-8 30 16,-21-24-311-16,0 0 311 0,21 19-310 0,-3-9 310 16,16 20-454-16</inkml:trace>
  <inkml:trace contextRef="#ctx0" brushRef="#br0" timeOffset="118468.271">16238 15841 1300 0,'0'0'0'0,"-3"8"0"0,-6 8 0 0,9-16 86 0,0 0-86 16,-3 7 86-16,-1-2-86 0,4-5 105 0,0 0-105 16,-10 15 106-16,-8 6-106 0,18-21 49 0,0 0-49 0,-30 27 49 15,-12 9-49-15,42-36 28 0,0 0-28 0,-48 41 28 16,-8 8-28-16,56-49 44 0,0 0-44 0,-70 63 45 15,-11 18-45-15,81-81 0 0,0 0 0 0,-73 72 0 16,3-2 0-16,70-70 14 0,0 0-14 0,-51 52 15 16,17-10-15-16,34-42 9 0,0 0-9 0,-20 23 9 15,12-13-9-15,8-10-57 0,0 0 57 0,0 0-56 16,15-8 56-16,-15 8 8 0,0 0-8 0,25-28 8 16,15-17-8-16,-40 45 38 0,0 0-38 0,59-60 38 15,15-20-38-15,-74 80-8 0,0 0 8 0,77-69-8 16,10-1 8-16,-87 70-25 0,0 0 25 0,68-59-24 15,-7 4 24-15,-61 55 10 0,0 0-10 0,44-41 11 16,-14 10-11-16,-30 31 31 0,0 0-31 0,17-20 31 0,-12 11-31 16,-5 9 29-16,0 0-29 0,0 0 29 0,-10 14-29 15,10-14 33-15,0 0-33 0,-21 20 34 0,-5 10-34 16,26-30-2-16,0 0 2 0,-39 34-1 0,-11 5 1 0,50-39-3 16,0 0 3-16,-46 42-3 0,-5 4 3 0,13-5 0 15,3-1 0-15,7-11 0 0,5-7 0 0,6-10-20 16,3-7 20-16,5 4-19 0,8-1 19 0,1-8-61 15,0 0 61-15,0 0-61 0,15-10 61 0,-15 10-12 16,0 0 12-16,21-15-12 0,11-8 12 0,-32 23-52 16,0 0 52-16,33-27-51 0,-2-9 51 0,4 5-152 15,0 0 152-15,-5 5-151 0,-2 8 151 0,-7-3-58 0,-2 4 58 16,-2 3-57-16,1 2 57 0,-2 3-24 0,-6 3 24 16,-3 0-23-16,-5 3 23 0,-2 3 106 0,0 0-106 0,0 0 106 15,-11 7-106-15,11-7 47 0,-12 14-47 0,-2-6 47 16,-3 2-47-16,-4 2-25 0,-5 2 25 0,5-2-24 15,-6 2 24-15,-20 10-1127 0</inkml:trace>
  <inkml:trace contextRef="#ctx0" brushRef="#br0" timeOffset="121921.855">6671 18326 1636 0,'0'0'172'0,"0"0"-172"0,0 0 173 0,0 0-173 0,0 0-1 16,0 0 1-16,0 0-1 0,0 0 1 0,0 0-606 0,0 0 606 0,0 0-605 16,26-2 605-16,0 2-365 0</inkml:trace>
  <inkml:trace contextRef="#ctx0" brushRef="#br0" timeOffset="122394.508">9255 18211 550 0</inkml:trace>
  <inkml:trace contextRef="#ctx0" brushRef="#br0" timeOffset="-138058.937">7656 16422 639 0,'0'0'0'0,"0"0"127"16,0 0-127-16,0 0 128 0,0 0-128 0,0 0 222 0,0 0-222 0,0 0 223 16,-21-15-223-16,21 15 144 0,0 0-144 15,-8-9 144-15,-6-1-144 0,14 10 73 0,0 0-73 0,-27-14 74 16,-9-1-74-16,36 15 62 0,0 0-62 0,-39-14 63 16,-1 1-63-16,40 13 39 0,0 0-39 0,-45-12 40 15,-1-1-40-15,46 13 15 0,0 0-15 0,-47-10 16 16,3 3-16-16,44 7 13 0,0 0-13 0,-50-8 14 15,-3 1-14-15,53 7 39 0,0 0-39 0,-57-5 40 16,-1 0-40-16,58 5 36 0,0 0-36 0,-61-6 36 16,1 3-36-16,60 3 3 0,0 0-3 0,-55-5 3 15,4 1-3-15,51 4 1 0,0 0-1 0,-44-3 2 16,2 1-2-16,42 2 27 0,0 0-27 0,-49 2 27 16,-5 3-27-16,54-5-24 0,0 0 24 0,-49 10-23 0,-3 4 23 15,52-14 6-15,0 0-6 0,-60 24 7 16,-9 7-7-16,69-31-36 0,0 0 36 0,-48 26-35 0,15-2 35 15,33-24 5-15,0 0-5 0,-31 24 6 0,1 0-6 0,30-24 2 16,0 0-2-16,-26 24 2 0,7 0-2 16,19-24 0-16,0 0 0 0,-23 24 0 0,0 2 0 0,23-26 10 15,0 0-10-15,-21 27 10 0,-5 2-10 0,26-29 0 16,0 0 0-16,-21 31 0 0,4 4 0 0,17-35-17 16,0 0 17-16,-13 39-17 0,5 4 17 0,8-43 0 15,0 0 0-15,-13 41 0 0,5 0 0 0,8-41 0 0,0 0 0 16,-11 38 0-16,1-2 0 0,10-36-2 15,0 0 2-15,-2 34-1 0,7 1 1 0,-5-35-10 0,0 0 10 16,-3 32-9-16,-6 1 9 0,9-33 15 0,0 0-15 16,-5 31 15-16,-1 3-15 0,6-34 0 0,0 0 0 0,-6 40 0 15,0 3 0-15,6-43 12 0,0 0-12 0,-5 41 12 16,5-2-12-16,0-39-1 0,0 0 1 0,0 36-1 16,5-1 1-16,-5-35 0 0,0 0 0 0,12 31 0 15,15-4 0-15,-27-27-4 0,0 0 4 0,12 26-4 16,-2-2 4-16,-10-24-3 0,0 0 3 0,21 22-3 15,4-1 3-15,-25-21 2 0,0 0-2 0,23 22 2 16,1 2-2-16,-24-24 0 0,0 0 0 0,26 24 1 16,0 0-1-16,-26-24 0 0,0 0 0 0,23 24 0 15,-2 2 0-15,-21-26-6 0,0 0 6 0,18 26-5 16,3-1 5-16,-21-25 1 0,0 0-1 0,21 23 1 16,-2-3-1-16,-19-20 1 0,0 0-1 0,29 19 1 0,5-3-1 15,-34-16 1-15,0 0-1 0,35 13 2 16,3-2-2-16,-38-11 1 0,0 0-1 0,42 8 2 0,7 1-2 15,-49-9 22-15,0 0-22 0,38 8 23 0,-5 1-23 0,-33-9-36 16,0 0 36-16,32 5-35 0,-2-2 35 16,-30-3 55-16,0 0-55 0,26 2 56 0,0-2-56 0,-26 0-6 15,0 0 6-15,33 0-6 0,2 2 6 0,-35-2-11 16,0 0 11-16,35-2-10 0,4 0 10 0,-39 2 5 16,0 0-5-16,40-6 5 0,5 0-5 0,-45 6-2 15,0 0 2-15,40-6-1 0,2-3 1 0,-42 9-17 16,0 0 17-16,32-9-17 0,-4 1 17 0,-28 8 1 15,0 0-1-15,28-12 1 0,0 0-1 0,-28 12 22 16,0 0-22-16,31-16 23 0,-1 1-23 0,-30 15-10 0,0 0 10 16,26-17-9-16,4 0 9 0,-30 17-1 0,0 0 1 15,31-19 0-15,8-2 0 0,-39 21 1 0,0 0-1 0,38-19 2 16,0 2-2-16,-38 17 4 0,0 0-4 0,32-15 5 16,-4 3-5-16,-28 12 23 0,0 0-23 0,23-12 24 15,-6 1-24-15,-17 11-2 0,0 0 2 0,21-13-1 16,-5-5 1-16,-16 18 7 0,0 0-7 0,15-15 8 15,-2 1-8-15,-13 14 25 0,0 0-25 0,15-17 26 16,-1 0-26-16,-14 17-2 0,0 0 2 0,14-19-2 16,-1-2 2-16,-13 21 33 0,0 0-33 0,15-20 34 15,-1-2-34-15,-14 22 27 0,0 0-27 0,14-24 27 16,4-4-27-16,-18 28 39 0,0 0-39 0,24-31 40 16,1-5-40-16,-25 36-4 0,0 0 4 0,19-32-3 15,-3-1 3-15,-16 33 15 0,0 0-15 0,8-33 15 0,1 1-15 16,-9 32 25-16,0 0-25 0,9-29 26 0,-4 1-26 15,-5 28-11-15,0 0 11 0,9-27-11 0,-2 1 11 16,-7 26-21-16,0 0 21 0,5-29-21 0,4-1 21 16,-9 30 8-16,0 0-8 0,3-37 9 0,1-4-9 15,-4 41 0-15,0 0 0 0,1-33 0 0,3 4 0 0,-4 29 3 16,0 0-3-16,-9-36 3 0,-3-4-3 0,12 40 43 16,0 0-43-16,-14-34 43 0,2 1-43 0,12 33 42 15,0 0-42-15,-18-31 42 0,3 1-42 0,15 30-22 16,0 0 22-16,-20-28-22 0,1 2 22 0,19 26 33 15,0 0-33-15,-17-22 34 0,3 1-34 0,14 21-26 16,0 0 26-16,-14-18-25 0,3 0 25 0,11 18 13 0,0 0-13 16,-17-13 13-16,-2 1-13 0,19 12 1 0,0 0-1 15,-21-11 1-15,0 4-1 0,21 7 0 0,0 0 0 0,-21-5 0 16,7 4 0-16,14 1-45 0,0 0 45 0,-18 0-45 16,2 1 45-16,16-1-123 0,0 0 123 0,-13 2-122 15,-5 0 122-15,-17 1-1713 0</inkml:trace>
  <inkml:trace contextRef="#ctx0" brushRef="#br0" timeOffset="-130102.63">10485 16568 147 0,'0'0'287'0,"0"0"-287"16,0 0 287-16,0 0-287 0,0 0 193 0,0 0-193 0,0 0 194 0,-30-10-194 15,30 10 187-15,0 0-187 0,-17-7 188 0,-4 0-188 16,21 7 153-16,0 0-153 0,-18-8 154 0,4-1-154 0,14 9 73 16,0 0-73-16,-21-12 73 0,-1-2-73 0,22 14 14 15,0 0-14-15,-21-12 15 0,0 0-15 0,21 12 33 16,0 0-33-16,-26-10 33 0,-6 2-33 0,32 8 38 15,0 0-38-15,-33-9 39 0,-7 2-39 0,40 7 0 16,0 0 0-16,-42-7 0 0,-2 2 0 0,44 5 91 16,0 0-91-16,-38-7 92 0,-1 0-92 0,39 7-12 15,0 0 12-15,-45-7-12 0,-2 2 12 0,47 5 28 0,0 0-28 16,-49-8 28-16,-2-1-28 0,51 9-2 0,0 0 2 16,-49-10-1-16,-5 0 1 0,54 10-41 0,0 0 41 0,-49-4-40 15,-3 6 40-15,52-2 43 0,0 0-43 0,-51 5 43 16,-1 4-43-16,52-9 1 0,0 0-1 0,-56 13 1 15,-4 3-1-15,60-16-2 0,0 0 2 0,-64 17-2 16,-13 5 2-16,77-22-17 0,0 0 17 0,-68 24-16 16,3-1 16-16,65-23 0 0,0 0 0 0,-47 18 0 15,12 1 0-15,35-19-6 0,0 0 6 0,-40 23-5 16,1 2 5-16,39-25-1 0,0 0 1 0,-38 30 0 16,-1 4 0-16,39-34 1 0,0 0-1 0,-38 36 2 15,3 2-2-15,35-38 2 0,0 0-2 0,-51 46 2 16,-6 0-2-16,57-46 0 0,0 0 0 0,-37 38 0 15,9-7 0-15,28-31 0 0,0 0 0 0,-24 29 0 16,4-1 0-16,20-28-8 0,0 0 8 0,-15 31-8 0,1-1 8 16,14-30 1-16,0 0-1 0,-9 33 1 0,7 1-1 15,2-34 9-15,0 0-9 0,-2 47 9 0,4 9-9 16,-2-56 4-16,0 0-4 0,0 52 4 0,2-2-4 0,-2-50 14 16,0 0-14-16,9 46 15 0,-1-3-15 0,-8-43-10 15,0 0 10-15,14 44-9 0,7 1 9 0,-21-45-5 16,0 0 5-16,21 40-5 0,7-4 5 0,-28-36-4 15,0 0 4-15,33 37-3 0,2-1 3 0,-35-36-7 16,0 0 7-16,39 35-7 0,3-3 7 0,-42-32-3 16,0 0 3-16,43 26-2 0,-2 0 2 0,-41-26 32 15,0 0-32-15,41 19 32 0,0-6-32 0,-41-13 2 0,0 0-2 16,54 14 2-16,10 0-2 0,-64-14-4 0,0 0 4 16,69 8-3-16,4-1 3 0,-73-7-1 0,0 0 1 15,70 5 0-15,-2 1 0 0,-68-6-24 0,0 0 24 0,56 3-23 16,-7-1 23-16,-49-2 1 0,0 0-1 15,65-2 2-15,8-1-2 0,-73 3 16 0,0 0-16 0,68-6 17 16,4-2-17-16,-72 8 50 0,0 0-50 0,52-10 50 16,-12-2-50-16,-40 12 1 0,0 0-1 0,49-21 2 15,0-5-2-15,-49 26 0 0,0 0 0 0,59-34 0 16,6-7 0-16,-65 41 55 0,0 0-55 0,65-40 55 16,-4 1-55-16,-61 39 0 0,0 0 0 0,44-31 1 15,-11 5-1-15,-33 26 0 0,0 0 0 0,33-26 0 16,-5 1 0-16,-28 25 39 0,0 0-39 0,33-36 39 15,-1-7-39-15,-32 43-9 0,0 0 9 0,38-62-8 16,4-14 8-16,-42 76 2 0,0 0-2 0,35-68 3 0,-2-1-3 16,-33 69 37-16,0 0-37 0,19-43 38 0,-6 17-38 15,-13 26 27-15,0 0-27 0,5-34 27 0,-2 0-27 16,-3 34 46-16,0 0-46 0,0-43 46 0,-5-3-46 16,5 46 17-16,0 0-17 0,-12-45 17 0,-4-1-17 0,16 46 0 15,0 0 0-15,-28-42 0 0,-10 5 0 0,38 37 0 16,0 0 0-16,-30-31 1 0,4 7-1 0,26 24-2 15,0 0 2-15,-25-23-1 0,3 6 1 0,22 17-59 16,0 0 59-16,-21-13-59 0,3 4 59 0,18 9-147 16,0 0 147-16,-12-7-146 0,3 5 146 0,9 2-782 15,0 0 782-15,0 0-781 0,-9-6 781 0,1-5-404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4-13T09:00:29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15012 12026 1143 0,'0'0'0'0,"0"0"0"16,17 5 0-16,-17-5 159 0,0 0-159 0,-17-5 159 15,-9-7-159-15,5 5 69 0,-6 2-69 0,6-2 69 16,4 5-69-16,-7 2 27 0,-3 2-27 0,-2 1 27 16,-6 4-27-16,0-2-50 0,2 2 50 0,-2 2-49 15,1 3 49-15,-1 0-42 0,1 0 42 0,2 3-41 16,-1-3 41-16,3 5-48 0,2 2 48 0,-1 2-47 16,-5 3 47-16,13 1-7 0,11 5 7 0,-20 6-7 0,-12 7 7 15,4-4-82-15,-2 2 82 0,3 2-82 0,4 2 82 16,1 1 24-16,4 0-24 0,-1 20 25 0,-6 11-25 0,8-3 31 15,7 8-31-15,-1-13 31 0,0-4-31 0,0 9 0 16,1 3 0-16,-6-2 0 0,-7 1 0 16,16-2 19-16,8 1-19 0,-9 6 20 0,1 3-20 0,5-7-17 15,-1 0 17-15,1-1-16 0,2-7 16 0,4 13-4 16,5 7 4-16,2-12-4 0,5-4 4 0,-3-1 8 16,6-2-8-16,-4 2 9 0,-5 5-9 0,9-6 16 15,0-3-16-15,3 1 17 0,5-5-17 0,-6-1-1 16,-1 0 1-16,6 6 0 0,3 2 0 0,7-6 47 15,4-3-47-15,-11-11 47 0,1-8-47 0,6 22 0 0,3 12 0 16,3-13 0-16,-1-1 0 0,6-4-38 0,1-6 38 16,-3-10-37-16,0-7 37 0,16 15-2 0,10 11 2 15,-8-9-1-15,-3-3 1 0,4-7-25 0,4-7 25 16,-14-7-24-16,-2-8 24 0,15 6-234 0,12 4 234 16,-19-3-234-16,-6-4 234 0,50 27-523 0</inkml:trace>
  <inkml:trace contextRef="#ctx0" brushRef="#br0" timeOffset="736.453">21990 11729 1334 0,'0'0'0'0,"24"0"0"16,20 0 0-16,-44 0 151 0,0 0-151 0,47 3 151 0,9 0-151 15,-56-3 65-15,0 0-65 0,60 13 66 0,4-1-66 16,-64-12 58-16,0 0-58 0,79 27 58 0,12 9-58 0,-91-36-8 16,0 0 8-16,89 51-8 0,0 13 8 15,-89-64-4-15,0 0 4 0,87 72-4 0,-3 10 4 16,-84-82-48-16,0 0 48 0,75 105-47 0,-5 19 47 16,-70-124 18-16,0 0-18 0,58 142 18 0,-11 23-18 0,-47-165-13 15,0 0 13-15,33 180-13 0,-15 16 13 16,-18-196 3-16,0 0-3 0,7 211 4 0,-14 15-4 15,7-226 38-15,0 0-38 0,-16 218 39 0,-12 4-39 0,28-222 63 16,0 0-63-16,-26 202 63 0,-2-10-63 16,28-192 51-16,0 0-51 0,-23 177 52 0,6-17-52 0,17-160-9 15,0 0 9-15,-18 147-8 0,-3-14 8 0,21-133-219 0,0 0 219 16,-23 115-219-16,-1-18 219 0,-21 115-1110 0</inkml:trace>
  <inkml:trace contextRef="#ctx0" brushRef="#br0" timeOffset="22877.024">18829 14912 975 0,'0'0'0'0,"0"0"0"16,0 0 0-16,0 0 230 0,0 0-230 0,0 0 231 16,0 0-231-16,0 0 87 0,0 0-87 0,0 0 88 0,0 0-88 15,0 0 8-15,4 17-8 0,-2 1 8 0,-1-1-8 16,1 8 66-16,0 8-66 0,0-2 66 0,-2 2-66 15,0-33-33-15,0 0 33 0,-2 42-32 0,0 10 32 16,-5 3 6-16,-5 3-6 0,3-1 6 0,2-2-6 16,-3-5-17-16,-1-4 17 0,2-5-17 0,2-3 17 0,4-2-37 15,3-4 37-15,-2-2-36 0,2-3 36 0,0-3-12 16,-3-3 12-16,3-2-12 0,3-4 12 0,-1 0-492 16,0-1 492-16,-2-14-491 0,7 5 491 0,0 1-262 15</inkml:trace>
  <inkml:trace contextRef="#ctx0" brushRef="#br0" timeOffset="23386.006">18890 14926 617 0,'0'0'0'0,"2"21"0"16,0 15 0-16,-2-36 253 0,0 0-253 0,0 0 254 15,0-7-254-15,-2-5 192 0,2-5-192 0,-2 5 193 16,2-1-193-16,-1 1 116 0,1 2-116 0,0 2 116 16,0 2-116-16,0 6 56 0,0 0-56 0,0 0 57 0,7 6-57 15,-2 0 51-15,0 6-51 0,2 6 52 0,4 4-52 16,-3 7-1-16,5 7 1 0,-1-1 0 0,2-6 0 15,0 5 3-15,0 0-3 0,2 1 3 0,3 2-3 16,-4 3-5-16,1 5 5 0,0-4-5 0,0 2 5 16,3-1-35-16,4-2 35 0,-1-4-34 0,-4-5 34 0,1-4-5 15,0-3 5-15,0-3-5 0,1-2 5 0,-3-2-81 16,-5-3 81-16,4-2-81 0,0-4 81 0,-1-1-4 16,-1-2 4-16,-1-3-4 0,-3-4 4 0,1-3-39 15,3-2 39-15,-11 0-38 0,-1 2 38 0,3-5 53 16,2-2-53-16,-5 3 53 0,0 3-53 0,1-8 116 15,1-2-116-15,-3-14 117 0,1-15-117 0,-2 2 52 0,-2-2-52 16,1 8 53-16,1 4-53 0,0-3 52 0,-4 0-52 16,1 2 53-16,-1 3-53 0,4-10 0 0,0-4 0 15,-3-5 0-15,3-3 0 0,3 5-7 0,-3 2 7 16,2 11-7-16,0 9 7 0,1 2-135 0,1 6 135 0,-3 2-135 16,1 8 135-16,2-3-590 0,-1 6 590 0,-3 5-590 15,11 7 590-15,-1 2-326 0</inkml:trace>
  <inkml:trace contextRef="#ctx0" brushRef="#br0" timeOffset="23716.356">19892 14979 617 0,'0'0'0'0,"0"0"0"0,7 4 0 16,-7-4 18-16,0 0-18 0,0 0 18 0,0 0-18 15,0 0 127-15,0 8-127 0,0-1 127 0,0 3-127 0,-2 4 61 16,0 1-61-16,0 3 62 0,-1 2-62 0,1 3 44 16,0 1-44-16,1 1 45 0,-3 1-45 0,1 5 3 15,1 2-3-15,-2-3 4 0,4 1-4 0,-1 0 25 16,1 2-25-16,-2 1 26 0,0 2-26 0,2-5 92 15,-3-3-92-15,3-4 92 0,3-6-92 0,-3-2 42 0,2-6-42 16,0 1 43-16,-1-5-43 0,-1-6-15 0,4 9 15 16,-4-9-14-16,5 2 14 0,-5-2-253 0,7-5 253 15,0 1-252-15,2-1 252 0,7-4-561 0</inkml:trace>
  <inkml:trace contextRef="#ctx0" brushRef="#br0" timeOffset="24153.351">20833 15106 863 0,'0'0'0'0,"7"-10"0"15,7-9 0-15,-7-2 174 0,-3-1-174 0,-1 5 174 16,-1 1-174-16,-2-2 2 0,-4-1-2 0,3 7 2 15,1 7-2-15,-5-4 0 0,-2 0 0 0,7 9 1 16,-4-7-1-16,-3 1 90 0,-3-1-90 0,-8-4 90 0,-8-2-90 16,0 4-56-16,-4 4 56 0,9 5-56 0,4 3 56 15,-15 8-6-15,-6 2 6 0,4 11-6 0,0 6 6 0,34-30-58 16,0 0 58-16,-35 41-58 0,0 9 58 0,35-50-240 16,0 0 240-16,-34 58-240 0,1 5 240 15,33-63-50-15,0 0 50 0,-28 88-49 0,2 20 49 0,26-108-141 16,0 0 141-16,-7 88-140 0,7-8 140 0,0-80 164 15,0 0-164-15,19 66 164 0,18-13-164 0,-37-53 140 16,0 0-140-16,47 37 140 0,13-18-140 0,-60-19 135 0,0 0-135 16,69 7 135-16,8-10-135 0,-77 3 22 0,0 0-22 15,74-10 23-15,-1-9-23 0,-73 19 60 0,0 0-60 16,70-18 60-16,-4 0-60 0,-66 18-78 0,0 0 78 16,49-16-78-16,-19 4 78 0,-30 12-172 0,0 0 172 0,28-10-172 15,-7 3 172-15,-21 7-218 0,0 0 218 0,16-5-217 16,-8 3 217-16,17-5-189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4-27T08:39:58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20311 7455 147 0,'0'0'0'0,"0"0"1"16,0 0-1-16,-2 23 2 0,0 13-2 0,2-36 3 15,0 0-3-15,2 36 4 0,3 0-4 0,-5-36 3 16,0 0-3-16,0 36 3 0,-3-2-3 0,3-34 224 15,0 0-224-15,0 40 225 0,2-3-225 0,-2-37 114 16,0 0-114-16,1 43 114 0,3 4-114 0,-4-47 26 0,0 0-26 16,3 51 26-16,-3 4-26 0,0-55-7 0,0 0 7 15,-1 57-6-15,-3-4 6 0,4-53-104 0,0 0 104 16,-5 55-103-16,-4 0 103 0,9-55 18 0,0 0-18 0,-3 68 18 16,-1 9-18-16,4-77 79 0,0 0-79 0,-5 73 80 15,0-5-80-15,5-68 26 0,0 0-26 0,-9 65 26 16,5-1-26-16,4-64 6 0,0 0-6 0,-7 53 7 15,-1-8-7-15,8-45 6 0,0 0-6 0,-6 67 6 16,1 10-6-16,5-77 64 0,0 0-64 0,-3 72 64 16,-1 0-64-16,4-72 25 0,0 0-25 0,-5 67 26 15,0-7-26-15,5-60 31 0,0 0-31 0,0 52 31 16,2-8-31-16,-2-44-10 0,0 0 10 0,1 67-9 16,-1 14 9-16,0-81 26 0,0 0-26 0,0 74 26 15,-1-6-26-15,1-68 0 0,0 0 0 0,-2 55 0 16,-5-12 0-16,7-43 61 0,0 0-61 0,-5 69 61 15,-2 13-61-15,7-82-76 0,0 0 76 0,0 67-75 16,3-2 75-16,-3-65 50 0,0 0-50 0,0 53 50 0,-2-8-50 16,2-45-57-16,0 0 57 0,-1 52-57 0,-1-4 57 15,2-48-15-15,0 0 15 0,-4 70-15 0,3 14 15 0,1-84 30 16,0 0-30-16,0 67 30 0,0-5-30 0,0-62 83 16,0 0-83-16,0 46 83 0,1-15-83 15,-1-31-56-15,0 0 56 0,0 36-56 0,0-5 56 0,0-31 42 16,0 0-42-16,6 33 43 0,1-3-43 0,-7-30-5 15,0 0 5-15,5 35-5 0,-2-1 5 0,-3-34 56 16,0 0-56-16,0 28 57 0,4-4-57 0,-4-24-5 16,0 0 5-16,0 27-5 0,2 0 5 0,-2-27-1 0,0 0 1 15,7 21-1-15,-4-5 1 0,-3-16 28 0,0 0-28 16,4 12 28-16,-4-6-28 0,0-6-1 0,0 0 1 16,1 7 0-16,-1-2 0 0,0-5-17 0,0 0 17 0,0 0-17 15,7 6 17-15,-7-6 4 0,0 0-4 16,0 0 5-16,7 0-5 0,-7 0-7 0,0 0 7 0,0 0-6 15,0 0 6-15,0 0-190 0,0 0 190 0,0 0-190 16,0 0 190-16,0 0-298 0,0 0 298 0,0 0-298 16,0 0 298-16,0 0-223 0</inkml:trace>
  <inkml:trace contextRef="#ctx0" brushRef="#br0" timeOffset="629.54">20045 10625 147 0,'0'0'0'0,"0"0"1"0,0 0-1 0,0 0 2 16,0 0-2-16,0 0 3 0,0 0-3 0,0 0 4 15,0 0-4-15,0 0 3 0,0 0-3 0,0 0 3 16,13 28-3-16,-13-28 25 0,0 0-25 0,17 18 26 16,9 3-26-16,-26-21 226 0,0 0-226 0,25 24 227 0,3 0-227 15,-28-24-26-15,0 0 26 0,24 24-25 0,1 0 25 16,-25-24 136-16,0 0-136 0,26 24 136 0,2-2-136 16,-28-22-48-16,0 0 48 0,24 21-47 0,-3-5 47 0,-21-16 0 15,0 0 0-15,18 8 0 0,-4 1 0 0,-14-9 44 16,0 0-44-16,10 7 45 0,-3-4-45 0,-7-3-52 15,0 0 52-15,0 0-51 0,0 0 51 0,0 0-15 16,0 0 15-16,0 0-14 0,0 0 14 0,0 0-201 16,0 0 201-16,0 0-200 0,0 0 200 0,0 0-152 15</inkml:trace>
  <inkml:trace contextRef="#ctx0" brushRef="#br0" timeOffset="1186.058">20416 10649 147 0,'0'0'0'0,"0"0"108"0,0 0-108 0,0 0 108 32,-14 43-108-32,14-43-75 0,0 0 75 0,-9 26-74 0,-3 1 74 15,12-27-1-15,0 0 1 0,-9 26-1 0,0 0 1 16,9-26-4-16,0 0 4 0,-8 22-3 0,2-5 3 16,6-17-7-16,0 0 7 0,-8 16-6 0,-3-4 6 0,11-12-2 15,0 0 2-15,-7 8-2 0,2-1 2 0,5-7-1 16,0 0 1-16,0 0-1 0,-7-2 1 0,7 2-1 15,0 0 1-15,-4-10-1 0,3-12 1 0,1 22-1 16,0 0 1-16,0-24 0 0,0-2 0 0,0 26-1 16,0 0 1-16,3-27 0 0,2-1 0 0,-5 28-1 15,0 0 1-15,6-29 0 0,-1 0 0 0,-5 29 0 0,0 0 0 16,5-28 0-16,0 3 0 0,-5 25 0 0,0 0 0 16,7-25 0-16,0 1 0 0,-7 24 0 0,0 0 0 15,4-18 0-15,1 0 0 0,-5 18 0 0,0 0 0 16,4-12 0-16,-3 2 0 0,-1 10 0 0,0 0 0 15,0 0 0-15,0 0 0 0,0 0 98 0,0 0-98 16,-1 12 98-16,-1 7-98 0,2-19-79 0,0 0 79 0,-2 31-79 16,-7 8 79-16,9-39 144 0,0 0-144 0,-8 42 144 15,-1 2-144-15,9-44-126 0,0 0 126 0,-9 43-126 16,-1 2 126-16,10-45-10 0,0 0 10 0,-14 43-10 16,0-4 10-16,14-39-11 0,0 0 11 0,-14 29-11 15,5-6 11-15,-12 28-97 0</inkml:trace>
  <inkml:trace contextRef="#ctx0" brushRef="#br0" timeOffset="3893.385">20272 6946 147 0,'0'0'0'0</inkml:trace>
  <inkml:trace contextRef="#ctx0" brushRef="#br0" timeOffset="4353.35">20281 7653 147 0,'0'0'0'0,"0"0"1"16,0 0-1-16,0 0 2 0,0 0-2 0,0 0 3 15,0 0-3-15,4-7 4 0,-4-4-4 0,0 11 3 16,0 0-3-16,0-18 3 0,0-10-3 0,0 28 1 15,0 0-1-15,1-33 2 0,1-9-2 0,-2 42 1 0,0 0-1 16,-3-40 1-16,-3-4-1 0,6 44 0 0,0 0 0 16,-7-47 1-16,-1 3-1 0,8 44 0 0,0 0 0 15,-14-49 1-15,-2 1-1 0,16 48 0 0,0 0 0 16,-14-42 1-16,-2-7-1 0,16 49 0 0,0 0 0 16,-12-39 0-16,2 1 0 0,10 38 0 0,0 0 0 0,-9-29 0 15,0 7 0-15,9 22 69 0,0 0-69 0,-9-17 70 16,2 8-70-16,7 9-53 0,0 0 53 0,0 0-53 15,-3 5 53-15,3-5-1 0,0 0 1 0,0 22 0 16,2 11 0-16,-2-33-3 0,0 0 3 0,5 40-2 16,4 1 2-16,-9-41-4 0,0 0 4 0,7 46-3 15,1 2 3-15,-8-48-2 0,0 0 2 0,11 52-1 16,1 3 1-16,-12-55-1 0,0 0 1 0,9 54-1 16,3 8 1-16,-12-62-1 0,0 0 1 0,11 59-1 15,1-4 1-15,-12-55-1 0,0 0 1 0,10 44 0 0,-1-4 0 16,-9-40 147-16,0 0-147 0,9 34 148 0,-1-5-148 15,-8-29-119-15,0 0 119 0,7 19-119 0,0-4 119 16,4 21-91-16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24.2718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1-15T06:56:25.2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19384" units="cm"/>
          <inkml:channel name="Y" type="integer" max="111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27.3139" units="1/cm"/>
          <inkml:channelProperty channel="Y" name="resolution" value="637.9310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1-11-15T06:56:27.947"/>
    </inkml:context>
  </inkml:definitions>
  <inkml:trace contextRef="#ctx0" brushRef="#br0">19844 14164 0</inkml:trace>
  <inkml:trace contextRef="#ctx1" brushRef="#br0">22488 11835 662 0,'0'0'0'0,"0"0"320"0,0 0-320 0,0 0 320 16,0 0-320-16,0 0 203 0,0 0-203 0,0 0 203 0,0 0-203 15,0 0 119-15,0 0-119 0,0 0 120 0,0 0-120 16,0 0 109-16,0 0-109 0,0 0 110 0,0 0-110 0,0 0 44 15,0 0-44-15,0 0 45 0,0 0-45 0,0 0 100 16,0 0-100-16,0 0 100 0,15-31-100 0,-15 31 36 16,0 0-36-16,14-26 36 0,4-4-36 0,-18 30 111 15,0 0-111-15,14-33 111 0,-2 2-111 0,-12 31 45 16,0 0-45-16,16-36 45 0,-6-4-45 0,-10 40 51 16,0 0-51-16,12-39 52 0,-1-7-52 0,-11 46 0 15,0 0 0-15,14-45 0 0,-2 0 0 0,-12 45 11 16,0 0-11-16,19-42 11 0,2-7-11 0,-21 49 24 15,0 0-24-15,25-49 25 0,3-3-25 0,-28 52 0 0,0 0 0 16,26-56 1-16,-3-8-1 0,-23 64 22 0,0 0-22 0,27-75 23 16,5-6-23-16,-32 81 0 0,0 0 0 0,31-70 1 15,-3 3-1-15,-28 67 1 0,0 0-1 0,25-67 1 16,-2 1-1-16,-23 66 8 0,0 0-8 0,24-66 9 16,-1-5-9-16,-23 71 0 0,0 0 0 0,22-67 0 15,-1 4 0-15,-21 63 31 0,0 0-31 0,21-69 31 16,0-3-31-16,-21 72-3 0,0 0 3 0,21-70-3 15,-3-1 3-15,-18 71 0 0,0 0 0 0,21-63 0 16,0 3 0-16,-21 60-24 0,0 0 24 0,15-45-23 16,-4 11 23-16,-11 34 0 0,0 0 0 0,10-29 0 15,-3 5 0-15,-7 24-10 0,0 0 10 0,7-21-9 16,-1 6 9-16,-6 15 0 0,0 0 0 0,5-13 0 0,-3 1 0 16,-2 12-25-16,0 0 25 0,1-6-24 0,1 0 24 15,-2 6-37-15,0 0 37 0,0 0-37 0,4-6 37 16,-4 6-7-16,0 0 7 0,0 0-7 0,-14 15 7 15,14-15-3-15,0 0 3 0,-14 17-3 0,-6 7 3 0,20-24-42 16,0 0 42-16,-22 29-41 0,-3 4 41 16,25-33-5-16,0 0 5 0,-26 40-5 0,0 2 5 15,26-42 0-15,0 0 0 0,-30 48 0 0,-1 4 0 16,31-52-6-16,0 0 6 0,-30 48-6 0,4-7 6 0,26-41 5 16,0 0-5-16,-19 35 6 0,5-8-6 0,14-27-33 15,0 0 33-15,-14 21-33 0,3-9 33 0,11-12 43 0,0 0-43 16,-5 8 43-16,1-4-43 0,4-4 25 0,0 0-25 15,7-9 26-15,6-12-26 0,-13 21-39 0,0 0 39 16,19-34-38-16,3-12 38 0,-22 46 5 0,0 0-5 16,28-48 5-16,7-4-5 0,-35 52 4 0,0 0-4 15,32-50 4-15,-2 1-4 0,-30 49-21 0,0 0 21 0,33-45-21 16,-2 0 21-16,-31 45-39 0,0 0 39 0,30-30-38 16,-4 7 38-16,-26 23 1 0,0 0-1 0,25-14 2 15,-8 8-2-15,-17 6-21 0,0 0 21 0,17 6-21 16,-1 12 21-16,-16-18 26 0,0 0-26 0,14 27 26 15,-7 13-26-15,-7-40-20 0,0 0 20 0,7 43-20 16,-2 6 20-16,-5-49-13 0,0 0 13 0,6 50-12 16,-3 3 12-16,-3-53-10 0,0 0 10 0,5 47-9 15,2-11 9-15,-7-36 2 0,0 0-2 0,7 31 3 16,-5-13-3-16,-2-18-259 0,0 0 259 0,0 12-259 16,-2-6 259-16,2 9-1481 0</inkml:trace>
  <inkml:trace contextRef="#ctx1" brushRef="#br0" timeOffset="27128.532">26265 12029 527 0,'0'0'0'0,"0"0"0"16,0 14 0-16,0-1-336 0</inkml:trace>
  <inkml:trace contextRef="#ctx1" brushRef="#br0" timeOffset="27238.889">26212 12206 147 0,'0'0'0'0,"-5"24"0"15,-4 14 0-15,-1 4 1 0,-2 8-1 0,3 0 2 16,2 0-2-16,2 0 3 0,0-1-3 0,-4 1 4 16,-2 2-4-16,3-1 3 0,1 1-3 0,-7-8 3 0,-2-1-3 15,-10 45-63-15</inkml:trace>
  <inkml:trace contextRef="#ctx1" brushRef="#br0" timeOffset="28222.714">26314 12002 247 0,'0'0'0'0,"0"0"0"15,7 0 0-15,-7 0-32 0,0 0 32 0,0 0-32 16,0 0 32-16,0 0 0 0,10 0 0 0,-3 0 0 16,2 3 0-16,1 2 246 0,4 0-246 0,0 0 246 15,2 2-246-15,2-3 116 0,1-1-116 0,11 2 117 16,3 0-117-16,3 1 49 0,5-6-49 0,-3 1 50 15,0 1-50-15,6-2 139 0,2 0-139 0,-1-2 140 16,6 1-140-16,8-3 62 0,6-3-62 0,-1 0 63 16,4 1-63-16,13-6 25 0,10 0-25 0,0-4 26 15,-4-5-26-15,2 3 4 0,-2-1-4 0,-3-2 4 0,-2 1-4 16,2-1 43-16,-3 2-43 0,2-2 43 0,1 6-43 16,-7-4 1-16,-3 2-1 0,-1 2 2 0,4-1-2 15,-4-3 13-15,-3 2-13 0,0 0 14 0,0 1-14 0,-2 1 26 16,0 0-26-16,-5 3 26 0,-4-1-26 0,-13 0-42 15,-9 2 42-15,1 3-42 0,-1 1 42 0,1-3 2 16,2-1-2-16,-3 1 3 0,0-2-3 0,-8-2-86 16,-2-3 86-16,-3 10-85 0,-3 4 85 0,-4 1-21 15,-1 1 21-15,-5 1-21 0,-6 0 21 0,2 1 0 16,-2 3 0-16,-5-4 0 0,4 10 0 0,-4-10 46 16,1 12-46-16,-2-2 46 0,-3 4-46 0,2 1 27 0,-1 6-27 15,-2-2 27-15,-1 3-27 0,1 4 81 0,-2 3-81 16,0 2 82-16,0 5-82 0,0 5-36 0,0 9 36 15,-1 3-35-15,-1 4 35 0,-3 0 3 0,-2 3-3 0,-2-4 3 16,-3 3-3-16,3 13 34 0,0 12-34 16,2-17 35-16,0-7-35 0,7-17-11 0,5-12 11 0,-3-4-11 15,-2-3 11-15,7-5 12 0,2-2-12 0,2 0 13 16,-1-3-13-16,2-2 10 0,2-2-10 0,-5 1 10 16,-6-5-10-16,4 3 25 0,2-7-25 0,-2-2 26 15,0 0-26-15,0 0 76 0,0 0-76 0,0 0 77 16,0 0-77-16,0 0-1 0,-9 5 1 0,9-5-1 15,-10 5 1-15,1-5-43 0,-1 0 43 0,1 0-43 16,-1 0 43-16,-6 0-53 0,-3 0 53 0,5 0-53 16,3 0 53-16,-10 0-10 0,-5 0 10 0,-14 0-9 15,-13 0 9-15,3 2-40 0,-6-1 40 0,5 1-40 16,2 2 40-16,-3-1 37 0,-1 0-37 0,-3 3 37 16,-3 0-37-16,-21 0 45 0,-16-1-45 0,10 3 46 0,4 1-46 15,5 5 28-15,5 5-28 0,-6-6 28 0,1-2-28 16,2-6 6-16,-4-5-6 0,2 7 7 0,-1 3-7 15,1 0-7-15,0 0 7 0,9-6-7 0,7-4 7 0,-9 2 3 16,-5 1-3-16,3 0 3 0,0 4-3 0,2-2 28 16,-3-5-28-16,3 0 28 0,2 0-28 0,17 0 18 15,13 4-18-15,-4-1 19 0,2-1-19 0,40-2 70 16,0 0-70-16,-49 4 71 0,-5-4-71 0,54 0 44 16,0 0-44-16,-49 1 44 0,3 1-44 0,46-2 3 15,0 0-3-15,-36 2 3 0,4-1-3 0,32-1 36 0,0 0-36 16,-26 2 36-16,7 2-36 0,19-4 0 0,0 0 0 15,-18 0 0-15,6 0 0 0,12 0 1 0,0 0-1 16,-14 0 2-16,5-4-2 0,9 4-149 0,0 0 149 0,-7 0-149 16,0 0 149-16,7 0-599 0,0 0 599 0,0 0-598 15,7-5 598-15,0 2-336 0</inkml:trace>
  <inkml:trace contextRef="#ctx1" brushRef="#br0" timeOffset="29151.718">26813 12240 908 0,'0'0'0'0,"0"0"0"0,2-10 0 16,-2 10-203-16,0-9 203 0,0 9-202 0,-2-5 202 0,2 5 137 15,0 0-137-15,0 0 137 0,0 0-137 16,0 0 247-16,0 0-247 0,0 0 248 0,-8-5-248 0,1 1 149 16,-4 1-149-16,6 0 150 0,-2 1-150 0,-2 0 92 15,-3 2-92-15,0 0 92 0,0 0-92 0,-6 2 48 16,-3 3-48-16,5-3 48 0,1 1-48 0,-5 4-2 16,-2 0 2-16,4 0-2 0,1 0 2 0,-2-1 0 15,-1 3 0-15,5 1 1 0,1 2-1 0,1-1 6 0,6-3-6 16,2 3 6-16,3-3-6 0,1 1 33 0,-1-2-33 15,4 3 33-15,-1 4-33 0,6-2 46 0,4 0-46 16,3 0 47-16,3 1-47 0,-1-2-8 0,2-4 8 16,-1 5-8-16,-1-4 8 0,1 2-35 0,1-1 35 0,-3 3-34 15,-1 0 34-15,-1 0-41 0,-3-2 41 0,2 2-41 16,2 0 41-16,-3 0-80 0,-1-1 80 0,-3-1-80 16,-3 2 80-16,1-3-38 0,-1-1 38 0,-3 1-38 15,1-2 38-15,-2-7 4 0,-3 10-4 0,3-10 5 16,-6 7-5-16,6-7 118 0,-14 5-118 0,14-5 119 15,-10 2-119-15,1-1 99 0,-1-1-99 0,1 2 100 16,0-2-100-16,-5 0 84 0,-5 0-84 0,-2 0 84 16,-5-2-84-16,-4 1 68 0,-3-1-68 0,10 2 69 15,7 0-69-15,-1 0 3 0,1-2-3 0,4 0 3 16,5 1-3-16,-2-1-88 0,-1 2 88 0,3-3-87 16,2 3 87-16,5 0-267 0,-11-2 267 0,11 2-266 0,0 0 266 15,0 0-500-15,0 0 500 0,0 0-499 0,0 0 499 16,0 0-314-16</inkml:trace>
  <inkml:trace contextRef="#ctx1" brushRef="#br0" timeOffset="29953.797">26457 13067 852 0,'0'0'0'0,"0"0"0"16,-12 9 0-16,12-9 256 0,-4-7-256 0,4 7 257 15,-3-9-257-15,3 9 199 0,0-6-199 0,0 6 199 16,0 0-199-16,0 0 142 0,2 12-142 0,-1-4 142 16,-1 1-142-16,-1 4 36 0,-1 3-36 0,0 4 37 15,-1 5-37-15,1 2 3 0,0 2-3 0,0 2 4 16,-3 2-4-16,2-1 0 0,-1 1 0 0,1-2 0 16,-4 0 0-16,1 0 1 0,3-4-1 0,-1-1 2 15,-1-2-2-15,2-2-4 0,-3 0 4 0,5-4-4 0,-1-3 4 16,-2 0-83-16,1-1 83 0,1-5-83 0,2-6 83 15,0-3-292-15,0 0 292 0,0 0-292 0,0 0 292 16,0 0-896-16</inkml:trace>
  <inkml:trace contextRef="#ctx1" brushRef="#br0" timeOffset="30387.067">26399 13435 1199 0,'0'0'0'0,"0"0"0"0,2 8 0 0,-2-8 53 15,5 9-53-15,-5-9 53 0,2 12-53 0,-4-2 77 0,-1-3-77 16,-2 5 77-16,-1 0-77 0,1 5-5 0,0 2 5 16,-2 2-4-16,0 1 4 0,-2 7 5 0,-5 7-5 15,2-12 5-15,-2-2-5 0,4 1 13 0,3-1-13 0,1-3 14 16,1-2-14-16,5-1 34 0,-3-4-34 16,1-6 34-16,2 0-34 0,0-6 104 0,0 0-104 0,0 0 104 15,0 0-104-15,0 0 41 0,0 0-41 0,0 0 41 16,5-18-41-16,-5 18 114 0,0 0-114 0,9-22 114 15,5-12-114-15,-14 34 63 0,0 0-63 0,15-40 63 16,3-4-63-16,-18 44 15 0,0 0-15 0,19-50 15 16,0-5-15-16,-19 55 28 0,0 0-28 0,20-55 28 15,-1-7-28-15,-19 62-14 0,0 0 14 0,23-58-13 16,3-2 13-16,-26 60-40 0,0 0 40 0,26-46-40 16,-2 3 40-16,-24 43 5 0,0 0-5 0,20-30 5 15,-3 12-5-15,-17 18 17 0,0 0-17 0,18-11 17 16,-1 13-17-16,-17-2 62 0,0 0-62 0,12 21 62 15,-5 15-62-15,-7-36 54 0,0 0-54 0,6 43 54 0,-6 6-54 16,0-49-45-16,0 0 45 0,1 50-45 0,-1 7 45 16,0-57 1-16,0 0-1 0,-1 58 2 0,-3-1-2 15,4-57 0-15,0 0 0 0,-5 55 0 0,0-1 0 16,5-54-96-16,0 0 96 0,-6 45-95 0,3-7 95 0,3-38-378 16,0 0 378-16,-4 29-378 0,-1-10 378 0,-2 29-911 15</inkml:trace>
  <inkml:trace contextRef="#ctx1" brushRef="#br0" timeOffset="30519.736">26184 13603 247 0,'0'0'0'0,"0"0"0"15,16-7 0-15,0 0-126 0</inkml:trace>
  <inkml:trace contextRef="#ctx1" brushRef="#br0" timeOffset="30636.677">26270 13577 359 0,'0'0'0'0,"11"-5"0"15,4-2 0-15,-15 7 377 0,0 0-377 0,26-10 378 16,9-2-378-16,-35 12 100 0,0 0-100 0,41-14 100 16,2 0-100-16,-43 14 49 0,0 0-49 0,46-14 50 15,1-1-50-15,-47 15-117 0,0 0 117 0,44-12-116 16,-4 0 116-16,-40 12-340 0,0 0 340 0,35-7-339 16,-9 2 339-16,35-7-231 0</inkml:trace>
  <inkml:trace contextRef="#ctx1" brushRef="#br0" timeOffset="31089.648">26971 13047 1054 0,'0'0'0'0,"0"0"0"0,7 7 0 0,-7-7-58 15,0 0 58-15,3 5-58 0,1 5 58 0,-4 2 68 16,-4 2-68-16,1-1 69 0,-4 1-69 0,1 5 181 16,-1 2-181-16,0 1 181 0,-1 4-181 0,1 1 61 0,-2 4-61 15,2-7 62-15,-2-2-62 0,2-4 8 0,2-3-8 16,0-3 8-16,-2-3-8 0,2-1 38 0,-1-1-38 0,6-7 38 16,-3 7-38-16,3-7 59 0,0 0-59 15,0 0 60-15,0 0-60 0,0 0 1 0,2-10-1 0,1 1 2 16,4-3-2-16,-3 0 6 0,1-7-6 0,0-1 6 15,0-4-6-15,2-2 84 0,2 0-84 0,-4 4 84 16,-3 3-84-16,1 0 7 0,3 4-7 0,-1-4 7 16,0 1-7-16,-5 18-1 0,0 0 1 0,4-15 0 15,-4 3 0-15,0 12-20 0,0 0 20 0,1-12-20 16,-1 3 20-16,0 9 13 0,-7-3-13 0,7 3 13 16,-10 14-13-16,5-1 0 0,0 5 0 0,-1 2 0 15,3 4 0-15,-1 7 38 0,-1 3-38 0,2-1 39 16,-3-2-39-16,3-2 31 0,-1-1-31 0,1-6 31 15,1-2-31-15,-3 1 7 0,1-4-7 0,3-3 8 0,-1-2-8 16,2 0 13-16,0-5-13 0,0 0 14 0,0-4-14 16,0-3-207-16,0 0 207 0,0 0-207 0,0 0 207 15,0 0-1179-15</inkml:trace>
  <inkml:trace contextRef="#ctx1" brushRef="#br0" timeOffset="31857.356">27725 11811 1110 0,'0'0'0'15,"0"0"0"-15,0 0 0 0,0 0-27 0,0 0 27 0,0 0-27 16,0 0 27-16,0 0 1 0,0 0-1 0,0 0 2 15,0 9-2-15,0-1 234 0,0 2-234 0,-1 8 234 16,-1 2-234-16,0 8 82 0,-1 6-82 0,-1-5 82 16,4 2-82-16,0-2 40 0,0 2-40 0,0 0 40 15,-2 0-40-15,2 3 4 0,-3 1-4 0,1 4 4 16,0 2-4-16,1 2 30 0,-1 0-30 0,-2 0 30 16,-4 2-30-16,3-4 3 0,1-2-3 0,1-3 3 15,-3-3-3-15,3-2 14 0,-1-2-14 0,1-3 15 16,1-2-15-16,-1-2 25 0,-1-8-25 0,2-1 26 15,1 3-26-15,-1-4 0 0,2-2 0 0,0-10 0 16,0 7 0-16,0-7-35 0,0 0 35 0,0 0-35 0,-7 4 35 16,7-4-120-16,-5-12 120 0,5 12-119 0,-7-11 119 15,3 4-495-15,1-3 495 0,1 0-494 0,0-1 494 16,-1-9-287-16</inkml:trace>
  <inkml:trace contextRef="#ctx1" brushRef="#br0" timeOffset="32322.408">28099 12002 1143 0,'0'0'0'0,"0"0"0"0,6 8 0 16,-6-8-384-16,0 0 384 0,3 9-384 0,-1 3 384 16,-2-12 154-16,0 0-154 0,0 19 154 0,0-1-154 0,0-18 230 15,0 0-230-15,0 33 230 0,-4 7-230 0,4-40 44 16,0 0-44-16,-3 48 45 0,-2 6-45 0,5-54 63 15,0 0-63-15,-7 54 64 0,0-1-64 0,7-53-193 16,0 0 193-16,-7 45-192 0,0-8 192 0,-7 44-623 16</inkml:trace>
  <inkml:trace contextRef="#ctx1" brushRef="#br0" timeOffset="32637.2">28024 12007 1323 0,'0'0'0'0,"14"1"0"16,9 5 0-16,-23-6-102 0,0 0 102 0,24 3-102 15,4 6 102-15,-28-9 60 0,0 0-60 0,30 6 61 16,0 6-61-16,-30-12 94 0,0 0-94 0,35 18 94 16,3-1-94-16,-38-17-2 0,0 0 2 0,37 24-2 15,-1 3 2-15,-36-27 0 0,0 0 0 0,30 29 0 16,-7 4 0-16,-23-33 91 0,0 0-91 0,14 36 92 15,-9 4-92-15,-5-40 68 0,0 0-68 0,-7 41 68 16,-12 2-68-16,19-43 118 0,0 0-118 0,-26 39 118 16,-9-3-118-16,35-36 112 0,0 0-112 0,-39 31 113 0,-3-4-113 15,42-27 56-15,0 0-56 0,-38 25 57 0,1-8-57 16,37-17-33-16,0 0 33 0,-29 15-33 16,2-5 33-16,27-10-228 0,0 0 228 0,-22 9-227 0,4-2 227 15,-22 10-1231-15</inkml:trace>
  <inkml:trace contextRef="#ctx1" brushRef="#br0" timeOffset="33221.612">28194 13215 1670 0,'0'0'0'0,"0"0"0"16,0 0 0-16,1 7-60 0,1 5 60 0,0 0-59 15,0 3 59-15,-2 4-53 0,-4 3 53 0,1 1-53 16,-3 1 53-16,-2 3 94 0,-5 2-94 0,1 1 94 15,0-1-94-15,-2 2 32 0,-3 0-32 0,3-1 32 16,1 3-32-16,-1-2 0 0,-1 3 0 0,4-5 0 16,4-5 0-16,-2-3-65 0,-1-4 65 0,5-5-65 15,3-5 65-15,2-7 0 0,-7 7 0 0,7-7 0 0,0 0 0 16,0 0 8-16,0-12-8 0,2-2 9 0,1-3-9 16,1-4 82-16,-1-1-82 0,1 2 83 0,-1-6-83 15,6 0 109-15,1 2-109 0,1-3 110 0,-1-1-110 0,1-1 81 16,-1-2-81-16,1-2 82 0,1 4-82 0,2-3 46 15,0-1-46-15,-2-5 46 0,0 1-46 0,-1 4 4 16,-4 2-4-16,3 5 4 0,1 4-4 0,1 3 26 16,0 7-26-16,-1 0 26 0,-2 0-26 0,-2 5 74 15,0 4-74-15,-7 3 74 0,10-2-74 0,-10 2 50 16,9 5-50-16,-4 2 50 0,2 0-50 0,-2 5-38 0,1 3 38 16,2 3-38-16,-1 2 38 0,0 4 37 15,-3 2-37-15,1 1 37 0,2 4-37 0,-4-2-37 0,-1 4 37 16,2-6-36-16,-1 3 36 0,1-3-17 0,1 1 17 15,-3-1-17-15,-1-6 17 0,1-1-63 0,-2-1 63 0,0-2-63 16,0-1 63-16,0-4-207 0,-2-2 207 0,4-3-206 16,0 0 206-16,-2-7-582 0,0 0 582 0,0 0-581 15,0 0 581-15,0 0-335 0</inkml:trace>
  <inkml:trace contextRef="#ctx1" brushRef="#br0" timeOffset="33342.718">27982 13527 147 0,'0'0'0'0,"14"0"0"15,11 0 0-15,13 0-51 0</inkml:trace>
  <inkml:trace contextRef="#ctx1" brushRef="#br0" timeOffset="33484.3">28012 13507 561 0,'0'0'0'0,"14"-4"0"0,9-1 0 15,-6-2 191-15,1 2-191 0,-1 2 192 0,1-1-192 16,-1 1-53-16,1-2 53 0,-3-1-53 0,-1 3 53 15,0-4 26-15,-2 4-26 0,1-1 26 0,-3 3-26 0,2-1-96 16,1-2 96-16,-1 3-95 0,-2-1 95 0,-1 0-178 16,-4 2 178-16,-5 0-177 0,9 0 177 0,-9 0-45 15,0 0 45-15,0 0-45 0,0 0 45 0,0 0-120 16</inkml:trace>
  <inkml:trace contextRef="#ctx1" brushRef="#br0" timeOffset="37034.736">29757 9983 763 0,'0'0'0'0,"0"0"0"0,14-5 0 0,-14 5-101 15,0 0 101-15,0 0-100 0,0 0 100 16,0 0 4-16,4 7-4 0,-4 2 4 0,0-3-4 0,-2 8 136 15,-1 5-136-15,-4 7 136 0,-2 11-136 0,0 0 82 16,-1 5-82-16,-4 0 83 0,0 1-83 0,-4-2 22 0,-1 5-22 16,-2-1 23-16,-2 1-23 0,2 7 15 15,0 6-15-15,0-8 15 0,-1 1-15 0,3-10-56 0,-1 0 56 16,5-10-56-16,1-4 56 0,-2-3 63 16,-2-4-63-16,6-4 64 0,2-5-64 0,-1-1-38 0,1-3 38 0,3-3-37 15,1-3 37-15,-2-2-295 0,-3-3 295 0,11 3-294 16,-7-12 294-16,2-4-192 0</inkml:trace>
  <inkml:trace contextRef="#ctx1" brushRef="#br0" timeOffset="37714.845">29576 10036 147 0,'0'0'0'0,"14"-6"0"15,7-5 0-15,-2 1 1 0,0 0-1 0,-3 5 2 16,1-2-2-16,2 3 72 0,1 3-72 0,2-3 72 0,8 4-72 15,0 0 318-15,1 0-318 0,6 4 318 16,1-4-318-16,1 0 146 0,1 0-146 0,5 0 147 0,6 0-147 16,2-4 74-16,4 4-74 0,3-3 74 0,-1 1-74 15,21-5 68-15,15-3-68 0,-8-1 68 0,-1 1-68 16,-4-2 53-16,-4 0-53 0,-2 4 54 0,-1-3-54 16,-2 1 36-16,-1 0-36 0,-4 1 37 0,-7 1-37 15,-3-3 5-15,-8 6-5 0,-8-2 5 0,-9 4-5 0,2 1 11 16,-3-5-11-16,1 4 11 0,0 1-11 0,-5-1 15 15,-2 3-15-15,-3 0 15 0,-4-2-15 0,-3 4 55 16,-7 1-55-16,1-1 55 0,1 1-55 0,-3 4 45 16,-1 5-45-16,-1-3 46 0,-1 3-46 0,-2 1 30 15,-1 1-30-15,0 5 30 0,-2 5-30 0,-2 3 52 0,0 3-52 16,1 6 52-16,1 3-52 0,-4 4 5 0,-1 5-5 16,-2-2 5-16,0-1-5 0,7-45 21 0,0 0-21 15,-9 58 21-15,0 11-21 0,9-69-5 0,0 0 5 0,-12 91-4 16,-2 14 4-16,14-105-1 0,0 0 1 15,-10 86-1-15,3-7 1 0,7-79 4 0,0 0-4 16,-5 51 4-16,5-22-4 0,0-29 14 0,0 0-14 0,0 26 15 16,0-9-15-16,0-17 45 0,0 0-45 0,-2 9 46 15,-2-2-46-15,4-7-46 0,0 0 46 0,0 0-46 16,-12 0 46-16,12 0-17 0,0 0 17 0,-14-4-16 16,-5 4 16-16,19 0 0 0,0 0 0 0,-40-3 0 15,-16 1 0-15,56 2-2 0,0 0 2 0,-72 0-1 16,-15 0 1-16,87 0-51 0,0 0 51 0,-123 5-50 15,-29 0 50-15,152-5-13 0,0 0 13 0,-155 7-13 16,-18 3 13-16,173-10-15 0,0 0 15 0,-162 14-15 16,3 5 15-16,159-19 0 0,0 0 0 0,-156 24 0 0,2 0 0 15,154-24 43-15,0 0-43 0,-145 24 44 0,4 4-44 16,141-28 15-16,0 0-15 0,-119 24 15 0,19 0-15 16,100-24 39-16,0 0-39 0,-75 17 39 0,21-7-39 0,54-10 3 15,0 0-3-15,-40 12 3 0,17-9-3 16,23-3 38-16,0 0-38 0,-16 2 39 0,9-2-39 0,7 0-82 15,0 0 82-15,-6-2-82 0,0-6 82 0,6 8-122 16,0 0 122-16,4-10-121 0,1-4 121 0,-5 14-583 16,0 0 583-16,7-14-582 0,2-1 582 0,6-14-323 15</inkml:trace>
  <inkml:trace contextRef="#ctx1" brushRef="#br0" timeOffset="38416.778">30220 10308 539 0,'0'0'0'0,"0"0"0"0,6-12 0 0,-6 12-147 0,3-9 147 15,-3 9-147-15,-2-10 147 0,2 10-3 0,-5-11 3 16,5 11-2-16,-9-6 2 0,2 2 161 0,0 2-161 15,7 2 161-15,-8-3-161 0,8 3 74 0,-11-2-74 0,4 2 75 16,-3 0-75-16,-4 2 42 0,-2 0-42 0,2 1 42 16,-2 1-42-16,-1 1 49 0,-1 2-49 0,1 1 50 15,1 2-50-15,2 1 100 0,4-1-100 0,1 2 100 16,2-3-100-16,3 1 135 0,4 0-135 0,2 1 136 16,3-3-136-16,2 2 100 0,0 2-100 0,4 0 101 15,3 0-101-15,0 4 41 0,2 1-41 0,-1-3 41 16,-1 1-41-16,7 4-8 0,2 2 8 0,-2 1-7 15,-2-5 7-15,-3 7-61 0,-4 2 61 0,0-5-60 16,-3-3 60-16,-2-4-13 0,-2-4 13 0,-1 1-13 0,-2-1 13 16,-4-3 49-16,-3-2-49 0,5-5 49 0,-11 12-49 15,2-7 65-15,-1 2-65 0,3-3 66 0,3-3-66 16,-3 1 116-16,0-2-116 0,-5 0 117 0,-4 0-117 16,-4 0 50-16,-5 0-50 0,11 0 50 0,4 0-50 0,-3 0 0 15,-1 0 0-15,7 0 0 0,2 0 0 0,5 0-316 16,-12-2 316-16,12 2-316 0,-11-1 316 15,1 1-923-15</inkml:trace>
  <inkml:trace contextRef="#ctx1" brushRef="#br0" timeOffset="38996.67">30005 11305 1535 0,'0'0'0'0,"0"0"0"16,2 10 0-16,0-1-264 0,0-1 264 0,-2 4-264 15,0 0 264-15,-4 5-260 0,-1 6 260 0,-2 4-260 16,-3 4 260-16,1 0 364 0,0 2-364 0,-1-3 365 16,-1 3-365-16,1-6 84 0,-3-1-84 0,3 0 85 0,-2 0-85 15,3-4 3-15,4-1-3 0,-1-2 4 0,3-7-4 16,-2-4-47-16,-1-3 47 0,6-5-47 0,-5 11 47 16,5-11 36-16,0 0-36 0,0 0 36 0,4-9-36 15,-1 0 47-15,1-1-47 0,1-2 47 0,2-3-47 16,2-4 41-16,3-4-41 0,0 1 41 0,2 2-41 0,0-8 39 15,0-1-39-15,0-2 40 0,0-3-40 0,-2 1 74 16,0-3-74-16,2 0 74 0,0 2-74 0,0 3 18 16,-1 0-18-16,-3 3 18 0,1 4-18 0,1 2 4 15,0 0-4-15,2 5 5 0,2 5-5 0,-4 0 1 16,0 3-1-16,-12 9 1 0,7-9-1 0,-7 9 65 16,7-1-65-16,-7 1 65 0,7 1-65 0,-2 8 16 0,1 0-16 15,-1 3 17-15,2 3-17 0,-4 2 9 0,-1 6-9 16,0 1 10-16,3 0-10 0,-3 6 12 0,-4 6-12 15,0 1 12-15,-3 5-12 0,3-2 7 0,2-2-7 16,-3-2 7-16,-4 0-7 0,3-4 7 0,1-1-7 0,1-3 8 16,2-4-8-16,-3-2-79 0,-1-1 79 15,-1-2-79-15,0-7 79 0,-2-4-332 0,-4-1 332 0,4 2-331 16,2-6 331-16,-7 6-783 0</inkml:trace>
  <inkml:trace contextRef="#ctx1" brushRef="#br0" timeOffset="39184.676">29826 11633 998 0,'0'0'0'0,"0"0"0"0,10 6 0 16,-10-6-120-16,12 6 120 0,-5-3-120 0,0 0 120 16,5-1 5-16,6 2-5 0,1-4 5 0,2 0-5 15,4 0 160-15,3 0-160 0,-2 0 160 0,-2-4-160 0,8 1 14 16,1-1-14-16,-3-1 15 0,-4 0-15 0,2 2-329 15,1-6 329-15,-2 2-329 0,-3 0 329 0,27-7-202 16</inkml:trace>
  <inkml:trace contextRef="#ctx1" brushRef="#br0" timeOffset="39695.722">30886 9995 371 0,'0'0'0'0,"0"0"0"0,0 0 0 0,0 0 53 16,0 0-53-16,0 0 54 0,0 0-54 15,0 0 372-15,0 0-372 0,0 0 373 0,0 7-373 0,0-7 116 16,0 0-116-16,0 10 116 0,2 8-116 0,-2-18 108 16,0 0-108-16,2 32 108 0,-1 16-108 0,-1-48 34 15,0 0-34-15,-3 59 34 0,-2 4-34 0,5-63-1 16,0 0 1-16,-7 79 0 0,-4 9 0 0,11-88 20 16,0 0-20-16,-10 96 20 0,-6 13-20 0,16-109 3 15,0 0-3-15,-11 91 3 0,1-10-3 0,10-81-5 0,0 0 5 16,-7 62-5-16,0-17 5 0,7-45-15 0,0 0 15 15,-7 30-14-15,2-12 14 0,5-18-125 0,0 0 125 16,-6 8-124-16,-1-6 124 0,-5 10-1031 0</inkml:trace>
  <inkml:trace contextRef="#ctx1" brushRef="#br0" timeOffset="40023.67">31146 10175 1155 0,'0'0'0'0,"0"9"0"0,0 0 0 0,2 1-48 15,0 0 48-15,-2 1-47 0,0 1 47 16,0-4-48-16,2 2 48 0,-2 4-47 0,-2 2 47 0,2-16 130 16,0 0-130-16,-4 24 131 0,1 6-131 0,-2 3 82 15,-6-2-82-15,6 0 83 0,0 0-83 0,1 7 46 16,2 1-46-16,-1-8 47 0,-2 1-47 0,-4-6 28 16,-2-2-28-16,8-5 28 0,3-3-28 0,-5-1-235 15,-2-3 235-15,3-7-235 0,4-3 235 0,-3 7-684 0</inkml:trace>
  <inkml:trace contextRef="#ctx1" brushRef="#br0" timeOffset="40278.642">31085 10225 1020 0,'0'0'0'0,"0"0"0"16,2 11 0-16,-2-11 45 0,2-12-45 0,-2 12 45 15,8-4-45-15,-1 8-102 0,2 1 102 0,0 2-101 16,0-2 101-16,3 3 30 0,0 3-30 0,2-6 30 15,2 2-30-15,-2-2-62 0,0 2 62 0,1-2-61 16,3 5 61-16,-1-1-38 0,1-4 38 0,-2 5-38 16,-4 2 38-16,-2 0 0 0,-3 0 0 0,-1 0 1 15,-3 0-1-15,-1 4 65 0,-2-1-65 0,-2 0 66 16,0-1-66-16,-1 2 221 0,-4-1-221 0,0 1 222 16,-4 1-222-16,-3 5 100 0,-1 4-100 0,-1-4 100 15,-2-3-100-15,-1 7-136 0,-2 1 136 0,6-6-135 0,4-6 135 16,-17 21-861-16</inkml:trace>
  <inkml:trace contextRef="#ctx1" brushRef="#br0" timeOffset="40795.562">30898 11530 751 0,'0'0'0'0,"-10"18"0"0,-8 12 0 0,3-3 100 0,-5 1-100 0,5-3 100 16,1 1-100-16,0-2 7 0,0-5-7 0,5-2 7 15,4-1-7-15,-2-4 61 0,0 0-61 0,3-7 62 16,1 2-62-16,3-7 48 0,-4 5-48 0,4-5 48 15,0 0-48-15,0 0 73 0,6-11-73 0,-3 5 74 16,2-6-74-16,4 0 3 0,1-9-3 0,3 2 4 16,4-3-4-16,-3-2 39 0,2-4-39 0,0-1 39 15,-2-4-39-15,1-1 69 0,-1-4-69 0,2 4 70 16,1-5-70-16,-1 3 43 0,-2-1-43 0,0 5 44 16,0 3-44-16,-3 5 3 0,-4 3-3 0,0 6 4 0,-2 3-4 15,2 5 12-15,0 5-12 0,-7 2 13 0,7-7-13 16,-7 7 110-16,9 2-110 0,-9-2 111 0,8 7-111 15,-8-7 50-15,6 14-50 0,-3-6 50 0,2-1-50 0,-1 5-2 16,-4 2 2-16,3 1-1 0,-1 4 1 0,-2 5 24 16,0 0-24-16,0 0 25 0,0 4-25 15,0 1-3-15,-2 7 3 0,2-4-3 0,2-2 3 0,-2-1-20 16,-2-4 20-16,4 1-19 0,1-3 19 0,-1 1 28 16,0-4-28-16,0-1 28 0,-2-2-28 0,0-1-162 15,-2-3 162-15,2-1-161 0,2 0 161 0,-4-3-385 16,-3-4 385-16,5-5-384 0,-11 7 384 0,1 2-564 0</inkml:trace>
  <inkml:trace contextRef="#ctx1" brushRef="#br0" timeOffset="41002.351">30779 11645 942 0,'0'0'0'0,"6"5"0"16,4 5 0-16,-1-1-76 0,0-4 76 0,-1 2-75 15,3-2 75-15,1 0 36 0,2 0-36 0,0-2 37 16,0 1-37-16,4-2 183 0,-1-2-183 0,4 3 183 16,0-3-183-16,-2-3 22 0,0-1-22 0,4 2 22 15,0-1-22-15,-2-2-160 0,0 0 160 0,-6 0-160 16,-1-2 160-16,0 2-253 0,-1-4 253 0,-1 2-252 16,-2 0 252-16,11-6-214 0</inkml:trace>
  <inkml:trace contextRef="#ctx1" brushRef="#br0" timeOffset="41149.606">31580 11112 147 0,'0'0'0'0,"0"0"0"0,-13 13 0 0,1-5-51 16</inkml:trace>
  <inkml:trace contextRef="#ctx1" brushRef="#br0" timeOffset="41427.886">31560 11181 147 0,'0'0'0'0,"-15"14"0"0,-11 8 0 0,1 2 309 0,-3 4-309 16,5-3 310-16,4 3-310 0,-2 1 80 0,2 4-80 16,2-2 81-16,1-1-81 0,4 0 76 0,-1-5-76 15,5-6 76-15,-1-5-76 0,9-14 68 0,0 0-68 16,-5 12 69-16,1 0-69 0,4-12 41 0,0 0-41 16,0 0 42-16,0 0-42 0,0 0 0 0,0 0 0 0,9-15 0 15,5-9 0-15,-14 24 17 0,0 0-17 0,14-33 17 16,2-7-17-16,-16 40 122 0,0 0-122 0,17-41 123 15,0-3-123-15,-17 44-2 0,0 0 2 0,14-43-2 16,0 2 2-16,-14 41-18 0,0 0 18 0,9-33-18 16,-2 5 18-16,-7 28-43 0,0 0 43 0,5-20-42 15,-1 6 42-15,-4 14 115 0,0 0-115 0,0 0 116 16,2 14-116-16,-2-14 0 0,0 0 0 0,-2 26 0 16,0 10 0-16,2-36 43 0,0 0-43 0,-3 48 43 15,-3 10-43-15,6-58-13 0,0 0 13 0,-7 55-13 16,-1 2 13-16,8-57-180 0,0 0 180 0,-7 43-179 0,0-7 179 15,-7 39-934-15</inkml:trace>
  <inkml:trace contextRef="#ctx1" brushRef="#br0" timeOffset="41766.352">31777 10478 628 0,'0'0'0'0,"0"0"0"15,11-7 0-15,-1 1-411 0</inkml:trace>
  <inkml:trace contextRef="#ctx1" brushRef="#br0" timeOffset="41927.967">31875 10474 147 0,'0'0'0'0,"10"0"0"0,10 4 0 16,-1-4 287-16,5 1-287 0,-10-1 287 0,-5 0-287 16,5 0 121-16,3 2-121 0,-1 0 121 0,2-2-121 15,-1 3 32-15,2-3-32 0,-3 4 32 0,0-1-32 0,1-1 118 16,1-1-118-16,-1 1 118 0,1 2-118 0,-3-4 0 16,1 1 0-16,-4-1 0 0,-3 0 0 0,0 0 51 15,-2-1-51-15,0 1 51 0,-2-4-51 0,2 4-82 16,-2 0 82-16,-5 0-82 0,0 0 82 0,0 0-352 15,0 0 352-15,0 0-351 0,0 0 351 0,0 0-226 16</inkml:trace>
  <inkml:trace contextRef="#ctx1" brushRef="#br0" timeOffset="42159.964">32656 9994 147 0,'0'0'0'0</inkml:trace>
  <inkml:trace contextRef="#ctx1" brushRef="#br0" timeOffset="43210.751">32656 9985 270 0,'0'0'0'16,"0"0"154"-16,0 0-154 0,0 0 155 0,-5 9-155 0,5-9 48 16,-7 12-48-16,7-12 48 0,-11 5-48 0,11-5 0 15,-9 8 0-15,6 3 0 0,-1 4 0 0,3 0 104 16,-1 6-104-16,0 3 105 0,-1 0-105 0,-3 4 107 15,1 2-107-15,2 0 108 0,-1 1-108 0,-1-2-5 16,-2 2 5-16,2-1-5 0,-2 3 5 0,2 0 2 16,1 1-2-16,-1 2 2 0,-2 4-2 0,0-4 18 0,0 3-18 15,2-3 18-15,-1-3-18 0,1-4 10 0,2-3-10 16,3-4 11-16,1-5-11 0,-2-1 46 0,-3-4-46 16,1-4 47-16,-1-1-47 0,4-7 44 0,-3 5-44 0,3-5 44 15,0 0-44-15,0 0 46 0,0 0-46 0,0 0 46 16,0 0-46-16,0 0 0 0,0-8 0 0,0 8 0 15,-6-12 0-15,5 3 40 0,1-1-40 0,-4-1 41 16,1 1-41-16,3-9 12 0,0-3-12 0,0-7 12 16,0-6-12-16,3 1-2 0,2-2 2 0,1 2-2 15,-3 5 2-15,2-2 15 0,2 3-15 0,-1 2 15 16,-1 4-15-16,0 2 49 0,0-1-49 0,1 2 50 16,-5 0-50-16,3 2 67 0,1-4-67 0,-5 8 67 15,-3 2-67-15,6-2 114 0,4-1-114 0,-2-3 115 16,2-4-115-16,0 4 12 0,-1-2-12 0,-1 4 13 15,0 1-13-15,-2 2 1 0,-1 0-1 0,0 5 1 0,0 2-1 16,-2 5-8-16,0 0 8 0,0 0-7 0,0 0 7 16,0 0-44-16,0 0 44 0,0 0-44 0,0 0 44 15,0 0-4-15,8 10 4 0,-6 1-3 0,0 2 3 16,0 4-18-16,1 4 18 0,-3 0-18 0,0 1 18 0,2 2 0 16,0 0 0-16,-2-2 0 0,0 1 0 0,-2-1-43 15,-2 0 43-15,-1 2-43 0,0 0 43 0,-2 2 5 16,0 1-5-16,0-1 6 0,-2 0-6 0,1 3 35 15,-1 4-35-15,0-8 35 0,-1-1-35 0,1-3-9 16,2 0 9-16,2-2-8 0,3-7 8 0,-2 0-5 16,-1-2 5-16,5-10-5 0,-2 7 5 0,2-7 10 0,0 0-10 15,0 0 10-15,0 0-10 0,0 0 45 0,-1-14-45 16,-3 5 45-16,1-3-45 0,1-3 1 0,2-4-1 16,2-5 1-16,1-5-1 0,1 0 13 0,-1 0-13 15,-1-1 14-15,-4 1-14 0,4 0 4 0,0 2-4 16,1-3 4-16,2 5-4 0,2-1 42 0,-1 0-42 0,-3 2 43 15,-1 0-43-15,1-7-1 0,-1-5 1 0,-2 10 0 16,0 4 0-16,4 2 8 0,-1 1-8 0,1 1 9 16,-3 3-9-16,3 3 26 0,1 0-26 0,-3 5 26 15,0 4-26-15,-2 3-59 0,0-5 59 0,0 5-58 16,0 0 58-16,0 5-45 0,-2 7 45 0,2 5-44 16,-2 3 44-16,0 10-15 0,-1 4 15 0,-1-1-14 15,-1 1 14-15,0 0 0 0,0 1 0 0,-1-5 0 16,1 3 0-16,-4-2 1 0,1 2-1 0,-1-6 1 15,-2-1-1-15,4 3-21 0,0 0 21 0,2 2-21 16,0-4 21-16,-4 1-50 0,-1-4 50 0,1-9-49 0,-1-6 49 16,8 0-5-16,4-6 5 0,-2-3-5 0,-7 3 5 15,7-3-33-15,0 0 33 0,0 0-32 0,0-12 32 16,1 6 3-16,1-6-3 0,-2-7 3 0,0-5-3 16,0 0 29-16,2 0-29 0,1-4 29 0,4 2-29 15,2 1-13-15,0-3 13 0,-1 1-13 0,3-1 13 0,-1-1-13 16,1-2 13-16,-1 2-12 0,-1 2 12 0,2-9-57 15,1-7 57-15,-3 7-57 0,-2 0 57 0,5 5 21 16,2 5-21-16,-2 7 21 0,-2 0-21 0,-1 5-4 16,-4 8 4-16,1-3-3 0,-3 6 3 0,-3 3-20 15,0 0 20-15,0 0-19 0,2 15 19 0,-6 0-31 0,-3 6 31 16,0 10-31-16,-3 7 31 0,0 1 0 0,-1 6 0 16,-1-2 0-16,-4 0 0 0,0-1 0 0,-1 7 0 15,3-7 0-15,2 3 0 0,-4 1 45 0,-2 4-45 0,3-7 45 16,1-9-45-16,2-1 15 0,3-7-15 0,0-4 15 15,0-6-15-15,1-4-2 0,1-6 2 0,3 1-1 16,2-3 1-16,2-4-101 0,-5 7 101 0,5-7-100 16,-7-4 100-16,0 1-1014 0</inkml:trace>
  <inkml:trace contextRef="#ctx1" brushRef="#br0" timeOffset="44107.302">29850 12379 751 0,'0'0'0'0,"19"3"0"15,11 3 0-15,0 1 195 0,1-4-195 0,-5 2 196 16,-1 0-196-16,6-1 85 0,4-1-85 0,-5 1 86 15,0 1-86-15,-3-2-10 0,1 1 10 0,-3-1-9 16,-4 2 9-16,-4 2-213 0,-3-5 213 0,-3 3-212 16,-4 0 212-16,0-2-225 0,-4-1 225 0,-3-2-224 0,0 0 224 15,0 0-71-15,0 7 71 0,0-7-70 0,0 0 70 16,0 0-132-16</inkml:trace>
  <inkml:trace contextRef="#ctx1" brushRef="#br0" timeOffset="44476.037">30722 12166 1043 0,'0'0'0'0,"0"0"0"0,2-13 0 0,-1 4-345 0,-2 0 345 15,1 4-345-15,-2 0 345 0,2 5 236 0,3-10-236 16,-3 10 236-16,0 0-236 0,0 0 346 0,0 0-346 0,0 0 346 15,7-2-346-15,0 2 130 0,0-3-130 0,4 1 130 16,1-2-130-16,2 3 93 0,3-1-93 0,-1 2 93 16,3 2-93-16,1 1 4 0,1 1-4 0,1 4 5 15,3 2-5-15,-4 3 0 0,-2 0 0 0,-3 1 1 16,-4 1-1-16,0 6-25 0,0-2 25 0,-5 1-24 16,-5 5 24-16,0-1 44 0,-4 5-44 0,-1 5 44 15,-3-1-44-15,-2-1 75 0,-6 1-75 0,0-2 75 16,0 0-75-16,-2 0 65 0,0-1-65 0,-1-2 65 15,-2-2-65-15,1-2 17 0,2 0-17 0,2-2 17 16,0-5-17-16,0-1-61 0,2-4 61 0,5-2-61 16,-2-1 61-16,9-9-434 0,-8 3 434 0,8-3-433 0,-7-2 433 15,0 1-835-15</inkml:trace>
  <inkml:trace contextRef="#ctx1" brushRef="#br0" timeOffset="44976.311">30860 13119 1647 0,'0'0'0'0,"0"0"0"16,-9 0 0-16,9 0-15 0,0 0 15 0,0 0-15 16,-7 12 15-16,7-12-3 0,0 0 3 0,-5 13-2 15,-4 6 2-15,9-19 96 0,0 0-96 0,-10 30 97 16,-3 9-97-16,13-39 4 0,0 0-4 0,-8 34 5 16,-3 2-5-16,11-36-3 0,0 0 3 0,-5 33-3 15,1-9 3-15,4-24 2 0,0 0-2 0,2 21 2 16,5-6-2-16,-7-15-1 0,0 0 1 0,12 7-1 15,6-9 1-15,-18 2-36 0,0 0 36 0,19-10-35 16,2-7 35-16,-21 17 0 0,0 0 0 0,21-24 1 16,-2-5-1-16,-19 29 74 0,0 0-74 0,16-33 74 15,-6-5-74-15,-10 38 37 0,0 0-37 0,7-38 38 0,-5 1-38 16,-2 37 15-16,0 0-15 0,2-30 15 0,-4 3-15 16,2 27 1-16,0 0-1 0,-5-19 1 0,-6 7-1 15,11 12 0-15,0 0 0 0,-15-3 1 0,-4 6-1 16,19-3-20-16,0 0 20 0,-21 9-20 0,-4 6 20 0,25-15-5 15,0 0 5-15,-21 19-4 0,2 3 4 0,19-22-46 16,0 0 46-16,-14 21-45 0,3-2 45 0,3-2-88 16,1-3 88-16,7-14-87 0,0 0 87 0,0 0-520 15,8-12 520-15,-1 1-520 0,4-1 520 0,6-10-291 16</inkml:trace>
  <inkml:trace contextRef="#ctx1" brushRef="#br0" timeOffset="52893.507">31228 12576 359 0,'0'0'0'0,"14"0"0"16,9 2 0-16,-4-4-76 0,-1-1 76 0,-1 3-76 15,1 0 76-15,-2 0 98 0,-1 2-98 0,1-1 98 16,1 1-98-16,3 0 229 0,1 3-229 0,3-3 229 16,4 1-229-16,-2-1 75 0,0 0-75 0,-1 1 75 15,-1 0-75-15,-4 3 104 0,-3-1-104 0,-1 0 104 16,0 0-104-16,-4-3-103 0,-2-1 103 0,-1 1-103 16,-4 0 103-16,-5-2-282 0,11-2 282 0,-11 2-281 15,7-5 281-15,0 0-208 0</inkml:trace>
  <inkml:trace contextRef="#ctx1" brushRef="#br0" timeOffset="53624.189">31997 12146 740 0,'0'0'0'0,"7"0"0"0,4 1 0 0,1-1-226 16,2-1 226-16,-7 1-226 0,-4 1 226 0,-3-1-8 15,9 9 8-15,-9-9-8 0,2 12 8 0,-4-3 376 0,-3 3-376 16,1-2 376-16,1 4-376 0,-2 1 138 0,-1 2-138 16,-2 6 138-16,-5 1-138 0,3 3 84 0,1 4-84 15,-7-2 85-15,-3-1-85 0,2-3 47 0,-2 1-47 0,1-5 47 16,4-1-47-16,-2-1 92 0,2 0-92 0,2-4 92 16,2-1-92-16,1-2 0 0,0-3 0 0,4 1 0 15,2-7 0-15,3-3 61 0,-7 9-61 0,7-9 61 16,-4 7-61-16,4-7 82 0,0 0-82 0,0 0 82 15,0 0-82-15,0 0 54 0,9 7-54 0,-9-7 55 16,12 7-55-16,-3-4 7 0,1 0-7 0,2 1 7 16,4-1-7-16,7 3 44 0,1-3-44 0,1 0 45 15,-2 3-45-15,1-5 58 0,2 4-58 0,2 1 58 16,0-5-58-16,2 3-6 0,-1-1 6 0,-2 1-5 16,-5-1 5-16,1 0 9 0,0 3-9 0,-2-3 10 15,-4-1-10-15,-1 1-3 0,1 4 3 0,-4-7-3 16,-5 0 3-16,1 0-67 0,0 0 67 0,-9 0-66 15,9-3 66-15,-9 3-154 0,1-12 154 0,-1 12-153 0,-7-12 153 16,0 3-180-16,-3 0 180 0,1 3-179 0,0-5 179 16,1 1-21-16,-3 0 21 0,3 1-21 0,-1-1 21 15,0-1-5-15,-1-1 5 0,1 2-5 0,0 0 5 0,4 0 96 16,0-2-96-16,-1 1 97 0,1 1-97 0,0 0 105 16,1-2-105-16,1 3 106 0,-1 0-106 15,3 3 33-15,-1-1-33 0,0 0 34 0,-1 2-34 0,3 5 18 16,-4-12-18-16,4 12 18 0,0 0-18 0,0 0-3 15,0 0 3-15,0 0-3 0,0 0 3 0,0 0 17 16,-2 7-17-16,1-1 17 0,-3 3-17 0,2 3 55 0,1 3-55 16,1 4 56-16,0 4-56 0,1 1 18 0,3 1-18 15,-2 3 18-15,-1-1-18 0,-1 6 34 0,-1 3-34 16,-1 2 34-16,0 1-34 0,0 1 19 0,-1-3-19 0,5 0 20 16,-1-7-20-16,1 5 10 0,0-1-10 0,0-5 10 15,1 2-10-15,2 0 10 0,1-7-10 0,-3-2 11 16,-1-1-11-16,0 0-4 0,-1-8 4 0,1 3-3 15,0-4 3-15,0 1 1 0,1 1-1 0,-3-4 1 16,-2-3-1-16,1 0 1 0,-1-2-1 0,2-5 1 16,-4 7-1-16,4-7 33 0,-3 7-33 0,3-7 33 15,-2 7-33-15,2-7-55 0,0 0 55 0,0 0-54 16,-7 3 54-16,7-3-233 0,0 0 233 0,0 0-233 16,0 0 233-16,0 0-1255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D0346-CE10-42D8-B083-513E50E1CD22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9EC2-1578-4665-927A-F8655D086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462D0C33-0AB1-4C1D-A0BF-4F2BD088A70F}" type="slidenum">
              <a:rPr lang="en-US" altLang="en-US" i="0" smtClean="0">
                <a:latin typeface="Times New Roman" panose="02020603050405020304" pitchFamily="18" charset="0"/>
              </a:rPr>
              <a:pPr/>
              <a:t>2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65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21DC0333-73FC-41C8-B022-4C515A362F16}" type="slidenum">
              <a:rPr lang="en-US" altLang="en-US" i="0" smtClean="0">
                <a:latin typeface="Times New Roman" panose="02020603050405020304" pitchFamily="18" charset="0"/>
              </a:rPr>
              <a:pPr/>
              <a:t>3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6480" tIns="48240" rIns="96480" bIns="48240"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 algn="r"/>
            <a:fld id="{34FC447A-7216-4390-A4F5-A4080576E9B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algn="r"/>
              <a:t>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57166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57B188C6-3396-4791-803A-912D5FDE1BA5}" type="slidenum">
              <a:rPr lang="en-US" altLang="en-US" i="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588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3623C765-CCBD-4F1C-97B2-75A28B3EE694}" type="slidenum">
              <a:rPr lang="en-US" altLang="en-US" i="0" smtClean="0">
                <a:latin typeface="Times New Roman" panose="02020603050405020304" pitchFamily="18" charset="0"/>
              </a:rPr>
              <a:pPr/>
              <a:t>14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64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EBB6344B-EF4E-4F85-AECA-B97C0CF4EF30}" type="slidenum">
              <a:rPr lang="en-US" altLang="en-US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en-US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14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C61FF86B-9219-42B1-8FA4-57896999EBDD}" type="slidenum">
              <a:rPr lang="en-US" altLang="en-US" i="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784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FDA65407-39F0-40B8-B272-CCFDAA167843}" type="slidenum">
              <a:rPr lang="en-US" altLang="en-US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en-US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097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AA781C42-03C0-4817-A64D-F8BE29D9164B}" type="slidenum">
              <a:rPr lang="en-US" altLang="en-US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18</a:t>
            </a:fld>
            <a:endParaRPr lang="en-US" altLang="en-US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932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21B2AA65-D036-473A-9B81-C442ABAD880F}" type="slidenum">
              <a:rPr lang="en-US" altLang="en-US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19</a:t>
            </a:fld>
            <a:endParaRPr lang="en-US" altLang="en-US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841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fld id="{2C146FCA-6AD5-41B5-8B39-905DEB2433ED}" type="slidenum">
              <a:rPr lang="en-US" altLang="en-US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</a:t>
            </a:fld>
            <a:endParaRPr lang="en-US" altLang="en-US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516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945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13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47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2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8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32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8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55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5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70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36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74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64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1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F19EC-8DED-42CE-AE1B-CF385F42366A}" type="datetimeFigureOut">
              <a:rPr lang="en-IN" smtClean="0"/>
              <a:t>16/04/25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09DC4-A7CC-4980-AF1C-D6A1148DC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3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7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7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6"/>
          <p:cNvSpPr>
            <a:spLocks noGrp="1"/>
          </p:cNvSpPr>
          <p:nvPr>
            <p:ph type="title"/>
          </p:nvPr>
        </p:nvSpPr>
        <p:spPr>
          <a:xfrm>
            <a:off x="1839913" y="2205038"/>
            <a:ext cx="8204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IT694</a:t>
            </a:r>
            <a:br>
              <a:rPr lang="en-IN" dirty="0"/>
            </a:br>
            <a:r>
              <a:rPr lang="en-IN" dirty="0"/>
              <a:t>Computer Networks</a:t>
            </a:r>
            <a:br>
              <a:rPr lang="en-IN" dirty="0"/>
            </a:br>
            <a:r>
              <a:rPr lang="en-IN" dirty="0"/>
              <a:t>Week 14_Lec2</a:t>
            </a:r>
            <a:br>
              <a:rPr lang="en-IN" dirty="0"/>
            </a:br>
            <a:r>
              <a:rPr lang="en-IN" dirty="0"/>
              <a:t>Switched Ethernet</a:t>
            </a:r>
            <a:endParaRPr lang="en-I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00925DB5-6B36-4D8D-85F6-265456004C3E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3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4A1CFAD0-0C7D-407E-80A8-6C950F712F03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46075"/>
            <a:ext cx="7772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Ethernet frame structure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25" y="1211263"/>
            <a:ext cx="7772400" cy="4343400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sending adapter encapsulates IP datagram (or other network layer protocol packet) in </a:t>
            </a: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Ethernet frame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preamble: 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7 bytes with pattern 10101010 followed by one byte with pattern 10101011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</a:rPr>
              <a:t>used to synchronize receiver, sender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addresses: </a:t>
            </a:r>
          </a:p>
          <a:p>
            <a:pPr lvl="1"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	</a:t>
            </a:r>
            <a:r>
              <a:rPr lang="en-US" dirty="0">
                <a:ea typeface="ＭＳ Ｐゴシック" charset="0"/>
              </a:rPr>
              <a:t>6 byte source, destination MAC addresses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type: </a:t>
            </a:r>
            <a:r>
              <a:rPr lang="en-US" dirty="0">
                <a:ea typeface="ＭＳ Ｐゴシック" charset="0"/>
              </a:rPr>
              <a:t>indicates higher layer protocol – IPv4 or v6 </a:t>
            </a:r>
          </a:p>
          <a:p>
            <a:pPr>
              <a:buFont typeface="Wingdings" charset="0"/>
              <a:buChar char="v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CRC: </a:t>
            </a:r>
            <a:r>
              <a:rPr lang="en-US" dirty="0">
                <a:ea typeface="ＭＳ Ｐゴシック" charset="0"/>
              </a:rPr>
              <a:t>cyclic redundancy check at receiver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error detected: frame is dropped</a:t>
            </a:r>
          </a:p>
          <a:p>
            <a:pPr>
              <a:buFont typeface="Wingdings" charset="0"/>
              <a:buChar char="v"/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  <p:pic>
        <p:nvPicPr>
          <p:cNvPr id="29702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1" y="881064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3" name="Group 51"/>
          <p:cNvGrpSpPr>
            <a:grpSpLocks/>
          </p:cNvGrpSpPr>
          <p:nvPr/>
        </p:nvGrpSpPr>
        <p:grpSpPr bwMode="auto">
          <a:xfrm>
            <a:off x="2254250" y="5402264"/>
            <a:ext cx="7867650" cy="1182687"/>
            <a:chOff x="940711" y="4902593"/>
            <a:chExt cx="6291001" cy="992895"/>
          </a:xfrm>
        </p:grpSpPr>
        <p:sp>
          <p:nvSpPr>
            <p:cNvPr id="29705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706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Comic Sans MS" panose="030F0702030302020204" pitchFamily="66" charset="0"/>
              </a:endParaRPr>
            </a:p>
          </p:txBody>
        </p:sp>
        <p:cxnSp>
          <p:nvCxnSpPr>
            <p:cNvPr id="29707" name="Straight Connector 3"/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8" name="Straight Connector 32"/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9" name="Straight Connector 33"/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0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11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2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335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dest.</a:t>
              </a:r>
            </a:p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9713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335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</a:t>
              </a:r>
            </a:p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9714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206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(payload)</a:t>
              </a:r>
            </a:p>
          </p:txBody>
        </p:sp>
        <p:sp>
          <p:nvSpPr>
            <p:cNvPr id="29715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06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CRC</a:t>
              </a:r>
            </a:p>
          </p:txBody>
        </p:sp>
        <p:sp>
          <p:nvSpPr>
            <p:cNvPr id="29716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06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ts val="12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en-US" sz="1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preamble</a:t>
              </a:r>
            </a:p>
          </p:txBody>
        </p:sp>
        <p:sp>
          <p:nvSpPr>
            <p:cNvPr id="29717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284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type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686520" y="2404800"/>
              <a:ext cx="6551640" cy="4192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6440" y="2394360"/>
                <a:ext cx="6571800" cy="421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570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7096125" y="6486525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9705976" y="6486525"/>
            <a:ext cx="676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</a:t>
            </a:r>
            <a:fld id="{1D16DFB8-9FE6-4461-BBA9-E6403395502D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1676401" y="95250"/>
            <a:ext cx="87153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rgbClr val="000099"/>
                </a:solidFill>
              </a:rPr>
              <a:t>802.3 Ethernet standards: link &amp; physical layers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2017713" y="1292226"/>
            <a:ext cx="77724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1363" indent="-28416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700"/>
              </a:spcBef>
              <a:buFont typeface="Wingdings" panose="05000000000000000000" pitchFamily="2" charset="2"/>
              <a:buChar char=""/>
            </a:pPr>
            <a:r>
              <a:rPr lang="en-US" altLang="en-US" dirty="0">
                <a:solidFill>
                  <a:srgbClr val="CC0000"/>
                </a:solidFill>
              </a:rPr>
              <a:t>many </a:t>
            </a:r>
            <a:r>
              <a:rPr lang="en-US" altLang="en-US" dirty="0">
                <a:solidFill>
                  <a:srgbClr val="000000"/>
                </a:solidFill>
              </a:rPr>
              <a:t>different Ethernet standards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"/>
            </a:pPr>
            <a:r>
              <a:rPr lang="en-US" altLang="en-US" dirty="0">
                <a:solidFill>
                  <a:srgbClr val="000000"/>
                </a:solidFill>
              </a:rPr>
              <a:t>common MAC protocol and frame format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"/>
            </a:pPr>
            <a:r>
              <a:rPr lang="en-US" altLang="en-US" dirty="0">
                <a:solidFill>
                  <a:srgbClr val="000000"/>
                </a:solidFill>
              </a:rPr>
              <a:t>different speeds: 2 </a:t>
            </a:r>
            <a:r>
              <a:rPr lang="en-US" altLang="en-US" dirty="0" err="1">
                <a:solidFill>
                  <a:srgbClr val="000000"/>
                </a:solidFill>
              </a:rPr>
              <a:t>Mbps</a:t>
            </a:r>
            <a:r>
              <a:rPr lang="en-US" altLang="en-US" dirty="0">
                <a:solidFill>
                  <a:srgbClr val="000000"/>
                </a:solidFill>
              </a:rPr>
              <a:t>, 10 </a:t>
            </a:r>
            <a:r>
              <a:rPr lang="en-US" altLang="en-US" dirty="0" err="1">
                <a:solidFill>
                  <a:srgbClr val="000000"/>
                </a:solidFill>
              </a:rPr>
              <a:t>Mbps</a:t>
            </a:r>
            <a:r>
              <a:rPr lang="en-US" altLang="en-US" dirty="0">
                <a:solidFill>
                  <a:srgbClr val="000000"/>
                </a:solidFill>
              </a:rPr>
              <a:t>, 100 </a:t>
            </a:r>
            <a:r>
              <a:rPr lang="en-US" altLang="en-US" dirty="0" err="1">
                <a:solidFill>
                  <a:srgbClr val="000000"/>
                </a:solidFill>
              </a:rPr>
              <a:t>Mbps</a:t>
            </a:r>
            <a:r>
              <a:rPr lang="en-US" altLang="en-US" dirty="0">
                <a:solidFill>
                  <a:srgbClr val="000000"/>
                </a:solidFill>
              </a:rPr>
              <a:t>, 1Gbps, 10G bps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"/>
            </a:pPr>
            <a:r>
              <a:rPr lang="en-US" altLang="en-US" dirty="0">
                <a:solidFill>
                  <a:srgbClr val="000000"/>
                </a:solidFill>
              </a:rPr>
              <a:t>different physical layer media: fiber, cable</a:t>
            </a:r>
          </a:p>
          <a:p>
            <a:pPr>
              <a:lnSpc>
                <a:spcPct val="90000"/>
              </a:lnSpc>
              <a:spcBef>
                <a:spcPts val="700"/>
              </a:spcBef>
              <a:buNone/>
            </a:pP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150" name="Freeform 5"/>
          <p:cNvSpPr>
            <a:spLocks noChangeArrowheads="1"/>
          </p:cNvSpPr>
          <p:nvPr/>
        </p:nvSpPr>
        <p:spPr bwMode="auto">
          <a:xfrm>
            <a:off x="4397376" y="4075114"/>
            <a:ext cx="1393825" cy="1527175"/>
          </a:xfrm>
          <a:custGeom>
            <a:avLst/>
            <a:gdLst>
              <a:gd name="T0" fmla="*/ 2147483646 w 878"/>
              <a:gd name="T1" fmla="*/ 0 h 962"/>
              <a:gd name="T2" fmla="*/ 0 w 878"/>
              <a:gd name="T3" fmla="*/ 2147483646 h 962"/>
              <a:gd name="T4" fmla="*/ 2147483646 w 878"/>
              <a:gd name="T5" fmla="*/ 2147483646 h 962"/>
              <a:gd name="T6" fmla="*/ 2147483646 w 878"/>
              <a:gd name="T7" fmla="*/ 2147483646 h 962"/>
              <a:gd name="T8" fmla="*/ 2147483646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10800000" scaled="1"/>
          </a:gradFill>
          <a:ln w="9360" cap="flat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6151" name="Group 6"/>
          <p:cNvGrpSpPr>
            <a:grpSpLocks/>
          </p:cNvGrpSpPr>
          <p:nvPr/>
        </p:nvGrpSpPr>
        <p:grpSpPr bwMode="auto">
          <a:xfrm>
            <a:off x="3097213" y="4189413"/>
            <a:ext cx="1303338" cy="1479550"/>
            <a:chOff x="991" y="2639"/>
            <a:chExt cx="821" cy="932"/>
          </a:xfrm>
        </p:grpSpPr>
        <p:sp>
          <p:nvSpPr>
            <p:cNvPr id="6171" name="Rectangle 7"/>
            <p:cNvSpPr>
              <a:spLocks noChangeArrowheads="1"/>
            </p:cNvSpPr>
            <p:nvPr/>
          </p:nvSpPr>
          <p:spPr bwMode="auto">
            <a:xfrm>
              <a:off x="997" y="2664"/>
              <a:ext cx="815" cy="863"/>
            </a:xfrm>
            <a:prstGeom prst="rect">
              <a:avLst/>
            </a:prstGeom>
            <a:solidFill>
              <a:srgbClr val="FF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IN" altLang="en-US" sz="1800">
                <a:latin typeface="Comic Sans MS" panose="030F0702030302020204" pitchFamily="66" charset="0"/>
              </a:endParaRPr>
            </a:p>
          </p:txBody>
        </p:sp>
        <p:sp>
          <p:nvSpPr>
            <p:cNvPr id="6172" name="Text Box 8"/>
            <p:cNvSpPr txBox="1">
              <a:spLocks noChangeArrowheads="1"/>
            </p:cNvSpPr>
            <p:nvPr/>
          </p:nvSpPr>
          <p:spPr bwMode="auto">
            <a:xfrm>
              <a:off x="991" y="2639"/>
              <a:ext cx="809" cy="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application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transport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network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link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6173" name="Line 9"/>
            <p:cNvSpPr>
              <a:spLocks noChangeShapeType="1"/>
            </p:cNvSpPr>
            <p:nvPr/>
          </p:nvSpPr>
          <p:spPr bwMode="auto">
            <a:xfrm>
              <a:off x="997" y="2847"/>
              <a:ext cx="815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4" name="Line 10"/>
            <p:cNvSpPr>
              <a:spLocks noChangeShapeType="1"/>
            </p:cNvSpPr>
            <p:nvPr/>
          </p:nvSpPr>
          <p:spPr bwMode="auto">
            <a:xfrm>
              <a:off x="997" y="3021"/>
              <a:ext cx="815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5" name="Line 11"/>
            <p:cNvSpPr>
              <a:spLocks noChangeShapeType="1"/>
            </p:cNvSpPr>
            <p:nvPr/>
          </p:nvSpPr>
          <p:spPr bwMode="auto">
            <a:xfrm>
              <a:off x="994" y="3198"/>
              <a:ext cx="815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6" name="Line 12"/>
            <p:cNvSpPr>
              <a:spLocks noChangeShapeType="1"/>
            </p:cNvSpPr>
            <p:nvPr/>
          </p:nvSpPr>
          <p:spPr bwMode="auto">
            <a:xfrm>
              <a:off x="999" y="3355"/>
              <a:ext cx="807" cy="2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7" name="Line 13"/>
            <p:cNvSpPr>
              <a:spLocks noChangeShapeType="1"/>
            </p:cNvSpPr>
            <p:nvPr/>
          </p:nvSpPr>
          <p:spPr bwMode="auto">
            <a:xfrm>
              <a:off x="999" y="3406"/>
              <a:ext cx="0" cy="10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8" name="Line 14"/>
            <p:cNvSpPr>
              <a:spLocks noChangeShapeType="1"/>
            </p:cNvSpPr>
            <p:nvPr/>
          </p:nvSpPr>
          <p:spPr bwMode="auto">
            <a:xfrm>
              <a:off x="1812" y="3395"/>
              <a:ext cx="0" cy="10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52" name="Rectangle 15"/>
          <p:cNvSpPr>
            <a:spLocks noChangeArrowheads="1"/>
          </p:cNvSpPr>
          <p:nvPr/>
        </p:nvSpPr>
        <p:spPr bwMode="auto">
          <a:xfrm>
            <a:off x="5754688" y="4038600"/>
            <a:ext cx="4195762" cy="1568450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IN" altLang="en-US" sz="1800">
              <a:latin typeface="Comic Sans MS" panose="030F0702030302020204" pitchFamily="66" charset="0"/>
            </a:endParaRPr>
          </a:p>
        </p:txBody>
      </p:sp>
      <p:sp>
        <p:nvSpPr>
          <p:cNvPr id="6153" name="Line 16"/>
          <p:cNvSpPr>
            <a:spLocks noChangeShapeType="1"/>
          </p:cNvSpPr>
          <p:nvPr/>
        </p:nvSpPr>
        <p:spPr bwMode="auto">
          <a:xfrm>
            <a:off x="5768975" y="4703764"/>
            <a:ext cx="41783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4" name="Text Box 17"/>
          <p:cNvSpPr txBox="1">
            <a:spLocks noChangeArrowheads="1"/>
          </p:cNvSpPr>
          <p:nvPr/>
        </p:nvSpPr>
        <p:spPr bwMode="auto">
          <a:xfrm>
            <a:off x="6930205" y="4079876"/>
            <a:ext cx="174789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MAC protocol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and frame format</a:t>
            </a:r>
          </a:p>
        </p:txBody>
      </p:sp>
      <p:sp>
        <p:nvSpPr>
          <p:cNvPr id="6155" name="Text Box 18"/>
          <p:cNvSpPr txBox="1">
            <a:spLocks noChangeArrowheads="1"/>
          </p:cNvSpPr>
          <p:nvPr/>
        </p:nvSpPr>
        <p:spPr bwMode="auto">
          <a:xfrm>
            <a:off x="5922963" y="4794250"/>
            <a:ext cx="1249358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100BASE-TX</a:t>
            </a:r>
          </a:p>
        </p:txBody>
      </p:sp>
      <p:sp>
        <p:nvSpPr>
          <p:cNvPr id="6156" name="Text Box 19"/>
          <p:cNvSpPr txBox="1">
            <a:spLocks noChangeArrowheads="1"/>
          </p:cNvSpPr>
          <p:nvPr/>
        </p:nvSpPr>
        <p:spPr bwMode="auto">
          <a:xfrm>
            <a:off x="5934076" y="5154613"/>
            <a:ext cx="1228519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100BASE-T4</a:t>
            </a:r>
          </a:p>
        </p:txBody>
      </p:sp>
      <p:sp>
        <p:nvSpPr>
          <p:cNvPr id="6157" name="Text Box 20"/>
          <p:cNvSpPr txBox="1">
            <a:spLocks noChangeArrowheads="1"/>
          </p:cNvSpPr>
          <p:nvPr/>
        </p:nvSpPr>
        <p:spPr bwMode="auto">
          <a:xfrm>
            <a:off x="8605838" y="4789488"/>
            <a:ext cx="1249358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100BASE-FX</a:t>
            </a:r>
          </a:p>
        </p:txBody>
      </p:sp>
      <p:sp>
        <p:nvSpPr>
          <p:cNvPr id="6158" name="Freeform 21"/>
          <p:cNvSpPr>
            <a:spLocks noChangeArrowheads="1"/>
          </p:cNvSpPr>
          <p:nvPr/>
        </p:nvSpPr>
        <p:spPr bwMode="auto">
          <a:xfrm>
            <a:off x="4411664" y="4684714"/>
            <a:ext cx="1393825" cy="611187"/>
          </a:xfrm>
          <a:custGeom>
            <a:avLst/>
            <a:gdLst>
              <a:gd name="T0" fmla="*/ 0 w 878"/>
              <a:gd name="T1" fmla="*/ 2147483646 h 385"/>
              <a:gd name="T2" fmla="*/ 2147483646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360" cap="flat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159" name="Text Box 22"/>
          <p:cNvSpPr txBox="1">
            <a:spLocks noChangeArrowheads="1"/>
          </p:cNvSpPr>
          <p:nvPr/>
        </p:nvSpPr>
        <p:spPr bwMode="auto">
          <a:xfrm>
            <a:off x="7265989" y="4787900"/>
            <a:ext cx="1228519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100BASE-T2</a:t>
            </a:r>
          </a:p>
        </p:txBody>
      </p:sp>
      <p:sp>
        <p:nvSpPr>
          <p:cNvPr id="6160" name="Text Box 23"/>
          <p:cNvSpPr txBox="1">
            <a:spLocks noChangeArrowheads="1"/>
          </p:cNvSpPr>
          <p:nvPr/>
        </p:nvSpPr>
        <p:spPr bwMode="auto">
          <a:xfrm>
            <a:off x="7248526" y="5148263"/>
            <a:ext cx="1260579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100BASE-SX</a:t>
            </a:r>
          </a:p>
        </p:txBody>
      </p:sp>
      <p:sp>
        <p:nvSpPr>
          <p:cNvPr id="6161" name="Text Box 24"/>
          <p:cNvSpPr txBox="1">
            <a:spLocks noChangeArrowheads="1"/>
          </p:cNvSpPr>
          <p:nvPr/>
        </p:nvSpPr>
        <p:spPr bwMode="auto">
          <a:xfrm>
            <a:off x="8612189" y="5143500"/>
            <a:ext cx="1260579" cy="30995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100BASE-BX</a:t>
            </a:r>
          </a:p>
        </p:txBody>
      </p:sp>
      <p:grpSp>
        <p:nvGrpSpPr>
          <p:cNvPr id="33817" name="Group 25"/>
          <p:cNvGrpSpPr>
            <a:grpSpLocks/>
          </p:cNvGrpSpPr>
          <p:nvPr/>
        </p:nvGrpSpPr>
        <p:grpSpPr bwMode="auto">
          <a:xfrm>
            <a:off x="7205664" y="4743453"/>
            <a:ext cx="2765425" cy="1566863"/>
            <a:chOff x="3579" y="2988"/>
            <a:chExt cx="1742" cy="987"/>
          </a:xfrm>
        </p:grpSpPr>
        <p:sp>
          <p:nvSpPr>
            <p:cNvPr id="6168" name="Freeform 26"/>
            <p:cNvSpPr>
              <a:spLocks noChangeArrowheads="1"/>
            </p:cNvSpPr>
            <p:nvPr/>
          </p:nvSpPr>
          <p:spPr bwMode="auto">
            <a:xfrm>
              <a:off x="3579" y="2988"/>
              <a:ext cx="1708" cy="488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6 h 489"/>
                <a:gd name="T8" fmla="*/ 1706 w 1709"/>
                <a:gd name="T9" fmla="*/ 486 h 489"/>
                <a:gd name="T10" fmla="*/ 1701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80" cap="flat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9" name="Line 27"/>
            <p:cNvSpPr>
              <a:spLocks noChangeShapeType="1"/>
            </p:cNvSpPr>
            <p:nvPr/>
          </p:nvSpPr>
          <p:spPr bwMode="auto">
            <a:xfrm>
              <a:off x="4410" y="3494"/>
              <a:ext cx="226" cy="290"/>
            </a:xfrm>
            <a:prstGeom prst="line">
              <a:avLst/>
            </a:prstGeom>
            <a:noFill/>
            <a:ln w="2844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70" name="Text Box 28"/>
            <p:cNvSpPr txBox="1">
              <a:spLocks noChangeArrowheads="1"/>
            </p:cNvSpPr>
            <p:nvPr/>
          </p:nvSpPr>
          <p:spPr bwMode="auto">
            <a:xfrm>
              <a:off x="4003" y="3741"/>
              <a:ext cx="131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fiber physical layer</a:t>
              </a:r>
            </a:p>
          </p:txBody>
        </p:sp>
      </p:grpSp>
      <p:grpSp>
        <p:nvGrpSpPr>
          <p:cNvPr id="33821" name="Group 29"/>
          <p:cNvGrpSpPr>
            <a:grpSpLocks/>
          </p:cNvGrpSpPr>
          <p:nvPr/>
        </p:nvGrpSpPr>
        <p:grpSpPr bwMode="auto">
          <a:xfrm>
            <a:off x="5213350" y="4733927"/>
            <a:ext cx="3302000" cy="1878013"/>
            <a:chOff x="2324" y="2982"/>
            <a:chExt cx="2080" cy="1183"/>
          </a:xfrm>
        </p:grpSpPr>
        <p:sp>
          <p:nvSpPr>
            <p:cNvPr id="6165" name="Freeform 30"/>
            <p:cNvSpPr>
              <a:spLocks noChangeArrowheads="1"/>
            </p:cNvSpPr>
            <p:nvPr/>
          </p:nvSpPr>
          <p:spPr bwMode="auto">
            <a:xfrm>
              <a:off x="2741" y="2982"/>
              <a:ext cx="1663" cy="494"/>
            </a:xfrm>
            <a:custGeom>
              <a:avLst/>
              <a:gdLst>
                <a:gd name="T0" fmla="*/ 1661 w 1664"/>
                <a:gd name="T1" fmla="*/ 0 h 495"/>
                <a:gd name="T2" fmla="*/ 1649 w 1664"/>
                <a:gd name="T3" fmla="*/ 233 h 495"/>
                <a:gd name="T4" fmla="*/ 820 w 1664"/>
                <a:gd name="T5" fmla="*/ 233 h 495"/>
                <a:gd name="T6" fmla="*/ 814 w 1664"/>
                <a:gd name="T7" fmla="*/ 492 h 495"/>
                <a:gd name="T8" fmla="*/ 0 w 1664"/>
                <a:gd name="T9" fmla="*/ 492 h 495"/>
                <a:gd name="T10" fmla="*/ 0 w 1664"/>
                <a:gd name="T11" fmla="*/ 0 h 495"/>
                <a:gd name="T12" fmla="*/ 1661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440" cap="flat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66" name="Line 31"/>
            <p:cNvSpPr>
              <a:spLocks noChangeShapeType="1"/>
            </p:cNvSpPr>
            <p:nvPr/>
          </p:nvSpPr>
          <p:spPr bwMode="auto">
            <a:xfrm flipH="1">
              <a:off x="2928" y="3503"/>
              <a:ext cx="228" cy="290"/>
            </a:xfrm>
            <a:prstGeom prst="line">
              <a:avLst/>
            </a:prstGeom>
            <a:noFill/>
            <a:ln w="2844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67" name="Text Box 32"/>
            <p:cNvSpPr txBox="1">
              <a:spLocks noChangeArrowheads="1"/>
            </p:cNvSpPr>
            <p:nvPr/>
          </p:nvSpPr>
          <p:spPr bwMode="auto">
            <a:xfrm>
              <a:off x="2324" y="3756"/>
              <a:ext cx="1326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copper (twister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pair) physical layer</a:t>
              </a:r>
            </a:p>
          </p:txBody>
        </p:sp>
      </p:grpSp>
      <p:pic>
        <p:nvPicPr>
          <p:cNvPr id="6164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6" y="862014"/>
            <a:ext cx="7769225" cy="17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50118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Ethernet Segments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sz="half" idx="1"/>
          </p:nvPr>
        </p:nvSpPr>
        <p:spPr>
          <a:xfrm>
            <a:off x="969745" y="1600201"/>
            <a:ext cx="3810000" cy="2400701"/>
          </a:xfrm>
        </p:spPr>
        <p:txBody>
          <a:bodyPr>
            <a:noAutofit/>
          </a:bodyPr>
          <a:lstStyle/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 segment cable size 500 m</a:t>
            </a:r>
          </a:p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connect to segment by tapping which has a transceiver (</a:t>
            </a:r>
            <a:r>
              <a:rPr lang="en-IN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Rx)</a:t>
            </a:r>
          </a:p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adapter in the device (NIC) connects to the transceiver </a:t>
            </a:r>
          </a:p>
          <a:p>
            <a:r>
              <a:rPr lang="en-IN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Mulitple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NICs can be connect across the 500 m cable with tap points being 2.5 apart (Standards)</a:t>
            </a:r>
          </a:p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 protocol implemented in the NIC</a:t>
            </a:r>
          </a:p>
          <a:p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6" name="Content Placeholder 5"/>
          <p:cNvSpPr>
            <a:spLocks noGrp="1"/>
          </p:cNvSpPr>
          <p:nvPr>
            <p:ph sz="half" idx="2"/>
          </p:nvPr>
        </p:nvSpPr>
        <p:spPr>
          <a:xfrm>
            <a:off x="6019800" y="1600201"/>
            <a:ext cx="3810000" cy="1027113"/>
          </a:xfrm>
        </p:spPr>
        <p:txBody>
          <a:bodyPr>
            <a:noAutofit/>
          </a:bodyPr>
          <a:lstStyle/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segments joined through repeaters</a:t>
            </a:r>
          </a:p>
          <a:p>
            <a:pPr lvl="1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4 segments  = 2000m</a:t>
            </a:r>
          </a:p>
          <a:p>
            <a:pPr lvl="1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1024 hosts</a:t>
            </a:r>
          </a:p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Repeaters: </a:t>
            </a:r>
          </a:p>
          <a:p>
            <a:pPr lvl="1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digital signals</a:t>
            </a:r>
          </a:p>
          <a:p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Multiport repeater is a Hub</a:t>
            </a:r>
          </a:p>
          <a:p>
            <a:pPr lvl="1"/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Link Layer</a:t>
            </a:r>
          </a:p>
        </p:txBody>
      </p:sp>
      <p:sp>
        <p:nvSpPr>
          <p:cNvPr id="337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1E48979A-CD06-4F64-BAF4-B89F8C9D9478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pic>
        <p:nvPicPr>
          <p:cNvPr id="3379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39" y="4230689"/>
            <a:ext cx="3171825" cy="22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6461040" y="4222440"/>
              <a:ext cx="3383640" cy="1627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4200" y="4214880"/>
                <a:ext cx="3399120" cy="163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015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Ethernet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Stations on </a:t>
            </a:r>
            <a:r>
              <a:rPr lang="en-US" dirty="0">
                <a:solidFill>
                  <a:srgbClr val="FF0000"/>
                </a:solidFill>
              </a:rPr>
              <a:t>single shared</a:t>
            </a:r>
            <a:r>
              <a:rPr lang="en-US" dirty="0"/>
              <a:t> bus</a:t>
            </a:r>
          </a:p>
          <a:p>
            <a:r>
              <a:rPr lang="en-US" dirty="0"/>
              <a:t>Collisions if no proper protocol</a:t>
            </a:r>
          </a:p>
          <a:p>
            <a:r>
              <a:rPr lang="en-US" dirty="0"/>
              <a:t>Ethernet –CSMA</a:t>
            </a:r>
          </a:p>
          <a:p>
            <a:r>
              <a:rPr lang="en-US" dirty="0"/>
              <a:t>Carrier Sense Multiple Access –CD</a:t>
            </a:r>
          </a:p>
          <a:p>
            <a:pPr lvl="1"/>
            <a:r>
              <a:rPr lang="en-US" dirty="0"/>
              <a:t>Exponential back-off</a:t>
            </a:r>
          </a:p>
          <a:p>
            <a:pPr lvl="1"/>
            <a:r>
              <a:rPr lang="en-US" dirty="0"/>
              <a:t>Collisions reduced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430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D5458CF7-C072-864B-8AA8-A479396AB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1"/>
            <a:ext cx="7772400" cy="830263"/>
          </a:xfrm>
        </p:spPr>
        <p:txBody>
          <a:bodyPr/>
          <a:lstStyle/>
          <a:p>
            <a:r>
              <a:rPr lang="en-US" altLang="en-US" sz="3600"/>
              <a:t>Ethernet Technologies: 10Base2</a:t>
            </a:r>
            <a:endParaRPr lang="en-US" altLang="en-US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D7849A6F-7D15-3F4D-A5D9-83DF9BC9E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9064" y="1058864"/>
            <a:ext cx="8054975" cy="2286000"/>
          </a:xfrm>
        </p:spPr>
        <p:txBody>
          <a:bodyPr>
            <a:normAutofit/>
          </a:bodyPr>
          <a:lstStyle/>
          <a:p>
            <a:r>
              <a:rPr lang="en-US" altLang="en-US" sz="1400" dirty="0">
                <a:solidFill>
                  <a:schemeClr val="accent2"/>
                </a:solidFill>
              </a:rPr>
              <a:t>10:</a:t>
            </a:r>
            <a:r>
              <a:rPr lang="en-US" altLang="en-US" sz="1400" dirty="0"/>
              <a:t> 10Mbps; </a:t>
            </a:r>
            <a:r>
              <a:rPr lang="en-US" altLang="en-US" sz="1400" dirty="0">
                <a:solidFill>
                  <a:schemeClr val="accent2"/>
                </a:solidFill>
              </a:rPr>
              <a:t>2:</a:t>
            </a:r>
            <a:r>
              <a:rPr lang="en-US" altLang="en-US" sz="1400" dirty="0"/>
              <a:t> under 200 meters max  cable length</a:t>
            </a:r>
          </a:p>
          <a:p>
            <a:r>
              <a:rPr lang="en-US" altLang="en-US" sz="1400" dirty="0"/>
              <a:t>thin coaxial cable in a bus topology</a:t>
            </a:r>
          </a:p>
          <a:p>
            <a:r>
              <a:rPr lang="en-US" altLang="en-US" sz="1400" dirty="0"/>
              <a:t>repeaters used to connect up to multiple segments</a:t>
            </a:r>
          </a:p>
          <a:p>
            <a:r>
              <a:rPr lang="en-US" altLang="en-US" sz="1400" dirty="0"/>
              <a:t>repeater repeats bits it hears on one interface to its other interfaces: physical layer device only!</a:t>
            </a:r>
          </a:p>
          <a:p>
            <a:r>
              <a:rPr lang="en-US" altLang="en-US" sz="1400" dirty="0"/>
              <a:t>has become a legacy technology</a:t>
            </a:r>
          </a:p>
        </p:txBody>
      </p:sp>
      <p:pic>
        <p:nvPicPr>
          <p:cNvPr id="227332" name="Picture 4" descr="554 10Base2">
            <a:extLst>
              <a:ext uri="{FF2B5EF4-FFF2-40B4-BE49-F238E27FC236}">
                <a16:creationId xmlns:a16="http://schemas.microsoft.com/office/drawing/2014/main" id="{92E81979-7C3B-E74C-9EEF-D08D64FD6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3917550"/>
            <a:ext cx="6324600" cy="225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92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905DFBE-3807-C24D-B4D9-56E4E12D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DataLink Layer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1547A40-16D2-0841-A6D5-EC4F98EE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5a-</a:t>
            </a:r>
            <a:fld id="{5A1910AE-3C38-6441-9DD8-0AABB5AD40E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6058B895-D023-EA45-9838-011AF5E05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6288" y="0"/>
            <a:ext cx="7772400" cy="1143000"/>
          </a:xfrm>
        </p:spPr>
        <p:txBody>
          <a:bodyPr/>
          <a:lstStyle/>
          <a:p>
            <a:r>
              <a:rPr lang="en-US" altLang="en-US"/>
              <a:t>10BaseT and 100BaseT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225C7CBE-46E5-F040-92F4-8FD5B8001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9775" y="977900"/>
            <a:ext cx="7772400" cy="2319338"/>
          </a:xfrm>
        </p:spPr>
        <p:txBody>
          <a:bodyPr>
            <a:normAutofit fontScale="40000" lnSpcReduction="20000"/>
          </a:bodyPr>
          <a:lstStyle/>
          <a:p>
            <a:r>
              <a:rPr lang="en-US" altLang="en-US" sz="2400"/>
              <a:t>10/100 Mbps rate; latter called “fast ethernet”</a:t>
            </a:r>
          </a:p>
          <a:p>
            <a:r>
              <a:rPr lang="en-US" altLang="en-US" sz="2400">
                <a:solidFill>
                  <a:schemeClr val="accent2"/>
                </a:solidFill>
              </a:rPr>
              <a:t>T</a:t>
            </a:r>
            <a:r>
              <a:rPr lang="en-US" altLang="en-US" sz="2400"/>
              <a:t> stands for Twisted Pair</a:t>
            </a:r>
          </a:p>
          <a:p>
            <a:r>
              <a:rPr lang="en-US" altLang="en-US" sz="2400"/>
              <a:t>Nodes connect to a hub: “star topology”; 100 m max distance between nodes and hub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Hubs are essentially physical-layer repeaters:</a:t>
            </a:r>
          </a:p>
          <a:p>
            <a:pPr lvl="1"/>
            <a:r>
              <a:rPr lang="en-US" altLang="en-US"/>
              <a:t>bits coming in one link go out all other links</a:t>
            </a:r>
          </a:p>
          <a:p>
            <a:pPr lvl="1"/>
            <a:r>
              <a:rPr lang="en-US" altLang="en-US"/>
              <a:t>no frame buffering</a:t>
            </a:r>
          </a:p>
          <a:p>
            <a:pPr lvl="1"/>
            <a:r>
              <a:rPr lang="en-US" altLang="en-US"/>
              <a:t>no CSMA/CD at hub: adapters detect collisions</a:t>
            </a:r>
          </a:p>
          <a:p>
            <a:pPr lvl="1"/>
            <a:r>
              <a:rPr lang="en-US" altLang="en-US"/>
              <a:t>provides net management functionality</a:t>
            </a:r>
          </a:p>
        </p:txBody>
      </p:sp>
      <p:grpSp>
        <p:nvGrpSpPr>
          <p:cNvPr id="323611" name="Group 27">
            <a:extLst>
              <a:ext uri="{FF2B5EF4-FFF2-40B4-BE49-F238E27FC236}">
                <a16:creationId xmlns:a16="http://schemas.microsoft.com/office/drawing/2014/main" id="{45D4D3AA-09E6-AA4D-AF1A-5FEE69EA2197}"/>
              </a:ext>
            </a:extLst>
          </p:cNvPr>
          <p:cNvGrpSpPr>
            <a:grpSpLocks/>
          </p:cNvGrpSpPr>
          <p:nvPr/>
        </p:nvGrpSpPr>
        <p:grpSpPr bwMode="auto">
          <a:xfrm>
            <a:off x="4227514" y="2640014"/>
            <a:ext cx="2020887" cy="1330325"/>
            <a:chOff x="3404" y="3132"/>
            <a:chExt cx="1273" cy="838"/>
          </a:xfrm>
        </p:grpSpPr>
        <p:grpSp>
          <p:nvGrpSpPr>
            <p:cNvPr id="323610" name="Group 26">
              <a:extLst>
                <a:ext uri="{FF2B5EF4-FFF2-40B4-BE49-F238E27FC236}">
                  <a16:creationId xmlns:a16="http://schemas.microsoft.com/office/drawing/2014/main" id="{293D6B5B-1A1A-4046-BE22-2D8B04EDC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3" y="3132"/>
              <a:ext cx="1054" cy="838"/>
              <a:chOff x="1985" y="2778"/>
              <a:chExt cx="1054" cy="838"/>
            </a:xfrm>
          </p:grpSpPr>
          <p:sp>
            <p:nvSpPr>
              <p:cNvPr id="323589" name="Rectangle 5">
                <a:extLst>
                  <a:ext uri="{FF2B5EF4-FFF2-40B4-BE49-F238E27FC236}">
                    <a16:creationId xmlns:a16="http://schemas.microsoft.com/office/drawing/2014/main" id="{3B5EFDE0-10DD-1640-9F5F-037DBF01D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5" y="3246"/>
                <a:ext cx="69" cy="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323591" name="Oval 7">
                <a:extLst>
                  <a:ext uri="{FF2B5EF4-FFF2-40B4-BE49-F238E27FC236}">
                    <a16:creationId xmlns:a16="http://schemas.microsoft.com/office/drawing/2014/main" id="{E009844F-E59A-5A40-B6A1-8F16F591F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5" y="2874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594" name="Oval 10">
                <a:extLst>
                  <a:ext uri="{FF2B5EF4-FFF2-40B4-BE49-F238E27FC236}">
                    <a16:creationId xmlns:a16="http://schemas.microsoft.com/office/drawing/2014/main" id="{8B1E0857-9633-764C-B6D2-21E523682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5" y="3193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596" name="Oval 12">
                <a:extLst>
                  <a:ext uri="{FF2B5EF4-FFF2-40B4-BE49-F238E27FC236}">
                    <a16:creationId xmlns:a16="http://schemas.microsoft.com/office/drawing/2014/main" id="{D0832A18-2642-4148-97D5-5BF9068C7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3563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597" name="Oval 13">
                <a:extLst>
                  <a:ext uri="{FF2B5EF4-FFF2-40B4-BE49-F238E27FC236}">
                    <a16:creationId xmlns:a16="http://schemas.microsoft.com/office/drawing/2014/main" id="{CCA62FA6-1F47-4248-AC9E-5766227CE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7" y="2927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598" name="Oval 14">
                <a:extLst>
                  <a:ext uri="{FF2B5EF4-FFF2-40B4-BE49-F238E27FC236}">
                    <a16:creationId xmlns:a16="http://schemas.microsoft.com/office/drawing/2014/main" id="{B67E6366-11F9-674D-B103-03CFCF8A6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0" y="2778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599" name="Oval 15">
                <a:extLst>
                  <a:ext uri="{FF2B5EF4-FFF2-40B4-BE49-F238E27FC236}">
                    <a16:creationId xmlns:a16="http://schemas.microsoft.com/office/drawing/2014/main" id="{9EFD1875-BA12-AB42-8366-6D96E0FF3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3262"/>
                <a:ext cx="54" cy="5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1" name="Line 17">
                <a:extLst>
                  <a:ext uri="{FF2B5EF4-FFF2-40B4-BE49-F238E27FC236}">
                    <a16:creationId xmlns:a16="http://schemas.microsoft.com/office/drawing/2014/main" id="{61C3EE11-7D39-354F-B787-3C90E341D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1" y="2807"/>
                <a:ext cx="7" cy="4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2" name="Line 18">
                <a:extLst>
                  <a:ext uri="{FF2B5EF4-FFF2-40B4-BE49-F238E27FC236}">
                    <a16:creationId xmlns:a16="http://schemas.microsoft.com/office/drawing/2014/main" id="{1F10A032-53EA-1C44-B758-9AE042E11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6" y="2969"/>
                <a:ext cx="369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3" name="Line 19">
                <a:extLst>
                  <a:ext uri="{FF2B5EF4-FFF2-40B4-BE49-F238E27FC236}">
                    <a16:creationId xmlns:a16="http://schemas.microsoft.com/office/drawing/2014/main" id="{683F310B-A116-D041-8271-62B4B09A7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1" y="3292"/>
                <a:ext cx="4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5" name="Line 21">
                <a:extLst>
                  <a:ext uri="{FF2B5EF4-FFF2-40B4-BE49-F238E27FC236}">
                    <a16:creationId xmlns:a16="http://schemas.microsoft.com/office/drawing/2014/main" id="{D94088F5-6CD7-D24E-BEC3-CE7FDF3A6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1" y="3284"/>
                <a:ext cx="247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6" name="Line 22">
                <a:extLst>
                  <a:ext uri="{FF2B5EF4-FFF2-40B4-BE49-F238E27FC236}">
                    <a16:creationId xmlns:a16="http://schemas.microsoft.com/office/drawing/2014/main" id="{CDF0F336-93E5-BC4B-AA53-92211F0B7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3" y="3215"/>
                <a:ext cx="462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7" name="Line 23">
                <a:extLst>
                  <a:ext uri="{FF2B5EF4-FFF2-40B4-BE49-F238E27FC236}">
                    <a16:creationId xmlns:a16="http://schemas.microsoft.com/office/drawing/2014/main" id="{CC0D118B-0785-254C-888E-6C067EA66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2923"/>
                <a:ext cx="323" cy="3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3608" name="Text Box 24">
                <a:extLst>
                  <a:ext uri="{FF2B5EF4-FFF2-40B4-BE49-F238E27FC236}">
                    <a16:creationId xmlns:a16="http://schemas.microsoft.com/office/drawing/2014/main" id="{5DD8A6FC-5124-A34A-B6F4-28D0C43C98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3357"/>
                <a:ext cx="35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>
                    <a:solidFill>
                      <a:schemeClr val="accent1"/>
                    </a:solidFill>
                  </a:rPr>
                  <a:t>hub</a:t>
                </a:r>
                <a:endParaRPr lang="en-US" altLang="en-US"/>
              </a:p>
            </p:txBody>
          </p:sp>
        </p:grpSp>
        <p:sp>
          <p:nvSpPr>
            <p:cNvPr id="323609" name="Text Box 25">
              <a:extLst>
                <a:ext uri="{FF2B5EF4-FFF2-40B4-BE49-F238E27FC236}">
                  <a16:creationId xmlns:a16="http://schemas.microsoft.com/office/drawing/2014/main" id="{B33293CB-75C8-6448-8C7C-D600E2040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3303"/>
              <a:ext cx="4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chemeClr val="accent2"/>
                  </a:solidFill>
                </a:rPr>
                <a:t>nodes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12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7D1BC3A-D086-0146-AA70-3E674AA8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DataLink Layer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105D76-0501-5A42-BDF0-0E267F69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5a-</a:t>
            </a:r>
            <a:fld id="{99EF2EDA-B455-1D45-AB5B-97099356BDA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0DE2C1BD-07FD-3343-BEAB-0486E24D4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Interconnecting LAN segments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334E46E6-6486-1C4A-9C7A-7CE7D135A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Hubs</a:t>
            </a:r>
          </a:p>
          <a:p>
            <a:r>
              <a:rPr lang="en-US" altLang="en-US"/>
              <a:t>Bridges</a:t>
            </a:r>
          </a:p>
          <a:p>
            <a:r>
              <a:rPr lang="en-US" altLang="en-US"/>
              <a:t>Switches</a:t>
            </a:r>
          </a:p>
          <a:p>
            <a:pPr lvl="1"/>
            <a:r>
              <a:rPr lang="en-US" altLang="en-US"/>
              <a:t>Remark: switches are essentially multi-port bridges.</a:t>
            </a:r>
          </a:p>
          <a:p>
            <a:pPr lvl="1"/>
            <a:r>
              <a:rPr lang="en-US" altLang="en-US"/>
              <a:t>What we say about bridges also holds for switches!</a:t>
            </a:r>
          </a:p>
        </p:txBody>
      </p:sp>
    </p:spTree>
    <p:extLst>
      <p:ext uri="{BB962C8B-B14F-4D97-AF65-F5344CB8AC3E}">
        <p14:creationId xmlns:p14="http://schemas.microsoft.com/office/powerpoint/2010/main" val="312021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580B7DD0-111E-D448-B691-0C7ACD96B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0" y="0"/>
            <a:ext cx="7772400" cy="1143000"/>
          </a:xfrm>
        </p:spPr>
        <p:txBody>
          <a:bodyPr/>
          <a:lstStyle/>
          <a:p>
            <a:r>
              <a:rPr lang="en-US" altLang="en-US"/>
              <a:t>Interconnecting with hubs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80C47F30-2508-1D49-95A5-1D8AF72C6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3714" y="1246188"/>
            <a:ext cx="8383587" cy="18288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2400"/>
              <a:t>Backbone hub interconnects LAN segments</a:t>
            </a:r>
          </a:p>
          <a:p>
            <a:r>
              <a:rPr lang="en-US" altLang="en-US" sz="2400"/>
              <a:t>Extends max distance between nodes</a:t>
            </a:r>
          </a:p>
          <a:p>
            <a:r>
              <a:rPr lang="en-US" altLang="en-US" sz="2400"/>
              <a:t>But individual segment collision domains become one large collision domian</a:t>
            </a:r>
          </a:p>
          <a:p>
            <a:pPr lvl="1"/>
            <a:r>
              <a:rPr lang="en-US" altLang="en-US" sz="2000"/>
              <a:t>if a node in CS and a node EE transmit at same time: collision</a:t>
            </a:r>
          </a:p>
          <a:p>
            <a:r>
              <a:rPr lang="en-US" altLang="en-US" sz="2400"/>
              <a:t>Can’t interconnect 10BaseT &amp; 100BaseT</a:t>
            </a:r>
            <a:endParaRPr lang="en-US" altLang="en-US"/>
          </a:p>
        </p:txBody>
      </p:sp>
      <p:pic>
        <p:nvPicPr>
          <p:cNvPr id="329732" name="Picture 4" descr="561 hubTier">
            <a:extLst>
              <a:ext uri="{FF2B5EF4-FFF2-40B4-BE49-F238E27FC236}">
                <a16:creationId xmlns:a16="http://schemas.microsoft.com/office/drawing/2014/main" id="{19136E27-B7D9-9E48-869E-68629CDB1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3927475"/>
            <a:ext cx="6402388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5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A88A86A-4735-DF4B-B375-1FB3C800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DataLink Layer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462C61-2366-E647-8901-D14432D3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5a-</a:t>
            </a:r>
            <a:fld id="{AB222E9E-2DED-2B4D-85FA-A299D9FFDFE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D16FD09C-711B-1B42-B3F6-F767AB7E3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0100" y="0"/>
            <a:ext cx="7772400" cy="1143000"/>
          </a:xfrm>
        </p:spPr>
        <p:txBody>
          <a:bodyPr/>
          <a:lstStyle/>
          <a:p>
            <a:r>
              <a:rPr lang="en-US" altLang="en-US"/>
              <a:t>Bridges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2F3BD822-BD50-8444-B2A7-54F65E217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9513" y="1231900"/>
            <a:ext cx="7772400" cy="3803650"/>
          </a:xfrm>
        </p:spPr>
        <p:txBody>
          <a:bodyPr>
            <a:normAutofit lnSpcReduction="10000"/>
          </a:bodyPr>
          <a:lstStyle/>
          <a:p>
            <a:r>
              <a:rPr lang="en-US" altLang="en-US" sz="2400">
                <a:solidFill>
                  <a:srgbClr val="FF0000"/>
                </a:solidFill>
              </a:rPr>
              <a:t>Link layer device</a:t>
            </a:r>
          </a:p>
          <a:p>
            <a:pPr lvl="1"/>
            <a:r>
              <a:rPr lang="en-US" altLang="en-US"/>
              <a:t>stores and forwards Ethernet frames</a:t>
            </a:r>
          </a:p>
          <a:p>
            <a:pPr lvl="1"/>
            <a:r>
              <a:rPr lang="en-US" altLang="en-US"/>
              <a:t>examines frame header and </a:t>
            </a:r>
            <a:r>
              <a:rPr lang="en-US" altLang="en-US">
                <a:solidFill>
                  <a:srgbClr val="FF0000"/>
                </a:solidFill>
              </a:rPr>
              <a:t>selectively</a:t>
            </a:r>
            <a:r>
              <a:rPr lang="en-US" altLang="en-US"/>
              <a:t> forwards  frame based on MAC dest address</a:t>
            </a:r>
          </a:p>
          <a:p>
            <a:pPr lvl="1"/>
            <a:r>
              <a:rPr lang="en-US" altLang="en-US"/>
              <a:t>when frame is to be forwarded on segment, uses CSMA/CD to access segment</a:t>
            </a:r>
            <a:endParaRPr lang="en-US" altLang="en-US" sz="2000"/>
          </a:p>
          <a:p>
            <a:r>
              <a:rPr lang="en-US" altLang="en-US" sz="2400"/>
              <a:t>transparent</a:t>
            </a:r>
          </a:p>
          <a:p>
            <a:pPr lvl="1"/>
            <a:r>
              <a:rPr lang="en-US" altLang="en-US"/>
              <a:t>hosts are unaware of presence of bridges</a:t>
            </a:r>
            <a:endParaRPr lang="en-US" altLang="en-US" sz="2000"/>
          </a:p>
          <a:p>
            <a:r>
              <a:rPr lang="en-US" altLang="en-US" sz="2400"/>
              <a:t>plug-and-play, self-learning</a:t>
            </a:r>
          </a:p>
          <a:p>
            <a:pPr lvl="1"/>
            <a:r>
              <a:rPr lang="en-US" altLang="en-US"/>
              <a:t>bridges do not need to be configured</a:t>
            </a:r>
          </a:p>
          <a:p>
            <a:endParaRPr lang="en-US" altLang="en-US"/>
          </a:p>
          <a:p>
            <a:endParaRPr lang="en-US" altLang="en-US" sz="2400"/>
          </a:p>
          <a:p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545228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3BE9AF48-9C99-1F46-BD71-D2E165F5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DataLink Layer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72416EB6-96CE-7C47-9C0D-6286ABD4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5a-</a:t>
            </a:r>
            <a:fld id="{4F632E74-2734-B14A-89CC-14A96390AFE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B477E2F8-2FC6-2341-8093-9A2F4888A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0100" y="0"/>
            <a:ext cx="7772400" cy="1143000"/>
          </a:xfrm>
        </p:spPr>
        <p:txBody>
          <a:bodyPr/>
          <a:lstStyle/>
          <a:p>
            <a:r>
              <a:rPr lang="en-US" altLang="en-US"/>
              <a:t>Bridges: traffic isolation</a:t>
            </a: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B97859FB-EA3B-AF47-8FE7-3502B5A2B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4575" y="1219200"/>
            <a:ext cx="7881938" cy="2351088"/>
          </a:xfrm>
        </p:spPr>
        <p:txBody>
          <a:bodyPr/>
          <a:lstStyle/>
          <a:p>
            <a:r>
              <a:rPr lang="en-US" altLang="en-US" sz="2400"/>
              <a:t>Bridge installation breaks LAN into LAN segments</a:t>
            </a:r>
          </a:p>
          <a:p>
            <a:r>
              <a:rPr lang="en-US" altLang="en-US" sz="2400"/>
              <a:t>bridges </a:t>
            </a:r>
            <a:r>
              <a:rPr lang="en-US" altLang="en-US" sz="2400">
                <a:solidFill>
                  <a:srgbClr val="FF0000"/>
                </a:solidFill>
              </a:rPr>
              <a:t>filter</a:t>
            </a:r>
            <a:r>
              <a:rPr lang="en-US" altLang="en-US" sz="2400"/>
              <a:t> packets: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same-LAN-segment frames not usually forwarded onto other LAN segments</a:t>
            </a:r>
          </a:p>
          <a:p>
            <a:pPr lvl="1"/>
            <a:r>
              <a:rPr lang="en-US" altLang="en-US"/>
              <a:t>segments become separate </a:t>
            </a:r>
            <a:r>
              <a:rPr lang="en-US" altLang="en-US">
                <a:solidFill>
                  <a:srgbClr val="FF0000"/>
                </a:solidFill>
              </a:rPr>
              <a:t>collision  domains</a:t>
            </a:r>
            <a:endParaRPr lang="en-US" altLang="en-US" sz="2000"/>
          </a:p>
        </p:txBody>
      </p:sp>
      <p:grpSp>
        <p:nvGrpSpPr>
          <p:cNvPr id="331780" name="Group 4">
            <a:extLst>
              <a:ext uri="{FF2B5EF4-FFF2-40B4-BE49-F238E27FC236}">
                <a16:creationId xmlns:a16="http://schemas.microsoft.com/office/drawing/2014/main" id="{C6FDB2E4-1F51-7D4C-BB90-09848F68D66E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3673475"/>
            <a:ext cx="6977062" cy="1423988"/>
            <a:chOff x="872" y="2977"/>
            <a:chExt cx="4395" cy="897"/>
          </a:xfrm>
        </p:grpSpPr>
        <p:grpSp>
          <p:nvGrpSpPr>
            <p:cNvPr id="331781" name="Group 5">
              <a:extLst>
                <a:ext uri="{FF2B5EF4-FFF2-40B4-BE49-F238E27FC236}">
                  <a16:creationId xmlns:a16="http://schemas.microsoft.com/office/drawing/2014/main" id="{63A039DF-CE10-CA47-B210-D826CEDCA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2" y="2977"/>
              <a:ext cx="3504" cy="897"/>
              <a:chOff x="1065" y="1754"/>
              <a:chExt cx="3504" cy="897"/>
            </a:xfrm>
          </p:grpSpPr>
          <p:sp>
            <p:nvSpPr>
              <p:cNvPr id="331782" name="Oval 6">
                <a:extLst>
                  <a:ext uri="{FF2B5EF4-FFF2-40B4-BE49-F238E27FC236}">
                    <a16:creationId xmlns:a16="http://schemas.microsoft.com/office/drawing/2014/main" id="{2B877A00-BF2C-5743-92EB-443231DA2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" y="1758"/>
                <a:ext cx="1446" cy="893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331783" name="Oval 7">
                <a:extLst>
                  <a:ext uri="{FF2B5EF4-FFF2-40B4-BE49-F238E27FC236}">
                    <a16:creationId xmlns:a16="http://schemas.microsoft.com/office/drawing/2014/main" id="{93C087F5-9589-B64D-8ECC-1ED0D8250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3" y="1754"/>
                <a:ext cx="1446" cy="893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331784" name="Rectangle 8">
                <a:extLst>
                  <a:ext uri="{FF2B5EF4-FFF2-40B4-BE49-F238E27FC236}">
                    <a16:creationId xmlns:a16="http://schemas.microsoft.com/office/drawing/2014/main" id="{7C93DAE8-D7FC-2B4F-924E-23876853F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9" y="2065"/>
                <a:ext cx="624" cy="271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bridge</a:t>
                </a:r>
              </a:p>
            </p:txBody>
          </p:sp>
          <p:sp>
            <p:nvSpPr>
              <p:cNvPr id="331785" name="Rectangle 9">
                <a:extLst>
                  <a:ext uri="{FF2B5EF4-FFF2-40B4-BE49-F238E27FC236}">
                    <a16:creationId xmlns:a16="http://schemas.microsoft.com/office/drawing/2014/main" id="{4DA78242-431D-A043-9DC7-EDF7F10CF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4" y="2137"/>
                <a:ext cx="98" cy="1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6" name="Oval 10">
                <a:extLst>
                  <a:ext uri="{FF2B5EF4-FFF2-40B4-BE49-F238E27FC236}">
                    <a16:creationId xmlns:a16="http://schemas.microsoft.com/office/drawing/2014/main" id="{2DA33D40-2C1A-A546-8BD2-841414154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" y="1875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7" name="Oval 11">
                <a:extLst>
                  <a:ext uri="{FF2B5EF4-FFF2-40B4-BE49-F238E27FC236}">
                    <a16:creationId xmlns:a16="http://schemas.microsoft.com/office/drawing/2014/main" id="{D209957E-642C-1A42-B44D-1F47E33D4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" y="2200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8" name="Oval 12">
                <a:extLst>
                  <a:ext uri="{FF2B5EF4-FFF2-40B4-BE49-F238E27FC236}">
                    <a16:creationId xmlns:a16="http://schemas.microsoft.com/office/drawing/2014/main" id="{EF0ED325-791F-1846-AFCB-FE2D3A00D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3" y="2481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89" name="Oval 13">
                <a:extLst>
                  <a:ext uri="{FF2B5EF4-FFF2-40B4-BE49-F238E27FC236}">
                    <a16:creationId xmlns:a16="http://schemas.microsoft.com/office/drawing/2014/main" id="{B95DA180-69E3-3D4B-ABE2-9921143D1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3" y="1828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0" name="Oval 14">
                <a:extLst>
                  <a:ext uri="{FF2B5EF4-FFF2-40B4-BE49-F238E27FC236}">
                    <a16:creationId xmlns:a16="http://schemas.microsoft.com/office/drawing/2014/main" id="{131797A9-C9A3-164E-B612-22DA304CC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9" y="2215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1" name="Rectangle 15">
                <a:extLst>
                  <a:ext uri="{FF2B5EF4-FFF2-40B4-BE49-F238E27FC236}">
                    <a16:creationId xmlns:a16="http://schemas.microsoft.com/office/drawing/2014/main" id="{0C0DEC91-F0E7-2545-B94C-2A182D812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5" y="2130"/>
                <a:ext cx="98" cy="1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2" name="Oval 16">
                <a:extLst>
                  <a:ext uri="{FF2B5EF4-FFF2-40B4-BE49-F238E27FC236}">
                    <a16:creationId xmlns:a16="http://schemas.microsoft.com/office/drawing/2014/main" id="{940EF0F5-74D0-1B4D-8DCB-31F0D0C4A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2468"/>
                <a:ext cx="80" cy="91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3" name="Line 17">
                <a:extLst>
                  <a:ext uri="{FF2B5EF4-FFF2-40B4-BE49-F238E27FC236}">
                    <a16:creationId xmlns:a16="http://schemas.microsoft.com/office/drawing/2014/main" id="{7EBCFDC1-A773-4C43-BE24-138CD1A20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2" y="2196"/>
                <a:ext cx="2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4" name="Line 18">
                <a:extLst>
                  <a:ext uri="{FF2B5EF4-FFF2-40B4-BE49-F238E27FC236}">
                    <a16:creationId xmlns:a16="http://schemas.microsoft.com/office/drawing/2014/main" id="{3C161BFA-EA73-C94C-8BE1-F4752C4F7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2" y="2196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5" name="Line 19">
                <a:extLst>
                  <a:ext uri="{FF2B5EF4-FFF2-40B4-BE49-F238E27FC236}">
                    <a16:creationId xmlns:a16="http://schemas.microsoft.com/office/drawing/2014/main" id="{E157C9AF-57E2-344E-9F95-A6F4F95EB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7" y="1945"/>
                <a:ext cx="188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6" name="Line 20">
                <a:extLst>
                  <a:ext uri="{FF2B5EF4-FFF2-40B4-BE49-F238E27FC236}">
                    <a16:creationId xmlns:a16="http://schemas.microsoft.com/office/drawing/2014/main" id="{C46A1461-AC50-8F48-ADC9-A560EDDBD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58" y="2206"/>
                <a:ext cx="375" cy="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7" name="Line 21">
                <a:extLst>
                  <a:ext uri="{FF2B5EF4-FFF2-40B4-BE49-F238E27FC236}">
                    <a16:creationId xmlns:a16="http://schemas.microsoft.com/office/drawing/2014/main" id="{A1D5470C-3A09-5A43-B6B5-6E32CC23A9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3" y="2246"/>
                <a:ext cx="269" cy="2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8" name="Line 22">
                <a:extLst>
                  <a:ext uri="{FF2B5EF4-FFF2-40B4-BE49-F238E27FC236}">
                    <a16:creationId xmlns:a16="http://schemas.microsoft.com/office/drawing/2014/main" id="{1A88CBAC-092B-F842-B4DE-6EE78697C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0" y="1885"/>
                <a:ext cx="196" cy="2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799" name="Line 23">
                <a:extLst>
                  <a:ext uri="{FF2B5EF4-FFF2-40B4-BE49-F238E27FC236}">
                    <a16:creationId xmlns:a16="http://schemas.microsoft.com/office/drawing/2014/main" id="{0556B145-79EB-2745-987C-41BFD1C44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0" y="2196"/>
                <a:ext cx="392" cy="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0" name="Line 24">
                <a:extLst>
                  <a:ext uri="{FF2B5EF4-FFF2-40B4-BE49-F238E27FC236}">
                    <a16:creationId xmlns:a16="http://schemas.microsoft.com/office/drawing/2014/main" id="{5C78E40A-C22E-E146-AE71-B18136502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3" y="2226"/>
                <a:ext cx="296" cy="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1" name="Text Box 25">
                <a:extLst>
                  <a:ext uri="{FF2B5EF4-FFF2-40B4-BE49-F238E27FC236}">
                    <a16:creationId xmlns:a16="http://schemas.microsoft.com/office/drawing/2014/main" id="{63649488-D444-1A49-A585-5983E1253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5" y="2003"/>
                <a:ext cx="6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collision </a:t>
                </a:r>
              </a:p>
              <a:p>
                <a:r>
                  <a:rPr lang="en-US" altLang="en-US"/>
                  <a:t>domain</a:t>
                </a:r>
              </a:p>
            </p:txBody>
          </p:sp>
          <p:sp>
            <p:nvSpPr>
              <p:cNvPr id="331802" name="Text Box 26">
                <a:extLst>
                  <a:ext uri="{FF2B5EF4-FFF2-40B4-BE49-F238E27FC236}">
                    <a16:creationId xmlns:a16="http://schemas.microsoft.com/office/drawing/2014/main" id="{BEC5E19D-95B5-AA46-977D-304872D91F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5" y="1984"/>
                <a:ext cx="6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collision </a:t>
                </a:r>
              </a:p>
              <a:p>
                <a:r>
                  <a:rPr lang="en-US" altLang="en-US"/>
                  <a:t>domain</a:t>
                </a:r>
              </a:p>
            </p:txBody>
          </p:sp>
        </p:grpSp>
        <p:grpSp>
          <p:nvGrpSpPr>
            <p:cNvPr id="331803" name="Group 27">
              <a:extLst>
                <a:ext uri="{FF2B5EF4-FFF2-40B4-BE49-F238E27FC236}">
                  <a16:creationId xmlns:a16="http://schemas.microsoft.com/office/drawing/2014/main" id="{36DC9D97-4601-AC42-BEA4-47165AA112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6" y="3164"/>
              <a:ext cx="591" cy="487"/>
              <a:chOff x="4715" y="2103"/>
              <a:chExt cx="591" cy="487"/>
            </a:xfrm>
          </p:grpSpPr>
          <p:sp>
            <p:nvSpPr>
              <p:cNvPr id="331804" name="Rectangle 28">
                <a:extLst>
                  <a:ext uri="{FF2B5EF4-FFF2-40B4-BE49-F238E27FC236}">
                    <a16:creationId xmlns:a16="http://schemas.microsoft.com/office/drawing/2014/main" id="{FFE680EC-1F0D-F84E-A0E9-36F504376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2146"/>
                <a:ext cx="123" cy="13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5" name="Oval 29">
                <a:extLst>
                  <a:ext uri="{FF2B5EF4-FFF2-40B4-BE49-F238E27FC236}">
                    <a16:creationId xmlns:a16="http://schemas.microsoft.com/office/drawing/2014/main" id="{6485ADE5-F410-0741-A968-E94A18267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6" y="2438"/>
                <a:ext cx="84" cy="7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1806" name="Text Box 30">
                <a:extLst>
                  <a:ext uri="{FF2B5EF4-FFF2-40B4-BE49-F238E27FC236}">
                    <a16:creationId xmlns:a16="http://schemas.microsoft.com/office/drawing/2014/main" id="{5786E734-2D45-F74B-8C55-B2EBD0340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2" y="2103"/>
                <a:ext cx="453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= hub</a:t>
                </a:r>
              </a:p>
            </p:txBody>
          </p:sp>
          <p:sp>
            <p:nvSpPr>
              <p:cNvPr id="331807" name="Text Box 31">
                <a:extLst>
                  <a:ext uri="{FF2B5EF4-FFF2-40B4-BE49-F238E27FC236}">
                    <a16:creationId xmlns:a16="http://schemas.microsoft.com/office/drawing/2014/main" id="{0CB265EE-E89A-4C42-BABF-0DE86BC929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7" y="2357"/>
                <a:ext cx="4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= host</a:t>
                </a:r>
              </a:p>
            </p:txBody>
          </p:sp>
        </p:grpSp>
      </p:grpSp>
      <p:sp>
        <p:nvSpPr>
          <p:cNvPr id="331808" name="Text Box 32">
            <a:extLst>
              <a:ext uri="{FF2B5EF4-FFF2-40B4-BE49-F238E27FC236}">
                <a16:creationId xmlns:a16="http://schemas.microsoft.com/office/drawing/2014/main" id="{2C1A0DB7-718E-8240-A565-ABE4CDF97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388" y="5830888"/>
            <a:ext cx="17699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LAN (IP network)</a:t>
            </a:r>
          </a:p>
        </p:txBody>
      </p:sp>
      <p:sp>
        <p:nvSpPr>
          <p:cNvPr id="331809" name="Line 33">
            <a:extLst>
              <a:ext uri="{FF2B5EF4-FFF2-40B4-BE49-F238E27FC236}">
                <a16:creationId xmlns:a16="http://schemas.microsoft.com/office/drawing/2014/main" id="{8757FB22-4F5B-1B43-8F26-5A553FC95D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19388" y="5970588"/>
            <a:ext cx="1733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1810" name="Line 34">
            <a:extLst>
              <a:ext uri="{FF2B5EF4-FFF2-40B4-BE49-F238E27FC236}">
                <a16:creationId xmlns:a16="http://schemas.microsoft.com/office/drawing/2014/main" id="{40D7B57B-84DB-8E41-9D10-558922D7DA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5439" y="5981700"/>
            <a:ext cx="139223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1811" name="Group 35">
            <a:extLst>
              <a:ext uri="{FF2B5EF4-FFF2-40B4-BE49-F238E27FC236}">
                <a16:creationId xmlns:a16="http://schemas.microsoft.com/office/drawing/2014/main" id="{DAE97DE6-FD20-A24B-A64E-4068A78C1C9E}"/>
              </a:ext>
            </a:extLst>
          </p:cNvPr>
          <p:cNvGrpSpPr>
            <a:grpSpLocks/>
          </p:cNvGrpSpPr>
          <p:nvPr/>
        </p:nvGrpSpPr>
        <p:grpSpPr bwMode="auto">
          <a:xfrm>
            <a:off x="2708276" y="5280025"/>
            <a:ext cx="2405063" cy="369888"/>
            <a:chOff x="746" y="3326"/>
            <a:chExt cx="1515" cy="233"/>
          </a:xfrm>
        </p:grpSpPr>
        <p:sp>
          <p:nvSpPr>
            <p:cNvPr id="331812" name="Text Box 36">
              <a:extLst>
                <a:ext uri="{FF2B5EF4-FFF2-40B4-BE49-F238E27FC236}">
                  <a16:creationId xmlns:a16="http://schemas.microsoft.com/office/drawing/2014/main" id="{355C12A2-0485-134E-9DA4-E049FC04E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3326"/>
              <a:ext cx="9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LAN segment</a:t>
              </a:r>
            </a:p>
          </p:txBody>
        </p:sp>
        <p:sp>
          <p:nvSpPr>
            <p:cNvPr id="331813" name="Line 37">
              <a:extLst>
                <a:ext uri="{FF2B5EF4-FFF2-40B4-BE49-F238E27FC236}">
                  <a16:creationId xmlns:a16="http://schemas.microsoft.com/office/drawing/2014/main" id="{C49109BF-D7F8-2442-BFCF-91F0DE67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344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814" name="Line 38">
              <a:extLst>
                <a:ext uri="{FF2B5EF4-FFF2-40B4-BE49-F238E27FC236}">
                  <a16:creationId xmlns:a16="http://schemas.microsoft.com/office/drawing/2014/main" id="{20CB2333-598D-C54E-BD96-005BDAE4BB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" y="3430"/>
              <a:ext cx="1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1815" name="Group 39">
            <a:extLst>
              <a:ext uri="{FF2B5EF4-FFF2-40B4-BE49-F238E27FC236}">
                <a16:creationId xmlns:a16="http://schemas.microsoft.com/office/drawing/2014/main" id="{3C67149B-0622-9E4F-BC99-5675BCC2CE5F}"/>
              </a:ext>
            </a:extLst>
          </p:cNvPr>
          <p:cNvGrpSpPr>
            <a:grpSpLocks/>
          </p:cNvGrpSpPr>
          <p:nvPr/>
        </p:nvGrpSpPr>
        <p:grpSpPr bwMode="auto">
          <a:xfrm>
            <a:off x="5586413" y="5322889"/>
            <a:ext cx="2405062" cy="369887"/>
            <a:chOff x="746" y="3326"/>
            <a:chExt cx="1515" cy="233"/>
          </a:xfrm>
        </p:grpSpPr>
        <p:sp>
          <p:nvSpPr>
            <p:cNvPr id="331816" name="Text Box 40">
              <a:extLst>
                <a:ext uri="{FF2B5EF4-FFF2-40B4-BE49-F238E27FC236}">
                  <a16:creationId xmlns:a16="http://schemas.microsoft.com/office/drawing/2014/main" id="{9147ADDD-03C6-0249-85B3-DA5E04312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" y="3326"/>
              <a:ext cx="9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LAN segment</a:t>
              </a:r>
            </a:p>
          </p:txBody>
        </p:sp>
        <p:sp>
          <p:nvSpPr>
            <p:cNvPr id="331817" name="Line 41">
              <a:extLst>
                <a:ext uri="{FF2B5EF4-FFF2-40B4-BE49-F238E27FC236}">
                  <a16:creationId xmlns:a16="http://schemas.microsoft.com/office/drawing/2014/main" id="{8F9FB75B-2997-8A43-8EC6-827457C39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344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818" name="Line 42">
              <a:extLst>
                <a:ext uri="{FF2B5EF4-FFF2-40B4-BE49-F238E27FC236}">
                  <a16:creationId xmlns:a16="http://schemas.microsoft.com/office/drawing/2014/main" id="{2F708F7F-AE0F-6A4A-AABD-86D7EA77E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" y="3430"/>
              <a:ext cx="1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443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change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Switched Ethernet </a:t>
            </a:r>
            <a:endParaRPr lang="en-IN" dirty="0"/>
          </a:p>
        </p:txBody>
      </p:sp>
      <p:pic>
        <p:nvPicPr>
          <p:cNvPr id="5" name="Picture 4" descr="See the source imag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58294"/>
            <a:ext cx="3048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isco - SG550X-24-K9-EU - Small Business SG550X-24 - Switch - 10.000 Mbps -  24-Port - Rack-Modul new and refurbished buy online low pri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199" y="1690688"/>
            <a:ext cx="57150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39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9BBDC136-D172-4C53-8192-2E68B1B66FCF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70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Ethernet switch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0425" y="1071563"/>
            <a:ext cx="8001000" cy="4640262"/>
          </a:xfrm>
        </p:spPr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link-layer device: takes an </a:t>
            </a:r>
            <a:r>
              <a:rPr lang="en-US" altLang="en-US" i="1">
                <a:solidFill>
                  <a:srgbClr val="CC0000"/>
                </a:solidFill>
              </a:rPr>
              <a:t>active</a:t>
            </a:r>
            <a:r>
              <a:rPr lang="en-US" altLang="en-US">
                <a:solidFill>
                  <a:srgbClr val="CC0000"/>
                </a:solidFill>
              </a:rPr>
              <a:t> role</a:t>
            </a:r>
          </a:p>
          <a:p>
            <a:pPr lvl="1"/>
            <a:r>
              <a:rPr lang="en-US" altLang="en-US" sz="2800"/>
              <a:t>store, forward Ethernet frames</a:t>
            </a:r>
          </a:p>
          <a:p>
            <a:pPr lvl="1"/>
            <a:r>
              <a:rPr lang="en-US" altLang="en-US" sz="2800"/>
              <a:t>examine incoming frame</a:t>
            </a:r>
            <a:r>
              <a:rPr lang="ja-JP" altLang="en-US" sz="2800"/>
              <a:t>’</a:t>
            </a:r>
            <a:r>
              <a:rPr lang="en-US" altLang="ja-JP" sz="2800"/>
              <a:t>s MAC address, </a:t>
            </a:r>
            <a:r>
              <a:rPr lang="en-US" altLang="ja-JP" sz="2800">
                <a:solidFill>
                  <a:srgbClr val="CC0000"/>
                </a:solidFill>
              </a:rPr>
              <a:t>selectively</a:t>
            </a:r>
            <a:r>
              <a:rPr lang="en-US" altLang="ja-JP" sz="2800"/>
              <a:t> forward  frame to one-or-more outgoing links when frame is to be forwarded on segment, uses CSMA/CD to access segment</a:t>
            </a:r>
          </a:p>
          <a:p>
            <a:r>
              <a:rPr lang="en-US" altLang="en-US" i="1">
                <a:solidFill>
                  <a:srgbClr val="CC0000"/>
                </a:solidFill>
              </a:rPr>
              <a:t>transparent</a:t>
            </a:r>
          </a:p>
          <a:p>
            <a:pPr lvl="1"/>
            <a:r>
              <a:rPr lang="en-US" altLang="en-US" sz="2800"/>
              <a:t>hosts are unaware of presence of switches</a:t>
            </a:r>
          </a:p>
          <a:p>
            <a:r>
              <a:rPr lang="en-US" altLang="en-US" i="1">
                <a:solidFill>
                  <a:srgbClr val="CC0000"/>
                </a:solidFill>
              </a:rPr>
              <a:t>plug-and-play, self-learning</a:t>
            </a:r>
          </a:p>
          <a:p>
            <a:pPr lvl="1"/>
            <a:r>
              <a:rPr lang="en-US" altLang="en-US" sz="2800"/>
              <a:t>switches do not need to be configured</a:t>
            </a:r>
          </a:p>
          <a:p>
            <a:endParaRPr lang="en-US" altLang="en-US" sz="2400"/>
          </a:p>
        </p:txBody>
      </p:sp>
      <p:pic>
        <p:nvPicPr>
          <p:cNvPr id="23558" name="Picture 2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6" y="793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849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1464933B-3D34-43D7-9F62-BE075ABB2FCB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1812926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Switch: </a:t>
            </a:r>
            <a:r>
              <a:rPr lang="en-US" sz="3600" i="1">
                <a:ea typeface="ＭＳ Ｐゴシック" charset="0"/>
              </a:rPr>
              <a:t>multiple</a:t>
            </a:r>
            <a:r>
              <a:rPr lang="en-US" sz="3600">
                <a:ea typeface="ＭＳ Ｐゴシック" charset="0"/>
              </a:rPr>
              <a:t> simultaneous transmissions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6114" y="1393826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hosts have dedicated, direct connection to switch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switches buffer packets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Ethernet protocol used on </a:t>
            </a:r>
            <a:r>
              <a:rPr lang="en-US" altLang="en-US" sz="2400" i="1"/>
              <a:t>each</a:t>
            </a:r>
            <a:r>
              <a:rPr lang="en-US" altLang="en-US" sz="2400"/>
              <a:t> incoming link, but no collisions; full duplex</a:t>
            </a:r>
          </a:p>
          <a:p>
            <a:pPr lvl="1"/>
            <a:r>
              <a:rPr lang="en-US" altLang="en-US"/>
              <a:t>each link is its own collision domain</a:t>
            </a:r>
          </a:p>
          <a:p>
            <a:pPr>
              <a:lnSpc>
                <a:spcPct val="90000"/>
              </a:lnSpc>
            </a:pPr>
            <a:r>
              <a:rPr lang="en-US" altLang="en-US" sz="2400" i="1">
                <a:solidFill>
                  <a:srgbClr val="CC0000"/>
                </a:solidFill>
              </a:rPr>
              <a:t>switching:</a:t>
            </a:r>
            <a:r>
              <a:rPr lang="en-US" altLang="en-US" sz="2400">
                <a:solidFill>
                  <a:srgbClr val="CC0000"/>
                </a:solidFill>
              </a:rPr>
              <a:t> </a:t>
            </a:r>
            <a:r>
              <a:rPr lang="en-US" altLang="en-US" sz="2400"/>
              <a:t>A-to-A</a:t>
            </a:r>
            <a:r>
              <a:rPr lang="ja-JP" altLang="en-US" sz="2400"/>
              <a:t>’</a:t>
            </a:r>
            <a:r>
              <a:rPr lang="en-US" altLang="ja-JP" sz="2400"/>
              <a:t> and B-to-B</a:t>
            </a:r>
            <a:r>
              <a:rPr lang="ja-JP" altLang="en-US" sz="2400"/>
              <a:t>’</a:t>
            </a:r>
            <a:r>
              <a:rPr lang="en-US" altLang="ja-JP" sz="2400"/>
              <a:t> can transmit simultaneously, without collisions </a:t>
            </a:r>
            <a:endParaRPr lang="en-US" altLang="en-US" sz="2400"/>
          </a:p>
        </p:txBody>
      </p:sp>
      <p:grpSp>
        <p:nvGrpSpPr>
          <p:cNvPr id="25606" name="Group 1"/>
          <p:cNvGrpSpPr>
            <a:grpSpLocks/>
          </p:cNvGrpSpPr>
          <p:nvPr/>
        </p:nvGrpSpPr>
        <p:grpSpPr bwMode="auto">
          <a:xfrm>
            <a:off x="6630989" y="1425576"/>
            <a:ext cx="3660775" cy="4283075"/>
            <a:chOff x="5106576" y="1425893"/>
            <a:chExt cx="3661504" cy="4282976"/>
          </a:xfrm>
        </p:grpSpPr>
        <p:sp>
          <p:nvSpPr>
            <p:cNvPr id="25609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switch with six interfaces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1,2,3,4,5,6</a:t>
              </a: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)  </a:t>
              </a:r>
            </a:p>
          </p:txBody>
        </p:sp>
        <p:grpSp>
          <p:nvGrpSpPr>
            <p:cNvPr id="25610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599812"/>
              <a:chOff x="731524" y="1819788"/>
              <a:chExt cx="3661504" cy="3599812"/>
            </a:xfrm>
          </p:grpSpPr>
          <p:sp>
            <p:nvSpPr>
              <p:cNvPr id="25611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5612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454060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3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25614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454060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5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25616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66887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7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5618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5619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5620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grpSp>
            <p:nvGrpSpPr>
              <p:cNvPr id="25621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56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256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5622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256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256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5624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2564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5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25625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5646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2564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4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pic>
            <p:nvPicPr>
              <p:cNvPr id="25626" name="Picture 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5627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5642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25643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44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5628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25637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25639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40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25629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5630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5631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5632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5633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5634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5635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5636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pic>
        <p:nvPicPr>
          <p:cNvPr id="25607" name="Picture 6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9620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8740200" y="2500560"/>
              <a:ext cx="133920" cy="1453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37320" y="2497680"/>
                <a:ext cx="140400" cy="14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443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5-</a:t>
            </a:r>
            <a:fld id="{AF60E5A9-B85F-4CCD-8F9C-12975701FA5E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3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Switch: frame filtering/forwarding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4239" y="1370015"/>
            <a:ext cx="7651749" cy="4310350"/>
          </a:xfrm>
        </p:spPr>
        <p:txBody>
          <a:bodyPr>
            <a:noAutofit/>
          </a:bodyPr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ea typeface="ＭＳ Ｐゴシック" charset="0"/>
                <a:cs typeface="+mn-cs"/>
              </a:rPr>
              <a:t>when  frame received at switch:</a:t>
            </a:r>
            <a:br>
              <a:rPr lang="en-US" sz="2400" dirty="0">
                <a:ea typeface="ＭＳ Ｐゴシック" charset="0"/>
                <a:cs typeface="+mn-cs"/>
              </a:rPr>
            </a:br>
            <a:endParaRPr lang="en-US" sz="2400" dirty="0">
              <a:ea typeface="ＭＳ Ｐゴシック" charset="0"/>
              <a:cs typeface="+mn-cs"/>
            </a:endParaRP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1. record incoming link, MAC address of sending host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2. index switch table using MAC destination address</a:t>
            </a:r>
            <a:endParaRPr lang="en-US" sz="2000" b="1" dirty="0">
              <a:solidFill>
                <a:schemeClr val="accent2"/>
              </a:solidFill>
              <a:ea typeface="ＭＳ Ｐゴシック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3. if</a:t>
            </a:r>
            <a:r>
              <a:rPr lang="en-US" sz="2000" b="1" dirty="0">
                <a:solidFill>
                  <a:schemeClr val="accent2"/>
                </a:solidFill>
                <a:ea typeface="ＭＳ Ｐゴシック" charset="0"/>
              </a:rPr>
              <a:t> </a:t>
            </a:r>
            <a:r>
              <a:rPr lang="en-US" sz="2000" dirty="0">
                <a:ea typeface="ＭＳ Ｐゴシック" charset="0"/>
              </a:rPr>
              <a:t>entry found for destination</a:t>
            </a:r>
            <a:br>
              <a:rPr lang="en-US" sz="2000" dirty="0">
                <a:ea typeface="ＭＳ Ｐゴシック" charset="0"/>
              </a:rPr>
            </a:br>
            <a:r>
              <a:rPr lang="en-US" sz="2000" dirty="0">
                <a:ea typeface="ＭＳ Ｐゴシック" charset="0"/>
              </a:rPr>
              <a:t>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then {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b="1" dirty="0">
                <a:solidFill>
                  <a:srgbClr val="000099"/>
                </a:solidFill>
                <a:ea typeface="ＭＳ Ｐゴシック" charset="0"/>
              </a:rPr>
              <a:t>   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if</a:t>
            </a:r>
            <a:r>
              <a:rPr lang="en-US" sz="2000" b="1" dirty="0">
                <a:solidFill>
                  <a:schemeClr val="accent2"/>
                </a:solidFill>
                <a:ea typeface="ＭＳ Ｐゴシック" charset="0"/>
              </a:rPr>
              <a:t> </a:t>
            </a:r>
            <a:r>
              <a:rPr lang="en-US" sz="2000" dirty="0">
                <a:ea typeface="ＭＳ Ｐゴシック" charset="0"/>
              </a:rPr>
              <a:t>destination on segment from which frame arrived</a:t>
            </a:r>
            <a:br>
              <a:rPr lang="en-US" sz="2000" dirty="0">
                <a:ea typeface="ＭＳ Ｐゴシック" charset="0"/>
              </a:rPr>
            </a:br>
            <a:r>
              <a:rPr lang="en-US" sz="2000" dirty="0">
                <a:ea typeface="ＭＳ Ｐゴシック" charset="0"/>
              </a:rPr>
              <a:t>     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then</a:t>
            </a:r>
            <a:r>
              <a:rPr lang="en-US" sz="2000" dirty="0">
                <a:ea typeface="ＭＳ Ｐゴシック" charset="0"/>
              </a:rPr>
              <a:t> drop frame –BROADCASTED ALREADY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      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else</a:t>
            </a:r>
            <a:r>
              <a:rPr lang="en-US" sz="2000" dirty="0">
                <a:ea typeface="ＭＳ Ｐゴシック" charset="0"/>
              </a:rPr>
              <a:t> forward frame on interface indicated by entry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  </a:t>
            </a:r>
            <a:r>
              <a:rPr lang="en-US" sz="2000" b="1" dirty="0">
                <a:solidFill>
                  <a:schemeClr val="accent2"/>
                </a:solidFill>
                <a:ea typeface="ＭＳ Ｐゴシック" charset="0"/>
              </a:rPr>
              <a:t>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}</a:t>
            </a:r>
            <a:r>
              <a:rPr lang="en-US" sz="2000" b="1" dirty="0">
                <a:solidFill>
                  <a:schemeClr val="accent2"/>
                </a:solidFill>
                <a:ea typeface="ＭＳ Ｐゴシック" charset="0"/>
              </a:rPr>
              <a:t>   </a:t>
            </a:r>
            <a:endParaRPr lang="en-US" sz="2000" dirty="0">
              <a:ea typeface="ＭＳ Ｐゴシック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   </a:t>
            </a:r>
            <a:r>
              <a:rPr lang="en-US" sz="2000" dirty="0">
                <a:solidFill>
                  <a:srgbClr val="000099"/>
                </a:solidFill>
                <a:ea typeface="ＭＳ Ｐゴシック" charset="0"/>
              </a:rPr>
              <a:t>else</a:t>
            </a:r>
            <a:r>
              <a:rPr lang="en-US" sz="2000" dirty="0">
                <a:ea typeface="ＭＳ Ｐゴシック" charset="0"/>
              </a:rPr>
              <a:t> flood  /* forward on all interfaces except arriving</a:t>
            </a:r>
          </a:p>
          <a:p>
            <a:pPr lvl="1">
              <a:buFont typeface="Wingdings" charset="0"/>
              <a:buNone/>
              <a:defRPr/>
            </a:pPr>
            <a:r>
              <a:rPr lang="en-US" sz="2000" dirty="0">
                <a:ea typeface="ＭＳ Ｐゴシック" charset="0"/>
              </a:rPr>
              <a:t>                          interface */</a:t>
            </a:r>
          </a:p>
          <a:p>
            <a:pPr lvl="3">
              <a:buFontTx/>
              <a:buNone/>
              <a:defRPr/>
            </a:pPr>
            <a:r>
              <a:rPr lang="en-US" sz="2000" dirty="0">
                <a:latin typeface="Times New Roman" charset="0"/>
                <a:ea typeface="ＭＳ Ｐゴシック" charset="0"/>
              </a:rPr>
              <a:t>  </a:t>
            </a:r>
          </a:p>
        </p:txBody>
      </p:sp>
      <p:pic>
        <p:nvPicPr>
          <p:cNvPr id="31750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8413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78951" y="5469191"/>
            <a:ext cx="74572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But how des the switch get this forwarding interface information? </a:t>
            </a:r>
            <a:r>
              <a:rPr lang="en-US" sz="2000" dirty="0" err="1">
                <a:solidFill>
                  <a:srgbClr val="FF0000"/>
                </a:solidFill>
              </a:rPr>
              <a:t>i.e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how does it know which device is </a:t>
            </a:r>
            <a:r>
              <a:rPr lang="en-US" sz="2000" dirty="0" err="1">
                <a:solidFill>
                  <a:srgbClr val="FF0000"/>
                </a:solidFill>
              </a:rPr>
              <a:t>conenected</a:t>
            </a:r>
            <a:r>
              <a:rPr lang="en-US" sz="2000" dirty="0">
                <a:solidFill>
                  <a:srgbClr val="FF0000"/>
                </a:solidFill>
              </a:rPr>
              <a:t> to which interface?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9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5-</a:t>
            </a:r>
            <a:fld id="{DB277A2F-73EA-4271-88C7-01141C657243}" type="slidenum">
              <a:rPr lang="en-US" altLang="en-US" sz="12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5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</a:rPr>
              <a:t>Switch forwarding table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8664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None/>
            </a:pPr>
            <a:r>
              <a:rPr lang="en-US" altLang="en-US" i="1" u="sng">
                <a:solidFill>
                  <a:srgbClr val="CC0000"/>
                </a:solidFill>
              </a:rPr>
              <a:t>Q:</a:t>
            </a:r>
            <a:r>
              <a:rPr lang="en-US" altLang="en-US">
                <a:solidFill>
                  <a:srgbClr val="CC0000"/>
                </a:solidFill>
              </a:rPr>
              <a:t> </a:t>
            </a:r>
            <a:r>
              <a:rPr lang="en-US" altLang="en-US"/>
              <a:t>how does switch know A</a:t>
            </a:r>
            <a:r>
              <a:rPr lang="ja-JP" altLang="en-US"/>
              <a:t>’</a:t>
            </a:r>
            <a:r>
              <a:rPr lang="en-US" altLang="ja-JP"/>
              <a:t> reachable via interface 4, B</a:t>
            </a:r>
            <a:r>
              <a:rPr lang="ja-JP" altLang="en-US"/>
              <a:t>’</a:t>
            </a:r>
            <a:r>
              <a:rPr lang="en-US" altLang="ja-JP"/>
              <a:t> reachable via interface 5?</a:t>
            </a:r>
            <a:endParaRPr lang="en-US" altLang="en-US"/>
          </a:p>
        </p:txBody>
      </p:sp>
      <p:grpSp>
        <p:nvGrpSpPr>
          <p:cNvPr id="27654" name="Group 34"/>
          <p:cNvGrpSpPr>
            <a:grpSpLocks/>
          </p:cNvGrpSpPr>
          <p:nvPr/>
        </p:nvGrpSpPr>
        <p:grpSpPr bwMode="auto">
          <a:xfrm>
            <a:off x="6630989" y="1425576"/>
            <a:ext cx="3660775" cy="4283075"/>
            <a:chOff x="5106576" y="1425893"/>
            <a:chExt cx="3661504" cy="4282976"/>
          </a:xfrm>
        </p:grpSpPr>
        <p:sp>
          <p:nvSpPr>
            <p:cNvPr id="27658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switch with six interfaces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1,2,3,4,5,6</a:t>
              </a: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)  </a:t>
              </a:r>
            </a:p>
          </p:txBody>
        </p:sp>
        <p:grpSp>
          <p:nvGrpSpPr>
            <p:cNvPr id="27659" name="Group 36"/>
            <p:cNvGrpSpPr>
              <a:grpSpLocks/>
            </p:cNvGrpSpPr>
            <p:nvPr/>
          </p:nvGrpSpPr>
          <p:grpSpPr bwMode="auto">
            <a:xfrm>
              <a:off x="5106576" y="1425893"/>
              <a:ext cx="3661504" cy="3599812"/>
              <a:chOff x="731524" y="1819788"/>
              <a:chExt cx="3661504" cy="3599812"/>
            </a:xfrm>
          </p:grpSpPr>
          <p:sp>
            <p:nvSpPr>
              <p:cNvPr id="27660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7661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454060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62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sp>
            <p:nvSpPr>
              <p:cNvPr id="27663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454060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64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sp>
            <p:nvSpPr>
              <p:cNvPr id="27665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66887" cy="3693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ja-JP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’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66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7667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7668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7669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grpSp>
            <p:nvGrpSpPr>
              <p:cNvPr id="27670" name="Group 47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7705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27706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7707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7671" name="Group 48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27700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27702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7703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7673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2769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69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grpSp>
            <p:nvGrpSpPr>
              <p:cNvPr id="27674" name="Group 51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7695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27696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7697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pic>
            <p:nvPicPr>
              <p:cNvPr id="27675" name="Picture 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7676" name="Group 53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-54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27691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27692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7693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7677" name="Group 54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27686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27688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7689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77884 w 356"/>
                      <a:gd name="T3" fmla="*/ 5998 h 368"/>
                      <a:gd name="T4" fmla="*/ 92393 w 356"/>
                      <a:gd name="T5" fmla="*/ 124961 h 368"/>
                      <a:gd name="T6" fmla="*/ 20362 w 356"/>
                      <a:gd name="T7" fmla="*/ 15628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IN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-54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27678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7679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27680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7681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682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7683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7684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7685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001839" y="2566988"/>
            <a:ext cx="4878387" cy="213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en-US" u="sng">
                <a:solidFill>
                  <a:srgbClr val="CC0000"/>
                </a:solidFill>
              </a:rPr>
              <a:t>A:</a:t>
            </a:r>
            <a:r>
              <a:rPr lang="en-US" altLang="en-US">
                <a:solidFill>
                  <a:srgbClr val="CC0000"/>
                </a:solidFill>
              </a:rPr>
              <a:t>  </a:t>
            </a:r>
            <a:r>
              <a:rPr lang="en-US" altLang="en-US"/>
              <a:t>each switch has a </a:t>
            </a:r>
            <a:r>
              <a:rPr lang="en-US" altLang="en-US">
                <a:solidFill>
                  <a:srgbClr val="CC0000"/>
                </a:solidFill>
              </a:rPr>
              <a:t>switch table,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each entry: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(MAC address of host, interface to reach host, time stamp)</a:t>
            </a:r>
          </a:p>
          <a:p>
            <a:pPr lvl="1">
              <a:lnSpc>
                <a:spcPct val="100000"/>
              </a:lnSpc>
            </a:pPr>
            <a:r>
              <a:rPr lang="en-US" altLang="en-US"/>
              <a:t>looks like a routing table!</a:t>
            </a:r>
          </a:p>
        </p:txBody>
      </p:sp>
      <p:pic>
        <p:nvPicPr>
          <p:cNvPr id="27656" name="Picture 22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6" y="8985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2060576" y="5043488"/>
            <a:ext cx="5040313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u="sng">
                <a:solidFill>
                  <a:srgbClr val="CC0000"/>
                </a:solidFill>
              </a:rPr>
              <a:t>Q:</a:t>
            </a:r>
            <a:r>
              <a:rPr lang="en-US" altLang="en-US">
                <a:solidFill>
                  <a:srgbClr val="CC0000"/>
                </a:solidFill>
              </a:rPr>
              <a:t> </a:t>
            </a:r>
            <a:r>
              <a:rPr lang="en-US" altLang="en-US"/>
              <a:t>how are entries created, maintained in switch table? </a:t>
            </a:r>
          </a:p>
          <a:p>
            <a:pPr lvl="1">
              <a:lnSpc>
                <a:spcPct val="75000"/>
              </a:lnSpc>
            </a:pPr>
            <a:r>
              <a:rPr lang="en-US" altLang="en-US"/>
              <a:t>something like a routing protocol?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7143840" y="3531600"/>
              <a:ext cx="4612680" cy="1567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34480" y="3519720"/>
                <a:ext cx="4626360" cy="15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64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36"/>
          <p:cNvGrpSpPr>
            <a:grpSpLocks/>
          </p:cNvGrpSpPr>
          <p:nvPr/>
        </p:nvGrpSpPr>
        <p:grpSpPr bwMode="auto"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2972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972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2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972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2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973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3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3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3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3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grpSp>
          <p:nvGrpSpPr>
            <p:cNvPr id="29735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9770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2977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72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736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29765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2976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6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9738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2976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6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29739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9760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2976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6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pic>
          <p:nvPicPr>
            <p:cNvPr id="29740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41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975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2975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5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grpSp>
          <p:nvGrpSpPr>
            <p:cNvPr id="29742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29751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2975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975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74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4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4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974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74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974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974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975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5-</a:t>
            </a:r>
            <a:fld id="{F246BC3C-4E21-4D33-8CD2-EF885E8AF6BB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Switch: self-learning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3738" y="1339850"/>
            <a:ext cx="3935412" cy="4114800"/>
          </a:xfrm>
        </p:spPr>
        <p:txBody>
          <a:bodyPr/>
          <a:lstStyle/>
          <a:p>
            <a:r>
              <a:rPr lang="en-US" altLang="en-US" sz="2400"/>
              <a:t>switch</a:t>
            </a:r>
            <a:r>
              <a:rPr lang="en-US" altLang="en-US" sz="2400">
                <a:solidFill>
                  <a:srgbClr val="FF0000"/>
                </a:solidFill>
              </a:rPr>
              <a:t> </a:t>
            </a:r>
            <a:r>
              <a:rPr lang="en-US" altLang="en-US" sz="2400" i="1">
                <a:solidFill>
                  <a:srgbClr val="CC0000"/>
                </a:solidFill>
              </a:rPr>
              <a:t>learns</a:t>
            </a:r>
            <a:r>
              <a:rPr lang="en-US" altLang="en-US" sz="2400">
                <a:solidFill>
                  <a:srgbClr val="CC0000"/>
                </a:solidFill>
              </a:rPr>
              <a:t> </a:t>
            </a:r>
            <a:r>
              <a:rPr lang="en-US" altLang="en-US" sz="2400"/>
              <a:t>which hosts can be reached through which interfaces</a:t>
            </a:r>
          </a:p>
          <a:p>
            <a:pPr lvl="1"/>
            <a:r>
              <a:rPr lang="en-US" altLang="en-US"/>
              <a:t>when frame received, switch </a:t>
            </a:r>
            <a:r>
              <a:rPr lang="ja-JP" altLang="en-US"/>
              <a:t>“</a:t>
            </a:r>
            <a:r>
              <a:rPr lang="en-US" altLang="ja-JP"/>
              <a:t>learns</a:t>
            </a:r>
            <a:r>
              <a:rPr lang="ja-JP" altLang="en-US"/>
              <a:t>”</a:t>
            </a:r>
            <a:r>
              <a:rPr lang="en-US" altLang="ja-JP"/>
              <a:t>  location of sender: incoming LAN segment</a:t>
            </a:r>
          </a:p>
          <a:p>
            <a:pPr lvl="1"/>
            <a:r>
              <a:rPr lang="en-US" altLang="en-US"/>
              <a:t>records sender/location pair in switch table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2972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2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2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2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8518526" y="525464"/>
            <a:ext cx="1450975" cy="714375"/>
            <a:chOff x="4406" y="331"/>
            <a:chExt cx="914" cy="450"/>
          </a:xfrm>
        </p:grpSpPr>
        <p:sp>
          <p:nvSpPr>
            <p:cNvPr id="2971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1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1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A</a:t>
              </a:r>
            </a:p>
          </p:txBody>
        </p:sp>
        <p:sp>
          <p:nvSpPr>
            <p:cNvPr id="2972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Dest: A</a:t>
              </a:r>
              <a:r>
                <a:rPr lang="ja-JP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2971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1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 addr   interface    TTL</a:t>
              </a:r>
            </a:p>
          </p:txBody>
        </p:sp>
        <p:sp>
          <p:nvSpPr>
            <p:cNvPr id="2971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1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2971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7988301" y="5326063"/>
            <a:ext cx="1724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 table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2970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971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971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</p:grpSp>
      <p:pic>
        <p:nvPicPr>
          <p:cNvPr id="29708" name="Picture 21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1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97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36"/>
          <p:cNvGrpSpPr>
            <a:grpSpLocks/>
          </p:cNvGrpSpPr>
          <p:nvPr/>
        </p:nvGrpSpPr>
        <p:grpSpPr bwMode="auto"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33858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3859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60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3861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62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3863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64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65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66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67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grpSp>
          <p:nvGrpSpPr>
            <p:cNvPr id="33868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3903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33904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905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grpSp>
          <p:nvGrpSpPr>
            <p:cNvPr id="33869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33898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33900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901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33871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338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89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3872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3893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3389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89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pic>
          <p:nvPicPr>
            <p:cNvPr id="33873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874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388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3389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89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</p:grpSp>
        <p:grpSp>
          <p:nvGrpSpPr>
            <p:cNvPr id="33875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33884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3388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388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7884 w 356"/>
                    <a:gd name="T3" fmla="*/ 5998 h 368"/>
                    <a:gd name="T4" fmla="*/ 92393 w 356"/>
                    <a:gd name="T5" fmla="*/ 124961 h 368"/>
                    <a:gd name="T6" fmla="*/ 20362 w 356"/>
                    <a:gd name="T7" fmla="*/ 15628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IN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3876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77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78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879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880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881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882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3883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5-</a:t>
            </a:r>
            <a:fld id="{E2D52CC0-DA2E-4715-BABD-F827ED8C3352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326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>
                <a:ea typeface="ＭＳ Ｐゴシック" charset="0"/>
              </a:rPr>
              <a:t>Self-learning, forwarding: example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33854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55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56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57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8518526" y="525464"/>
            <a:ext cx="1450975" cy="714375"/>
            <a:chOff x="4406" y="331"/>
            <a:chExt cx="914" cy="450"/>
          </a:xfrm>
        </p:grpSpPr>
        <p:sp>
          <p:nvSpPr>
            <p:cNvPr id="33850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51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52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A</a:t>
              </a:r>
            </a:p>
          </p:txBody>
        </p:sp>
        <p:sp>
          <p:nvSpPr>
            <p:cNvPr id="33853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Dest: A</a:t>
              </a:r>
              <a:r>
                <a:rPr lang="ja-JP" altLang="en-US" sz="16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33845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46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 addr   interface    TTL</a:t>
              </a:r>
            </a:p>
          </p:txBody>
        </p:sp>
        <p:sp>
          <p:nvSpPr>
            <p:cNvPr id="33847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48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49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7961313" y="5326063"/>
            <a:ext cx="1778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 table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33842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3843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844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7323138" y="2881314"/>
            <a:ext cx="1428750" cy="369887"/>
            <a:chOff x="1750" y="3514"/>
            <a:chExt cx="900" cy="233"/>
          </a:xfrm>
        </p:grpSpPr>
        <p:sp>
          <p:nvSpPr>
            <p:cNvPr id="33838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39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40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41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7323138" y="2879725"/>
            <a:ext cx="1428750" cy="369888"/>
            <a:chOff x="1750" y="3514"/>
            <a:chExt cx="900" cy="233"/>
          </a:xfrm>
        </p:grpSpPr>
        <p:sp>
          <p:nvSpPr>
            <p:cNvPr id="33834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35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36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37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7323138" y="2882900"/>
            <a:ext cx="1428750" cy="369888"/>
            <a:chOff x="1750" y="3514"/>
            <a:chExt cx="900" cy="233"/>
          </a:xfrm>
        </p:grpSpPr>
        <p:sp>
          <p:nvSpPr>
            <p:cNvPr id="33830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31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32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33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7323138" y="2882900"/>
            <a:ext cx="1428750" cy="369888"/>
            <a:chOff x="1750" y="3514"/>
            <a:chExt cx="900" cy="233"/>
          </a:xfrm>
        </p:grpSpPr>
        <p:sp>
          <p:nvSpPr>
            <p:cNvPr id="33826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27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28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29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7319963" y="2879725"/>
            <a:ext cx="1428750" cy="369888"/>
            <a:chOff x="1750" y="3514"/>
            <a:chExt cx="900" cy="233"/>
          </a:xfrm>
        </p:grpSpPr>
        <p:sp>
          <p:nvSpPr>
            <p:cNvPr id="33822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23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24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25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1809750" y="1508126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frame destination, A’, locaton unknown:</a:t>
            </a:r>
            <a:endParaRPr lang="en-US" altLang="en-US" i="1"/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4873626" y="1847850"/>
            <a:ext cx="9332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7654925" y="3981450"/>
            <a:ext cx="1428750" cy="369888"/>
            <a:chOff x="730" y="2472"/>
            <a:chExt cx="900" cy="233"/>
          </a:xfrm>
        </p:grpSpPr>
        <p:sp>
          <p:nvSpPr>
            <p:cNvPr id="33818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19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4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ja-JP" altLang="en-US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r>
                <a:rPr lang="en-US" altLang="ja-JP" sz="18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</a:t>
              </a:r>
              <a:endParaRPr lang="en-US" altLang="en-US" sz="1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20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3821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1824038" y="2425701"/>
            <a:ext cx="404495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>
                <a:solidFill>
                  <a:srgbClr val="000000"/>
                </a:solidFill>
              </a:rPr>
              <a:t>destination A location known:</a:t>
            </a:r>
            <a:endParaRPr lang="en-US" altLang="en-US">
              <a:solidFill>
                <a:srgbClr val="FF0000"/>
              </a:solidFill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5292725" y="5656264"/>
            <a:ext cx="2471738" cy="377825"/>
            <a:chOff x="2376" y="3383"/>
            <a:chExt cx="1557" cy="238"/>
          </a:xfrm>
        </p:grpSpPr>
        <p:sp>
          <p:nvSpPr>
            <p:cNvPr id="33815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ja-JP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</a:t>
              </a: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16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817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2182814" y="2884488"/>
            <a:ext cx="3729037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3000"/>
              </a:lnSpc>
              <a:buNone/>
            </a:pPr>
            <a:r>
              <a:rPr lang="en-US" altLang="en-US">
                <a:solidFill>
                  <a:srgbClr val="CC0000"/>
                </a:solidFill>
              </a:rPr>
              <a:t>            selectively send </a:t>
            </a:r>
          </a:p>
          <a:p>
            <a:pPr>
              <a:lnSpc>
                <a:spcPts val="3000"/>
              </a:lnSpc>
              <a:buNone/>
            </a:pPr>
            <a:r>
              <a:rPr lang="en-US" altLang="en-US">
                <a:solidFill>
                  <a:srgbClr val="CC0000"/>
                </a:solidFill>
              </a:rPr>
              <a:t>on just one link</a:t>
            </a:r>
          </a:p>
        </p:txBody>
      </p:sp>
      <p:pic>
        <p:nvPicPr>
          <p:cNvPr id="33814" name="Picture 18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6" y="900114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180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5-</a:t>
            </a:r>
            <a:fld id="{8B06F2E0-52EE-457D-9650-CDD133115D00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2070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+mj-cs"/>
              </a:rPr>
              <a:t>Interconnecting switches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22500" y="1320801"/>
            <a:ext cx="7881938" cy="6826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switches can be connected together</a:t>
            </a: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2214564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u="sng" dirty="0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Q: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sending from A to G - how does S</a:t>
            </a:r>
            <a:r>
              <a:rPr lang="en-US" sz="2800" baseline="-25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know to forward frame destined to F via S</a:t>
            </a:r>
            <a:r>
              <a:rPr lang="en-US" sz="2800" baseline="-25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 and S</a:t>
            </a:r>
            <a:r>
              <a:rPr lang="en-US" sz="2800" baseline="-250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?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r>
              <a:rPr lang="en-US" sz="2800" u="sng" dirty="0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A: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ea typeface="ＭＳ Ｐゴシック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ea typeface="ＭＳ Ｐゴシック" charset="0"/>
              </a:rPr>
              <a:t>self learning! (works exactly the same as in single-switch case!)</a:t>
            </a:r>
          </a:p>
        </p:txBody>
      </p:sp>
      <p:grpSp>
        <p:nvGrpSpPr>
          <p:cNvPr id="35847" name="Group 1"/>
          <p:cNvGrpSpPr>
            <a:grpSpLocks/>
          </p:cNvGrpSpPr>
          <p:nvPr/>
        </p:nvGrpSpPr>
        <p:grpSpPr bwMode="auto">
          <a:xfrm>
            <a:off x="2482851" y="2444750"/>
            <a:ext cx="2047875" cy="1358900"/>
            <a:chOff x="958850" y="2444750"/>
            <a:chExt cx="2048416" cy="1358710"/>
          </a:xfrm>
        </p:grpSpPr>
        <p:sp>
          <p:nvSpPr>
            <p:cNvPr id="35889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90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91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92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5893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5894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895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grpSp>
          <p:nvGrpSpPr>
            <p:cNvPr id="35896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3590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0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97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359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0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98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359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0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pic>
          <p:nvPicPr>
            <p:cNvPr id="3589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3903663" y="1984375"/>
            <a:ext cx="4856162" cy="2044700"/>
            <a:chOff x="2379663" y="1984375"/>
            <a:chExt cx="4855711" cy="2044145"/>
          </a:xfrm>
        </p:grpSpPr>
        <p:sp>
          <p:nvSpPr>
            <p:cNvPr id="35850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1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2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3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4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5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6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7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8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5859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5860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5861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5862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5863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5864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5865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35866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5867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pic>
          <p:nvPicPr>
            <p:cNvPr id="3586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5869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3588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70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3588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71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3588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72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3588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73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3587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5874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3587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7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pic>
          <p:nvPicPr>
            <p:cNvPr id="3587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7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49" name="Picture 2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1" y="798514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825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Layer</a:t>
            </a:r>
          </a:p>
        </p:txBody>
      </p:sp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5-</a:t>
            </a:r>
            <a:fld id="{142F0974-FB5C-4E93-A86D-630708DAE260}" type="slidenum"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20193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>
                <a:ea typeface="ＭＳ Ｐゴシック" charset="0"/>
              </a:rPr>
              <a:t>Self-learning multi-switch example</a:t>
            </a:r>
            <a:endParaRPr lang="en-US">
              <a:ea typeface="ＭＳ Ｐゴシック" charset="0"/>
              <a:cs typeface="+mj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4863" y="113982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>
                <a:ea typeface="ＭＳ Ｐゴシック" charset="0"/>
              </a:rPr>
              <a:t>Suppose C sends frame to I, I responds to C</a:t>
            </a:r>
            <a:endParaRPr lang="en-US">
              <a:ea typeface="ＭＳ Ｐゴシック" charset="0"/>
              <a:cs typeface="+mn-cs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2238375" y="4664075"/>
            <a:ext cx="777240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u="sng">
                <a:solidFill>
                  <a:srgbClr val="CC0000"/>
                </a:solidFill>
              </a:rPr>
              <a:t>Q:</a:t>
            </a:r>
            <a:r>
              <a:rPr lang="en-US" altLang="en-US" sz="2400">
                <a:solidFill>
                  <a:srgbClr val="CC0000"/>
                </a:solidFill>
              </a:rPr>
              <a:t> </a:t>
            </a:r>
            <a:r>
              <a:rPr lang="en-US" altLang="en-US" sz="2400">
                <a:solidFill>
                  <a:srgbClr val="000000"/>
                </a:solidFill>
              </a:rPr>
              <a:t>show switch tables and packet forwarding in S</a:t>
            </a:r>
            <a:r>
              <a:rPr lang="en-US" altLang="en-US" sz="2400" baseline="-25000">
                <a:solidFill>
                  <a:srgbClr val="000000"/>
                </a:solidFill>
              </a:rPr>
              <a:t>1</a:t>
            </a:r>
            <a:r>
              <a:rPr lang="en-US" altLang="en-US" sz="2400">
                <a:solidFill>
                  <a:srgbClr val="000000"/>
                </a:solidFill>
              </a:rPr>
              <a:t>, S</a:t>
            </a:r>
            <a:r>
              <a:rPr lang="en-US" altLang="en-US" sz="2400" baseline="-25000">
                <a:solidFill>
                  <a:srgbClr val="000000"/>
                </a:solidFill>
              </a:rPr>
              <a:t>2</a:t>
            </a:r>
            <a:r>
              <a:rPr lang="en-US" altLang="en-US" sz="2400">
                <a:solidFill>
                  <a:srgbClr val="000000"/>
                </a:solidFill>
              </a:rPr>
              <a:t>, S</a:t>
            </a:r>
            <a:r>
              <a:rPr lang="en-US" altLang="en-US" sz="2400" baseline="-25000">
                <a:solidFill>
                  <a:srgbClr val="000000"/>
                </a:solidFill>
              </a:rPr>
              <a:t>3</a:t>
            </a:r>
            <a:r>
              <a:rPr lang="en-US" altLang="en-US" sz="2400">
                <a:solidFill>
                  <a:srgbClr val="000000"/>
                </a:solidFill>
              </a:rPr>
              <a:t>, S</a:t>
            </a:r>
            <a:r>
              <a:rPr lang="en-US" altLang="en-US" sz="2400" baseline="-25000">
                <a:solidFill>
                  <a:srgbClr val="000000"/>
                </a:solidFill>
              </a:rPr>
              <a:t>4</a:t>
            </a:r>
            <a:r>
              <a:rPr lang="en-US" altLang="en-US" sz="2400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37895" name="Group 58"/>
          <p:cNvGrpSpPr>
            <a:grpSpLocks/>
          </p:cNvGrpSpPr>
          <p:nvPr/>
        </p:nvGrpSpPr>
        <p:grpSpPr bwMode="auto">
          <a:xfrm>
            <a:off x="2482851" y="2444750"/>
            <a:ext cx="2047875" cy="1358900"/>
            <a:chOff x="958850" y="2444750"/>
            <a:chExt cx="2048416" cy="1358710"/>
          </a:xfrm>
        </p:grpSpPr>
        <p:sp>
          <p:nvSpPr>
            <p:cNvPr id="3793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3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3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4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794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794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794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grpSp>
          <p:nvGrpSpPr>
            <p:cNvPr id="37944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3795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5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45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379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5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46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379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4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pic>
          <p:nvPicPr>
            <p:cNvPr id="3794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896" name="Group 76"/>
          <p:cNvGrpSpPr>
            <a:grpSpLocks/>
          </p:cNvGrpSpPr>
          <p:nvPr/>
        </p:nvGrpSpPr>
        <p:grpSpPr bwMode="auto">
          <a:xfrm>
            <a:off x="3903663" y="1984375"/>
            <a:ext cx="4856162" cy="2044700"/>
            <a:chOff x="2379663" y="1984375"/>
            <a:chExt cx="4855711" cy="2044145"/>
          </a:xfrm>
        </p:grpSpPr>
        <p:sp>
          <p:nvSpPr>
            <p:cNvPr id="3789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89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790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790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3790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791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91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791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791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3791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791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  <p:pic>
          <p:nvPicPr>
            <p:cNvPr id="3791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7917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379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18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3793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19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3793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20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3792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21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3792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2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37922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3792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2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7884 w 356"/>
                  <a:gd name="T3" fmla="*/ 5998 h 368"/>
                  <a:gd name="T4" fmla="*/ 92393 w 356"/>
                  <a:gd name="T5" fmla="*/ 124961 h 368"/>
                  <a:gd name="T6" fmla="*/ 20362 w 356"/>
                  <a:gd name="T7" fmla="*/ 15628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pic>
          <p:nvPicPr>
            <p:cNvPr id="3792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2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7" name="Picture 16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6" y="792164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809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9426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Calibri" panose="020F0502020204030204"/>
              </a:rPr>
              <a:t>Synthesis: a day in the life of a web request</a:t>
            </a:r>
            <a:endParaRPr lang="en-US" sz="4400" b="0" dirty="0">
              <a:latin typeface="+mn-lt"/>
            </a:endParaRPr>
          </a:p>
        </p:txBody>
      </p:sp>
      <p:sp>
        <p:nvSpPr>
          <p:cNvPr id="439" name="Slide Number Placeholder 4">
            <a:extLst>
              <a:ext uri="{FF2B5EF4-FFF2-40B4-BE49-F238E27FC236}">
                <a16:creationId xmlns:a16="http://schemas.microsoft.com/office/drawing/2014/main" id="{C87F3257-E91D-E144-BA13-B0DD96B23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6737" y="6492875"/>
            <a:ext cx="2743200" cy="365125"/>
          </a:xfrm>
        </p:spPr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4B12346-C21D-2B4E-816C-10F5298F6A06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200" dirty="0"/>
              <a:t>our journey down the protocol stack is now complete!</a:t>
            </a:r>
          </a:p>
          <a:p>
            <a:pPr lvl="1">
              <a:defRPr/>
            </a:pPr>
            <a:r>
              <a:rPr lang="en-US" sz="2800" dirty="0"/>
              <a:t>application, transport, network, link</a:t>
            </a:r>
          </a:p>
          <a:p>
            <a:pPr marL="400050" indent="-269875">
              <a:defRPr/>
            </a:pPr>
            <a:r>
              <a:rPr lang="en-US" sz="3200" dirty="0"/>
              <a:t>putting-it-all-together: synthesis!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goal: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sz="2800" i="1" dirty="0">
                <a:solidFill>
                  <a:srgbClr val="C00000"/>
                </a:solidFill>
              </a:rPr>
              <a:t>scenario: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student attaches laptop to campus network, requests/receives www.google.com </a:t>
            </a:r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20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in the life: scenario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94" name="Freeform 406">
            <a:extLst>
              <a:ext uri="{FF2B5EF4-FFF2-40B4-BE49-F238E27FC236}">
                <a16:creationId xmlns:a16="http://schemas.microsoft.com/office/drawing/2014/main" id="{DCFC0C20-D1CF-7E43-8947-76A7AA00BE54}"/>
              </a:ext>
            </a:extLst>
          </p:cNvPr>
          <p:cNvSpPr>
            <a:spLocks/>
          </p:cNvSpPr>
          <p:nvPr/>
        </p:nvSpPr>
        <p:spPr bwMode="auto">
          <a:xfrm>
            <a:off x="5037166" y="1832733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6" name="Text Box 34">
            <a:extLst>
              <a:ext uri="{FF2B5EF4-FFF2-40B4-BE49-F238E27FC236}">
                <a16:creationId xmlns:a16="http://schemas.microsoft.com/office/drawing/2014/main" id="{0EC90E30-BDF4-6845-B171-AFEA17208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3">
            <a:extLst>
              <a:ext uri="{FF2B5EF4-FFF2-40B4-BE49-F238E27FC236}">
                <a16:creationId xmlns:a16="http://schemas.microsoft.com/office/drawing/2014/main" id="{902226A1-23A8-5E45-B02B-D52E29D10C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5382" y="2772055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Freeform 94">
            <a:extLst>
              <a:ext uri="{FF2B5EF4-FFF2-40B4-BE49-F238E27FC236}">
                <a16:creationId xmlns:a16="http://schemas.microsoft.com/office/drawing/2014/main" id="{07E407AD-1B7D-E549-AA8A-0678AF643944}"/>
              </a:ext>
            </a:extLst>
          </p:cNvPr>
          <p:cNvSpPr>
            <a:spLocks/>
          </p:cNvSpPr>
          <p:nvPr/>
        </p:nvSpPr>
        <p:spPr bwMode="auto">
          <a:xfrm>
            <a:off x="1169707" y="47516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2" name="Line 134">
            <a:extLst>
              <a:ext uri="{FF2B5EF4-FFF2-40B4-BE49-F238E27FC236}">
                <a16:creationId xmlns:a16="http://schemas.microsoft.com/office/drawing/2014/main" id="{AC887D7C-204D-A748-960E-D69E195B2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607" y="36801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3" name="Text Box 135">
            <a:extLst>
              <a:ext uri="{FF2B5EF4-FFF2-40B4-BE49-F238E27FC236}">
                <a16:creationId xmlns:a16="http://schemas.microsoft.com/office/drawing/2014/main" id="{D67BC013-3254-664B-A94F-9584B592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384" name="Line 136">
            <a:extLst>
              <a:ext uri="{FF2B5EF4-FFF2-40B4-BE49-F238E27FC236}">
                <a16:creationId xmlns:a16="http://schemas.microsoft.com/office/drawing/2014/main" id="{2E2C2A25-D917-F543-AD3E-DCBDD122C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9795" y="54993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5" name="Text Box 137">
            <a:extLst>
              <a:ext uri="{FF2B5EF4-FFF2-40B4-BE49-F238E27FC236}">
                <a16:creationId xmlns:a16="http://schemas.microsoft.com/office/drawing/2014/main" id="{6A8FAC84-3043-6D45-97D6-4021E3C55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86" name="Text Box 138">
            <a:extLst>
              <a:ext uri="{FF2B5EF4-FFF2-40B4-BE49-F238E27FC236}">
                <a16:creationId xmlns:a16="http://schemas.microsoft.com/office/drawing/2014/main" id="{255B4B55-A4E8-1B4E-A407-15BF2F1B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387" name="Text Box 139">
            <a:extLst>
              <a:ext uri="{FF2B5EF4-FFF2-40B4-BE49-F238E27FC236}">
                <a16:creationId xmlns:a16="http://schemas.microsoft.com/office/drawing/2014/main" id="{FEDEE7BD-5BB3-834E-9E96-6E5E6F328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06" name="Group 167">
            <a:extLst>
              <a:ext uri="{FF2B5EF4-FFF2-40B4-BE49-F238E27FC236}">
                <a16:creationId xmlns:a16="http://schemas.microsoft.com/office/drawing/2014/main" id="{4B437F21-E39F-2D47-801D-47D6E1DCFF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90932" y="3667405"/>
            <a:ext cx="400050" cy="152400"/>
            <a:chOff x="3228" y="1776"/>
            <a:chExt cx="252" cy="96"/>
          </a:xfrm>
        </p:grpSpPr>
        <p:sp>
          <p:nvSpPr>
            <p:cNvPr id="407" name="Line 168">
              <a:extLst>
                <a:ext uri="{FF2B5EF4-FFF2-40B4-BE49-F238E27FC236}">
                  <a16:creationId xmlns:a16="http://schemas.microsoft.com/office/drawing/2014/main" id="{FD263C27-58D8-2D47-ADBE-98E05BF46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Line 169">
              <a:extLst>
                <a:ext uri="{FF2B5EF4-FFF2-40B4-BE49-F238E27FC236}">
                  <a16:creationId xmlns:a16="http://schemas.microsoft.com/office/drawing/2014/main" id="{1376D243-074B-CA4C-9F9E-2BB1CDAD7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9" name="Group 170">
            <a:extLst>
              <a:ext uri="{FF2B5EF4-FFF2-40B4-BE49-F238E27FC236}">
                <a16:creationId xmlns:a16="http://schemas.microsoft.com/office/drawing/2014/main" id="{89C5EF8B-605B-7041-AC6D-4101A34A58A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6043332" y="3143530"/>
            <a:ext cx="400050" cy="152400"/>
            <a:chOff x="3228" y="1776"/>
            <a:chExt cx="252" cy="96"/>
          </a:xfrm>
        </p:grpSpPr>
        <p:sp>
          <p:nvSpPr>
            <p:cNvPr id="410" name="Line 171">
              <a:extLst>
                <a:ext uri="{FF2B5EF4-FFF2-40B4-BE49-F238E27FC236}">
                  <a16:creationId xmlns:a16="http://schemas.microsoft.com/office/drawing/2014/main" id="{5BFB55E0-99B2-EC4D-9167-5F6A68411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1" name="Line 172">
              <a:extLst>
                <a:ext uri="{FF2B5EF4-FFF2-40B4-BE49-F238E27FC236}">
                  <a16:creationId xmlns:a16="http://schemas.microsoft.com/office/drawing/2014/main" id="{95837E2C-9EAD-CF49-A1EF-B21C973DF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2" name="Group 173">
            <a:extLst>
              <a:ext uri="{FF2B5EF4-FFF2-40B4-BE49-F238E27FC236}">
                <a16:creationId xmlns:a16="http://schemas.microsoft.com/office/drawing/2014/main" id="{F6A40979-43D2-704B-969C-6B0676980AD1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143595" y="3834092"/>
            <a:ext cx="400050" cy="152400"/>
            <a:chOff x="3228" y="1776"/>
            <a:chExt cx="252" cy="96"/>
          </a:xfrm>
        </p:grpSpPr>
        <p:sp>
          <p:nvSpPr>
            <p:cNvPr id="413" name="Line 174">
              <a:extLst>
                <a:ext uri="{FF2B5EF4-FFF2-40B4-BE49-F238E27FC236}">
                  <a16:creationId xmlns:a16="http://schemas.microsoft.com/office/drawing/2014/main" id="{D6D8176C-16F1-C248-BB4F-CB9E2BF4D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Line 175">
              <a:extLst>
                <a:ext uri="{FF2B5EF4-FFF2-40B4-BE49-F238E27FC236}">
                  <a16:creationId xmlns:a16="http://schemas.microsoft.com/office/drawing/2014/main" id="{8D77D5DF-B71C-D140-B9A7-018DB4E32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5" name="Group 176">
            <a:extLst>
              <a:ext uri="{FF2B5EF4-FFF2-40B4-BE49-F238E27FC236}">
                <a16:creationId xmlns:a16="http://schemas.microsoft.com/office/drawing/2014/main" id="{9BF7D1D3-B886-864B-9B3F-F3E421F73C9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19682" y="3853142"/>
            <a:ext cx="295275" cy="114300"/>
            <a:chOff x="3228" y="1776"/>
            <a:chExt cx="252" cy="96"/>
          </a:xfrm>
        </p:grpSpPr>
        <p:sp>
          <p:nvSpPr>
            <p:cNvPr id="416" name="Line 177">
              <a:extLst>
                <a:ext uri="{FF2B5EF4-FFF2-40B4-BE49-F238E27FC236}">
                  <a16:creationId xmlns:a16="http://schemas.microsoft.com/office/drawing/2014/main" id="{4250E1AF-18F0-8443-8630-B06C6E212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Line 178">
              <a:extLst>
                <a:ext uri="{FF2B5EF4-FFF2-40B4-BE49-F238E27FC236}">
                  <a16:creationId xmlns:a16="http://schemas.microsoft.com/office/drawing/2014/main" id="{2F337031-708D-0345-B849-EFBB00027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18" name="Group 179">
            <a:extLst>
              <a:ext uri="{FF2B5EF4-FFF2-40B4-BE49-F238E27FC236}">
                <a16:creationId xmlns:a16="http://schemas.microsoft.com/office/drawing/2014/main" id="{17458F55-A4E9-E343-A909-61C9FE09D648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591145" y="3195917"/>
            <a:ext cx="452437" cy="57150"/>
            <a:chOff x="3228" y="1776"/>
            <a:chExt cx="252" cy="96"/>
          </a:xfrm>
        </p:grpSpPr>
        <p:sp>
          <p:nvSpPr>
            <p:cNvPr id="419" name="Line 180">
              <a:extLst>
                <a:ext uri="{FF2B5EF4-FFF2-40B4-BE49-F238E27FC236}">
                  <a16:creationId xmlns:a16="http://schemas.microsoft.com/office/drawing/2014/main" id="{A5F6AD72-9626-8349-ABF3-010251533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Line 181">
              <a:extLst>
                <a:ext uri="{FF2B5EF4-FFF2-40B4-BE49-F238E27FC236}">
                  <a16:creationId xmlns:a16="http://schemas.microsoft.com/office/drawing/2014/main" id="{DEE5409B-29C8-524D-AE34-7C4D42D5F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1" name="Group 182">
            <a:extLst>
              <a:ext uri="{FF2B5EF4-FFF2-40B4-BE49-F238E27FC236}">
                <a16:creationId xmlns:a16="http://schemas.microsoft.com/office/drawing/2014/main" id="{9D12F4D2-1155-9D4D-B6B0-6F1CD5C9D7EC}"/>
              </a:ext>
            </a:extLst>
          </p:cNvPr>
          <p:cNvGrpSpPr>
            <a:grpSpLocks/>
          </p:cNvGrpSpPr>
          <p:nvPr/>
        </p:nvGrpSpPr>
        <p:grpSpPr bwMode="auto">
          <a:xfrm>
            <a:off x="6733895" y="3400705"/>
            <a:ext cx="295275" cy="114300"/>
            <a:chOff x="3228" y="1776"/>
            <a:chExt cx="252" cy="96"/>
          </a:xfrm>
        </p:grpSpPr>
        <p:sp>
          <p:nvSpPr>
            <p:cNvPr id="422" name="Line 183">
              <a:extLst>
                <a:ext uri="{FF2B5EF4-FFF2-40B4-BE49-F238E27FC236}">
                  <a16:creationId xmlns:a16="http://schemas.microsoft.com/office/drawing/2014/main" id="{D1974B22-4265-D74B-B7F0-C9FC82538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184">
              <a:extLst>
                <a:ext uri="{FF2B5EF4-FFF2-40B4-BE49-F238E27FC236}">
                  <a16:creationId xmlns:a16="http://schemas.microsoft.com/office/drawing/2014/main" id="{F76668FA-365B-9340-9C68-9DF2CCC88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4" name="Group 185">
            <a:extLst>
              <a:ext uri="{FF2B5EF4-FFF2-40B4-BE49-F238E27FC236}">
                <a16:creationId xmlns:a16="http://schemas.microsoft.com/office/drawing/2014/main" id="{93EE81E8-57E8-A74D-A86D-F04EBC78377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72070" y="3400705"/>
            <a:ext cx="295275" cy="114300"/>
            <a:chOff x="3228" y="1776"/>
            <a:chExt cx="252" cy="96"/>
          </a:xfrm>
        </p:grpSpPr>
        <p:sp>
          <p:nvSpPr>
            <p:cNvPr id="425" name="Line 186">
              <a:extLst>
                <a:ext uri="{FF2B5EF4-FFF2-40B4-BE49-F238E27FC236}">
                  <a16:creationId xmlns:a16="http://schemas.microsoft.com/office/drawing/2014/main" id="{651EF8CB-186A-BE47-904E-5976B7E8B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Line 187">
              <a:extLst>
                <a:ext uri="{FF2B5EF4-FFF2-40B4-BE49-F238E27FC236}">
                  <a16:creationId xmlns:a16="http://schemas.microsoft.com/office/drawing/2014/main" id="{8A988057-1892-544E-BF10-27FD203EF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27" name="Group 188">
            <a:extLst>
              <a:ext uri="{FF2B5EF4-FFF2-40B4-BE49-F238E27FC236}">
                <a16:creationId xmlns:a16="http://schemas.microsoft.com/office/drawing/2014/main" id="{215EB25C-038C-054D-BC89-CF04D9A19EEA}"/>
              </a:ext>
            </a:extLst>
          </p:cNvPr>
          <p:cNvGrpSpPr>
            <a:grpSpLocks/>
          </p:cNvGrpSpPr>
          <p:nvPr/>
        </p:nvGrpSpPr>
        <p:grpSpPr bwMode="auto">
          <a:xfrm>
            <a:off x="5786157" y="5348567"/>
            <a:ext cx="295275" cy="114300"/>
            <a:chOff x="3228" y="1776"/>
            <a:chExt cx="252" cy="96"/>
          </a:xfrm>
        </p:grpSpPr>
        <p:sp>
          <p:nvSpPr>
            <p:cNvPr id="428" name="Line 189">
              <a:extLst>
                <a:ext uri="{FF2B5EF4-FFF2-40B4-BE49-F238E27FC236}">
                  <a16:creationId xmlns:a16="http://schemas.microsoft.com/office/drawing/2014/main" id="{3B82F97E-C192-7342-B085-36B102ECD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Line 190">
              <a:extLst>
                <a:ext uri="{FF2B5EF4-FFF2-40B4-BE49-F238E27FC236}">
                  <a16:creationId xmlns:a16="http://schemas.microsoft.com/office/drawing/2014/main" id="{9A37EBF3-9533-FD41-808F-6C060998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0" name="Group 191">
            <a:extLst>
              <a:ext uri="{FF2B5EF4-FFF2-40B4-BE49-F238E27FC236}">
                <a16:creationId xmlns:a16="http://schemas.microsoft.com/office/drawing/2014/main" id="{B32F95ED-229D-6648-9BFC-AFD7ABF83F4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24332" y="5348567"/>
            <a:ext cx="295275" cy="114300"/>
            <a:chOff x="3228" y="1776"/>
            <a:chExt cx="252" cy="96"/>
          </a:xfrm>
        </p:grpSpPr>
        <p:sp>
          <p:nvSpPr>
            <p:cNvPr id="431" name="Line 192">
              <a:extLst>
                <a:ext uri="{FF2B5EF4-FFF2-40B4-BE49-F238E27FC236}">
                  <a16:creationId xmlns:a16="http://schemas.microsoft.com/office/drawing/2014/main" id="{65E8BC10-05D3-C34C-943F-DDBD70967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Line 193">
              <a:extLst>
                <a:ext uri="{FF2B5EF4-FFF2-40B4-BE49-F238E27FC236}">
                  <a16:creationId xmlns:a16="http://schemas.microsoft.com/office/drawing/2014/main" id="{F56DE982-F6BE-2E4E-B482-BD554EF99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3" name="Group 194">
            <a:extLst>
              <a:ext uri="{FF2B5EF4-FFF2-40B4-BE49-F238E27FC236}">
                <a16:creationId xmlns:a16="http://schemas.microsoft.com/office/drawing/2014/main" id="{B5251DF1-1955-4844-9BEA-E14C7EF19014}"/>
              </a:ext>
            </a:extLst>
          </p:cNvPr>
          <p:cNvGrpSpPr>
            <a:grpSpLocks/>
          </p:cNvGrpSpPr>
          <p:nvPr/>
        </p:nvGrpSpPr>
        <p:grpSpPr bwMode="auto">
          <a:xfrm>
            <a:off x="4019270" y="5705755"/>
            <a:ext cx="295275" cy="114300"/>
            <a:chOff x="3228" y="1776"/>
            <a:chExt cx="252" cy="96"/>
          </a:xfrm>
        </p:grpSpPr>
        <p:sp>
          <p:nvSpPr>
            <p:cNvPr id="434" name="Line 195">
              <a:extLst>
                <a:ext uri="{FF2B5EF4-FFF2-40B4-BE49-F238E27FC236}">
                  <a16:creationId xmlns:a16="http://schemas.microsoft.com/office/drawing/2014/main" id="{5B08B7F4-6EB5-564D-BE13-B4FEB3CBB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5" name="Line 196">
              <a:extLst>
                <a:ext uri="{FF2B5EF4-FFF2-40B4-BE49-F238E27FC236}">
                  <a16:creationId xmlns:a16="http://schemas.microsoft.com/office/drawing/2014/main" id="{946C2213-325C-E84B-9659-2AFC1000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6" name="Group 197">
            <a:extLst>
              <a:ext uri="{FF2B5EF4-FFF2-40B4-BE49-F238E27FC236}">
                <a16:creationId xmlns:a16="http://schemas.microsoft.com/office/drawing/2014/main" id="{216FE334-0B3A-BB4D-935E-B7579EF70E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57445" y="5705755"/>
            <a:ext cx="295275" cy="114300"/>
            <a:chOff x="3228" y="1776"/>
            <a:chExt cx="252" cy="96"/>
          </a:xfrm>
        </p:grpSpPr>
        <p:sp>
          <p:nvSpPr>
            <p:cNvPr id="437" name="Line 198">
              <a:extLst>
                <a:ext uri="{FF2B5EF4-FFF2-40B4-BE49-F238E27FC236}">
                  <a16:creationId xmlns:a16="http://schemas.microsoft.com/office/drawing/2014/main" id="{5EF8F833-297C-2547-A52E-393B13D32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Line 199">
              <a:extLst>
                <a:ext uri="{FF2B5EF4-FFF2-40B4-BE49-F238E27FC236}">
                  <a16:creationId xmlns:a16="http://schemas.microsoft.com/office/drawing/2014/main" id="{53D60A8F-075E-9247-822F-ADFF08B95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39" name="Group 200">
            <a:extLst>
              <a:ext uri="{FF2B5EF4-FFF2-40B4-BE49-F238E27FC236}">
                <a16:creationId xmlns:a16="http://schemas.microsoft.com/office/drawing/2014/main" id="{6CA836E5-5453-874C-898E-6388424546B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862232" y="5410480"/>
            <a:ext cx="295275" cy="114300"/>
            <a:chOff x="3228" y="1776"/>
            <a:chExt cx="252" cy="96"/>
          </a:xfrm>
        </p:grpSpPr>
        <p:sp>
          <p:nvSpPr>
            <p:cNvPr id="440" name="Line 201">
              <a:extLst>
                <a:ext uri="{FF2B5EF4-FFF2-40B4-BE49-F238E27FC236}">
                  <a16:creationId xmlns:a16="http://schemas.microsoft.com/office/drawing/2014/main" id="{98AC627A-5198-EE48-8EF3-D196EFC39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Line 202">
              <a:extLst>
                <a:ext uri="{FF2B5EF4-FFF2-40B4-BE49-F238E27FC236}">
                  <a16:creationId xmlns:a16="http://schemas.microsoft.com/office/drawing/2014/main" id="{DB13157A-201E-1441-90AA-E7B6C48D2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42" name="Text Box 34">
            <a:extLst>
              <a:ext uri="{FF2B5EF4-FFF2-40B4-BE49-F238E27FC236}">
                <a16:creationId xmlns:a16="http://schemas.microsoft.com/office/drawing/2014/main" id="{9910609B-BB13-F84A-BC05-D467BC066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grpSp>
        <p:nvGrpSpPr>
          <p:cNvPr id="445" name="Group 405">
            <a:extLst>
              <a:ext uri="{FF2B5EF4-FFF2-40B4-BE49-F238E27FC236}">
                <a16:creationId xmlns:a16="http://schemas.microsoft.com/office/drawing/2014/main" id="{7ADC43EB-565B-D74B-B4AD-8DAAC293AFE6}"/>
              </a:ext>
            </a:extLst>
          </p:cNvPr>
          <p:cNvGrpSpPr>
            <a:grpSpLocks/>
          </p:cNvGrpSpPr>
          <p:nvPr/>
        </p:nvGrpSpPr>
        <p:grpSpPr bwMode="auto"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446" name="Group 400">
              <a:extLst>
                <a:ext uri="{FF2B5EF4-FFF2-40B4-BE49-F238E27FC236}">
                  <a16:creationId xmlns:a16="http://schemas.microsoft.com/office/drawing/2014/main" id="{C938F6AC-3134-154F-9613-9F35FFB58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448" name="Freeform 398">
                <a:extLst>
                  <a:ext uri="{FF2B5EF4-FFF2-40B4-BE49-F238E27FC236}">
                    <a16:creationId xmlns:a16="http://schemas.microsoft.com/office/drawing/2014/main" id="{C179A28F-2595-1D4A-A69C-95773C4D6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" y="836"/>
                <a:ext cx="928" cy="70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connsiteX0" fmla="*/ 10000 w 10000"/>
                  <a:gd name="connsiteY0" fmla="*/ 10000 h 10000"/>
                  <a:gd name="connsiteX1" fmla="*/ 0 w 10000"/>
                  <a:gd name="connsiteY1" fmla="*/ 7215 h 10000"/>
                  <a:gd name="connsiteX2" fmla="*/ 6179 w 10000"/>
                  <a:gd name="connsiteY2" fmla="*/ 5246 h 10000"/>
                  <a:gd name="connsiteX3" fmla="*/ 7573 w 10000"/>
                  <a:gd name="connsiteY3" fmla="*/ 0 h 10000"/>
                  <a:gd name="connsiteX4" fmla="*/ 9561 w 10000"/>
                  <a:gd name="connsiteY4" fmla="*/ 7933 h 10000"/>
                  <a:gd name="connsiteX5" fmla="*/ 10000 w 10000"/>
                  <a:gd name="connsiteY5" fmla="*/ 10000 h 10000"/>
                  <a:gd name="connsiteX0" fmla="*/ 10000 w 10180"/>
                  <a:gd name="connsiteY0" fmla="*/ 10000 h 10000"/>
                  <a:gd name="connsiteX1" fmla="*/ 0 w 10180"/>
                  <a:gd name="connsiteY1" fmla="*/ 7215 h 10000"/>
                  <a:gd name="connsiteX2" fmla="*/ 6179 w 10180"/>
                  <a:gd name="connsiteY2" fmla="*/ 5246 h 10000"/>
                  <a:gd name="connsiteX3" fmla="*/ 7573 w 10180"/>
                  <a:gd name="connsiteY3" fmla="*/ 0 h 10000"/>
                  <a:gd name="connsiteX4" fmla="*/ 10151 w 10180"/>
                  <a:gd name="connsiteY4" fmla="*/ 8116 h 10000"/>
                  <a:gd name="connsiteX5" fmla="*/ 10000 w 10180"/>
                  <a:gd name="connsiteY5" fmla="*/ 10000 h 10000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6179 w 10167"/>
                  <a:gd name="connsiteY2" fmla="*/ 5246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9573 w 10167"/>
                  <a:gd name="connsiteY0" fmla="*/ 10658 h 10658"/>
                  <a:gd name="connsiteX1" fmla="*/ 0 w 10167"/>
                  <a:gd name="connsiteY1" fmla="*/ 7215 h 10658"/>
                  <a:gd name="connsiteX2" fmla="*/ 7688 w 10167"/>
                  <a:gd name="connsiteY2" fmla="*/ 7111 h 10658"/>
                  <a:gd name="connsiteX3" fmla="*/ 7573 w 10167"/>
                  <a:gd name="connsiteY3" fmla="*/ 0 h 10658"/>
                  <a:gd name="connsiteX4" fmla="*/ 10151 w 10167"/>
                  <a:gd name="connsiteY4" fmla="*/ 8116 h 10658"/>
                  <a:gd name="connsiteX5" fmla="*/ 9573 w 10167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659"/>
                  <a:gd name="connsiteY0" fmla="*/ 10658 h 10658"/>
                  <a:gd name="connsiteX1" fmla="*/ 0 w 10659"/>
                  <a:gd name="connsiteY1" fmla="*/ 7178 h 10658"/>
                  <a:gd name="connsiteX2" fmla="*/ 8180 w 10659"/>
                  <a:gd name="connsiteY2" fmla="*/ 7111 h 10658"/>
                  <a:gd name="connsiteX3" fmla="*/ 8065 w 10659"/>
                  <a:gd name="connsiteY3" fmla="*/ 0 h 10658"/>
                  <a:gd name="connsiteX4" fmla="*/ 10643 w 10659"/>
                  <a:gd name="connsiteY4" fmla="*/ 8116 h 10658"/>
                  <a:gd name="connsiteX5" fmla="*/ 10065 w 10659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10658 h 10658"/>
                  <a:gd name="connsiteX1" fmla="*/ 0 w 10788"/>
                  <a:gd name="connsiteY1" fmla="*/ 7178 h 10658"/>
                  <a:gd name="connsiteX2" fmla="*/ 8180 w 10788"/>
                  <a:gd name="connsiteY2" fmla="*/ 7111 h 10658"/>
                  <a:gd name="connsiteX3" fmla="*/ 8065 w 10788"/>
                  <a:gd name="connsiteY3" fmla="*/ 0 h 10658"/>
                  <a:gd name="connsiteX4" fmla="*/ 10774 w 10788"/>
                  <a:gd name="connsiteY4" fmla="*/ 8153 h 10658"/>
                  <a:gd name="connsiteX5" fmla="*/ 10065 w 10788"/>
                  <a:gd name="connsiteY5" fmla="*/ 10658 h 10658"/>
                  <a:gd name="connsiteX0" fmla="*/ 10065 w 10788"/>
                  <a:gd name="connsiteY0" fmla="*/ 9086 h 9086"/>
                  <a:gd name="connsiteX1" fmla="*/ 0 w 10788"/>
                  <a:gd name="connsiteY1" fmla="*/ 5606 h 9086"/>
                  <a:gd name="connsiteX2" fmla="*/ 8180 w 10788"/>
                  <a:gd name="connsiteY2" fmla="*/ 5539 h 9086"/>
                  <a:gd name="connsiteX3" fmla="*/ 8196 w 10788"/>
                  <a:gd name="connsiteY3" fmla="*/ 0 h 9086"/>
                  <a:gd name="connsiteX4" fmla="*/ 10774 w 10788"/>
                  <a:gd name="connsiteY4" fmla="*/ 6581 h 9086"/>
                  <a:gd name="connsiteX5" fmla="*/ 10065 w 10788"/>
                  <a:gd name="connsiteY5" fmla="*/ 9086 h 9086"/>
                  <a:gd name="connsiteX0" fmla="*/ 9330 w 10000"/>
                  <a:gd name="connsiteY0" fmla="*/ 10000 h 10000"/>
                  <a:gd name="connsiteX1" fmla="*/ 0 w 10000"/>
                  <a:gd name="connsiteY1" fmla="*/ 6170 h 10000"/>
                  <a:gd name="connsiteX2" fmla="*/ 7582 w 10000"/>
                  <a:gd name="connsiteY2" fmla="*/ 6096 h 10000"/>
                  <a:gd name="connsiteX3" fmla="*/ 7597 w 10000"/>
                  <a:gd name="connsiteY3" fmla="*/ 0 h 10000"/>
                  <a:gd name="connsiteX4" fmla="*/ 9987 w 10000"/>
                  <a:gd name="connsiteY4" fmla="*/ 7243 h 10000"/>
                  <a:gd name="connsiteX5" fmla="*/ 9330 w 10000"/>
                  <a:gd name="connsiteY5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chemeClr val="bg1">
                      <a:lumMod val="75000"/>
                    </a:schemeClr>
                  </a:gs>
                </a:gsLst>
                <a:lin ang="12900000" scaled="0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49" name="Group 392">
                <a:extLst>
                  <a:ext uri="{FF2B5EF4-FFF2-40B4-BE49-F238E27FC236}">
                    <a16:creationId xmlns:a16="http://schemas.microsoft.com/office/drawing/2014/main" id="{83AD51F0-9101-A543-80D3-A9F7AF82F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451" name="Picture 393">
                  <a:extLst>
                    <a:ext uri="{FF2B5EF4-FFF2-40B4-BE49-F238E27FC236}">
                      <a16:creationId xmlns:a16="http://schemas.microsoft.com/office/drawing/2014/main" id="{1BCDC5B2-F988-9143-89C7-9C8B60430D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52" name="Rectangle 394">
                  <a:extLst>
                    <a:ext uri="{FF2B5EF4-FFF2-40B4-BE49-F238E27FC236}">
                      <a16:creationId xmlns:a16="http://schemas.microsoft.com/office/drawing/2014/main" id="{901E2284-7277-BA40-BA42-E36F213101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50" name="Rectangle 399">
                <a:extLst>
                  <a:ext uri="{FF2B5EF4-FFF2-40B4-BE49-F238E27FC236}">
                    <a16:creationId xmlns:a16="http://schemas.microsoft.com/office/drawing/2014/main" id="{6C65E453-463D-E84E-A45A-FC0C58E3D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" y="833"/>
                <a:ext cx="696" cy="43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47" name="Text Box 402">
              <a:extLst>
                <a:ext uri="{FF2B5EF4-FFF2-40B4-BE49-F238E27FC236}">
                  <a16:creationId xmlns:a16="http://schemas.microsoft.com/office/drawing/2014/main" id="{3C4B58BF-EC83-3448-9336-11CAA5654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browser</a:t>
              </a:r>
            </a:p>
          </p:txBody>
        </p:sp>
      </p:grpSp>
      <p:grpSp>
        <p:nvGrpSpPr>
          <p:cNvPr id="514" name="Group 248">
            <a:extLst>
              <a:ext uri="{FF2B5EF4-FFF2-40B4-BE49-F238E27FC236}">
                <a16:creationId xmlns:a16="http://schemas.microsoft.com/office/drawing/2014/main" id="{91C14C6F-2EE6-3240-8AAA-3947FAB43848}"/>
              </a:ext>
            </a:extLst>
          </p:cNvPr>
          <p:cNvGrpSpPr>
            <a:grpSpLocks/>
          </p:cNvGrpSpPr>
          <p:nvPr/>
        </p:nvGrpSpPr>
        <p:grpSpPr bwMode="auto"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515" name="Freeform 148">
              <a:extLst>
                <a:ext uri="{FF2B5EF4-FFF2-40B4-BE49-F238E27FC236}">
                  <a16:creationId xmlns:a16="http://schemas.microsoft.com/office/drawing/2014/main" id="{FC56F9D5-F006-AE4F-BA67-7D1F703E6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6" name="Rectangle 149">
              <a:extLst>
                <a:ext uri="{FF2B5EF4-FFF2-40B4-BE49-F238E27FC236}">
                  <a16:creationId xmlns:a16="http://schemas.microsoft.com/office/drawing/2014/main" id="{8E14C426-4828-3846-9E1A-A00801760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7" name="Freeform 150">
              <a:extLst>
                <a:ext uri="{FF2B5EF4-FFF2-40B4-BE49-F238E27FC236}">
                  <a16:creationId xmlns:a16="http://schemas.microsoft.com/office/drawing/2014/main" id="{990610A6-3D92-C54C-95B3-9B1B16EE6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8" name="Freeform 151">
              <a:extLst>
                <a:ext uri="{FF2B5EF4-FFF2-40B4-BE49-F238E27FC236}">
                  <a16:creationId xmlns:a16="http://schemas.microsoft.com/office/drawing/2014/main" id="{C6D5BA6D-F609-0B41-9849-C02719D4F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9" name="Rectangle 152">
              <a:extLst>
                <a:ext uri="{FF2B5EF4-FFF2-40B4-BE49-F238E27FC236}">
                  <a16:creationId xmlns:a16="http://schemas.microsoft.com/office/drawing/2014/main" id="{AD421E89-6D59-A94B-BAB4-497A316D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0" name="Group 153">
              <a:extLst>
                <a:ext uri="{FF2B5EF4-FFF2-40B4-BE49-F238E27FC236}">
                  <a16:creationId xmlns:a16="http://schemas.microsoft.com/office/drawing/2014/main" id="{270B98D5-4811-2E48-AAAD-CB85678E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5" name="AutoShape 154">
                <a:extLst>
                  <a:ext uri="{FF2B5EF4-FFF2-40B4-BE49-F238E27FC236}">
                    <a16:creationId xmlns:a16="http://schemas.microsoft.com/office/drawing/2014/main" id="{46178474-736E-FD41-A5E3-5728F65B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AutoShape 155">
                <a:extLst>
                  <a:ext uri="{FF2B5EF4-FFF2-40B4-BE49-F238E27FC236}">
                    <a16:creationId xmlns:a16="http://schemas.microsoft.com/office/drawing/2014/main" id="{F736FB7D-255C-A44D-8B6A-3CB3FF40B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1" name="Rectangle 156">
              <a:extLst>
                <a:ext uri="{FF2B5EF4-FFF2-40B4-BE49-F238E27FC236}">
                  <a16:creationId xmlns:a16="http://schemas.microsoft.com/office/drawing/2014/main" id="{7C75FE92-DDC8-1C4D-9889-6547F145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2" name="Group 157">
              <a:extLst>
                <a:ext uri="{FF2B5EF4-FFF2-40B4-BE49-F238E27FC236}">
                  <a16:creationId xmlns:a16="http://schemas.microsoft.com/office/drawing/2014/main" id="{45DBCF88-E72F-4043-B48F-B52AFDDB9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3" name="AutoShape 158">
                <a:extLst>
                  <a:ext uri="{FF2B5EF4-FFF2-40B4-BE49-F238E27FC236}">
                    <a16:creationId xmlns:a16="http://schemas.microsoft.com/office/drawing/2014/main" id="{4A3AA05D-99CF-9749-BDB7-B2547C333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4" name="AutoShape 159">
                <a:extLst>
                  <a:ext uri="{FF2B5EF4-FFF2-40B4-BE49-F238E27FC236}">
                    <a16:creationId xmlns:a16="http://schemas.microsoft.com/office/drawing/2014/main" id="{BD8E6385-6030-7E42-A02E-B6327F244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3" name="Rectangle 160">
              <a:extLst>
                <a:ext uri="{FF2B5EF4-FFF2-40B4-BE49-F238E27FC236}">
                  <a16:creationId xmlns:a16="http://schemas.microsoft.com/office/drawing/2014/main" id="{B7E80E74-2AC2-8D44-B363-37DF3DA37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4" name="Rectangle 161">
              <a:extLst>
                <a:ext uri="{FF2B5EF4-FFF2-40B4-BE49-F238E27FC236}">
                  <a16:creationId xmlns:a16="http://schemas.microsoft.com/office/drawing/2014/main" id="{4BB73F60-D5F2-F641-A0BF-68E3179F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5" name="Group 162">
              <a:extLst>
                <a:ext uri="{FF2B5EF4-FFF2-40B4-BE49-F238E27FC236}">
                  <a16:creationId xmlns:a16="http://schemas.microsoft.com/office/drawing/2014/main" id="{4039A5BF-4E86-3D4C-91D1-FB1220CD6B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1" name="AutoShape 163">
                <a:extLst>
                  <a:ext uri="{FF2B5EF4-FFF2-40B4-BE49-F238E27FC236}">
                    <a16:creationId xmlns:a16="http://schemas.microsoft.com/office/drawing/2014/main" id="{0E533812-E28D-7848-8C40-F91ACED2A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2" name="AutoShape 164">
                <a:extLst>
                  <a:ext uri="{FF2B5EF4-FFF2-40B4-BE49-F238E27FC236}">
                    <a16:creationId xmlns:a16="http://schemas.microsoft.com/office/drawing/2014/main" id="{65D9F596-07A5-F04C-9DFA-F58CB2440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6" name="Freeform 165">
              <a:extLst>
                <a:ext uri="{FF2B5EF4-FFF2-40B4-BE49-F238E27FC236}">
                  <a16:creationId xmlns:a16="http://schemas.microsoft.com/office/drawing/2014/main" id="{EA1FDC25-5341-AF46-8920-AA0044E93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27" name="Group 166">
              <a:extLst>
                <a:ext uri="{FF2B5EF4-FFF2-40B4-BE49-F238E27FC236}">
                  <a16:creationId xmlns:a16="http://schemas.microsoft.com/office/drawing/2014/main" id="{75ABD85A-8A59-734C-BBAD-F1E8418B6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9" name="AutoShape 167">
                <a:extLst>
                  <a:ext uri="{FF2B5EF4-FFF2-40B4-BE49-F238E27FC236}">
                    <a16:creationId xmlns:a16="http://schemas.microsoft.com/office/drawing/2014/main" id="{9A2B943C-2EE9-7B42-8D3F-004CD139D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AutoShape 168">
                <a:extLst>
                  <a:ext uri="{FF2B5EF4-FFF2-40B4-BE49-F238E27FC236}">
                    <a16:creationId xmlns:a16="http://schemas.microsoft.com/office/drawing/2014/main" id="{99435929-42EB-3B4A-9284-715A6D22E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28" name="Rectangle 169">
              <a:extLst>
                <a:ext uri="{FF2B5EF4-FFF2-40B4-BE49-F238E27FC236}">
                  <a16:creationId xmlns:a16="http://schemas.microsoft.com/office/drawing/2014/main" id="{D89E839B-0009-FA43-A322-5B355B72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9" name="Freeform 170">
              <a:extLst>
                <a:ext uri="{FF2B5EF4-FFF2-40B4-BE49-F238E27FC236}">
                  <a16:creationId xmlns:a16="http://schemas.microsoft.com/office/drawing/2014/main" id="{39547BFB-A126-9548-89DA-27B118EDA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0" name="Freeform 171">
              <a:extLst>
                <a:ext uri="{FF2B5EF4-FFF2-40B4-BE49-F238E27FC236}">
                  <a16:creationId xmlns:a16="http://schemas.microsoft.com/office/drawing/2014/main" id="{68DD62BA-94AA-4D4F-8F5B-49633C1D4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1" name="Oval 172">
              <a:extLst>
                <a:ext uri="{FF2B5EF4-FFF2-40B4-BE49-F238E27FC236}">
                  <a16:creationId xmlns:a16="http://schemas.microsoft.com/office/drawing/2014/main" id="{C54F0D87-7775-9345-B4FE-8867291D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2" name="Freeform 173">
              <a:extLst>
                <a:ext uri="{FF2B5EF4-FFF2-40B4-BE49-F238E27FC236}">
                  <a16:creationId xmlns:a16="http://schemas.microsoft.com/office/drawing/2014/main" id="{AC478874-8B70-6F4C-8BFB-278D3D497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3" name="AutoShape 174">
              <a:extLst>
                <a:ext uri="{FF2B5EF4-FFF2-40B4-BE49-F238E27FC236}">
                  <a16:creationId xmlns:a16="http://schemas.microsoft.com/office/drawing/2014/main" id="{25F181E9-ECE8-6C45-9630-9E557CD92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4" name="AutoShape 175">
              <a:extLst>
                <a:ext uri="{FF2B5EF4-FFF2-40B4-BE49-F238E27FC236}">
                  <a16:creationId xmlns:a16="http://schemas.microsoft.com/office/drawing/2014/main" id="{1E3D4F85-FE81-8540-903A-A59235E02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5" name="Oval 176">
              <a:extLst>
                <a:ext uri="{FF2B5EF4-FFF2-40B4-BE49-F238E27FC236}">
                  <a16:creationId xmlns:a16="http://schemas.microsoft.com/office/drawing/2014/main" id="{BCFB597E-34FF-A143-A5DA-83836FAF5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6" name="Oval 177">
              <a:extLst>
                <a:ext uri="{FF2B5EF4-FFF2-40B4-BE49-F238E27FC236}">
                  <a16:creationId xmlns:a16="http://schemas.microsoft.com/office/drawing/2014/main" id="{A42D8F35-29EC-5646-B86B-9F691B5B6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7" name="Oval 178">
              <a:extLst>
                <a:ext uri="{FF2B5EF4-FFF2-40B4-BE49-F238E27FC236}">
                  <a16:creationId xmlns:a16="http://schemas.microsoft.com/office/drawing/2014/main" id="{CF075237-D0D9-CF4B-A3B2-26C45C78A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8" name="Rectangle 179">
              <a:extLst>
                <a:ext uri="{FF2B5EF4-FFF2-40B4-BE49-F238E27FC236}">
                  <a16:creationId xmlns:a16="http://schemas.microsoft.com/office/drawing/2014/main" id="{253DDF8F-80F2-B14F-97BA-109570D96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7" name="Group 596">
            <a:extLst>
              <a:ext uri="{FF2B5EF4-FFF2-40B4-BE49-F238E27FC236}">
                <a16:creationId xmlns:a16="http://schemas.microsoft.com/office/drawing/2014/main" id="{D93E1841-88BD-D448-9F73-830397405006}"/>
              </a:ext>
            </a:extLst>
          </p:cNvPr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598" name="Freeform 597">
              <a:extLst>
                <a:ext uri="{FF2B5EF4-FFF2-40B4-BE49-F238E27FC236}">
                  <a16:creationId xmlns:a16="http://schemas.microsoft.com/office/drawing/2014/main" id="{B359CA66-9104-9E46-ABBC-385E1E4483E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2D08667-01C3-CD4F-B7A4-167AA296748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4D73295F-19B2-9F4D-BF15-1339ED79C2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1" name="Freeform 600">
                <a:extLst>
                  <a:ext uri="{FF2B5EF4-FFF2-40B4-BE49-F238E27FC236}">
                    <a16:creationId xmlns:a16="http://schemas.microsoft.com/office/drawing/2014/main" id="{FE20BD82-3369-5A43-99ED-4E445A65AB4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617A137B-1D45-8C4F-8899-54EAB8E1C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3" name="Freeform 602">
                <a:extLst>
                  <a:ext uri="{FF2B5EF4-FFF2-40B4-BE49-F238E27FC236}">
                    <a16:creationId xmlns:a16="http://schemas.microsoft.com/office/drawing/2014/main" id="{CD807370-376F-5540-BD24-28420E4B43F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4" name="Freeform 603">
                <a:extLst>
                  <a:ext uri="{FF2B5EF4-FFF2-40B4-BE49-F238E27FC236}">
                    <a16:creationId xmlns:a16="http://schemas.microsoft.com/office/drawing/2014/main" id="{6B1DEE97-A3C3-2C4C-B320-BEE84FF7675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51081915-1C7C-2048-A0F4-CFE36C5B63E9}"/>
              </a:ext>
            </a:extLst>
          </p:cNvPr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606" name="Freeform 605">
              <a:extLst>
                <a:ext uri="{FF2B5EF4-FFF2-40B4-BE49-F238E27FC236}">
                  <a16:creationId xmlns:a16="http://schemas.microsoft.com/office/drawing/2014/main" id="{2CCD670D-FB4E-4F45-9A28-734AABF3C6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6B17EE1A-2279-4B41-8A72-8598678AD9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8" name="Group 607">
              <a:extLst>
                <a:ext uri="{FF2B5EF4-FFF2-40B4-BE49-F238E27FC236}">
                  <a16:creationId xmlns:a16="http://schemas.microsoft.com/office/drawing/2014/main" id="{3ECBE2AF-8C50-C347-AA66-6781018D86E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9" name="Freeform 608">
                <a:extLst>
                  <a:ext uri="{FF2B5EF4-FFF2-40B4-BE49-F238E27FC236}">
                    <a16:creationId xmlns:a16="http://schemas.microsoft.com/office/drawing/2014/main" id="{4481D58B-EEDD-EE45-B268-B4EA2246FB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:a16="http://schemas.microsoft.com/office/drawing/2014/main" id="{9896F39B-E74D-2D41-8D9B-5A9CFD8DF4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25BF311A-BCE1-C643-803E-A3F3469DD4D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:a16="http://schemas.microsoft.com/office/drawing/2014/main" id="{17FD2B9C-75D3-134E-AC55-315AA4BE8FC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60A20BD4-E117-2C49-9814-962578CBD00D}"/>
              </a:ext>
            </a:extLst>
          </p:cNvPr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614" name="Freeform 613">
              <a:extLst>
                <a:ext uri="{FF2B5EF4-FFF2-40B4-BE49-F238E27FC236}">
                  <a16:creationId xmlns:a16="http://schemas.microsoft.com/office/drawing/2014/main" id="{4E4A0CD1-58ED-A54D-BBFF-12C92719E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C158890B-E991-FF49-8AA1-72A42547860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6" name="Group 615">
              <a:extLst>
                <a:ext uri="{FF2B5EF4-FFF2-40B4-BE49-F238E27FC236}">
                  <a16:creationId xmlns:a16="http://schemas.microsoft.com/office/drawing/2014/main" id="{E8B134DC-D1F8-B34A-9AA5-C82E19D265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7" name="Freeform 616">
                <a:extLst>
                  <a:ext uri="{FF2B5EF4-FFF2-40B4-BE49-F238E27FC236}">
                    <a16:creationId xmlns:a16="http://schemas.microsoft.com/office/drawing/2014/main" id="{46A021F0-A4AA-9D4C-B3CA-33BBC2B398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:a16="http://schemas.microsoft.com/office/drawing/2014/main" id="{05568410-5821-3848-8CFE-24A7B103648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1F622DFA-BD68-F84E-B93E-A50B5AFFF1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3CD0E9D0-4C11-1E4C-BDBC-0878BE70EF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D25D3FA7-4E6E-854A-AA36-AA556C5A251C}"/>
              </a:ext>
            </a:extLst>
          </p:cNvPr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622" name="Freeform 621">
              <a:extLst>
                <a:ext uri="{FF2B5EF4-FFF2-40B4-BE49-F238E27FC236}">
                  <a16:creationId xmlns:a16="http://schemas.microsoft.com/office/drawing/2014/main" id="{5FD51C8E-8595-104A-839D-0A7CCF6C839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7BF2815A-C8DA-D545-BC77-1CE42331895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4" name="Group 623">
              <a:extLst>
                <a:ext uri="{FF2B5EF4-FFF2-40B4-BE49-F238E27FC236}">
                  <a16:creationId xmlns:a16="http://schemas.microsoft.com/office/drawing/2014/main" id="{72683926-F4A5-734E-95F4-F7A096F17A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5" name="Freeform 624">
                <a:extLst>
                  <a:ext uri="{FF2B5EF4-FFF2-40B4-BE49-F238E27FC236}">
                    <a16:creationId xmlns:a16="http://schemas.microsoft.com/office/drawing/2014/main" id="{2B87A071-D3E2-BF49-BA3E-65F560A24C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:a16="http://schemas.microsoft.com/office/drawing/2014/main" id="{D2B17A90-DD53-0F40-85E2-5616E727EB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91E68B9D-2945-4D42-8E64-070106085C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FF72236A-B234-BB44-8D95-3F909B257A3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1113BD39-40DA-4143-8341-7A1BCEE81256}"/>
              </a:ext>
            </a:extLst>
          </p:cNvPr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630" name="Freeform 629">
              <a:extLst>
                <a:ext uri="{FF2B5EF4-FFF2-40B4-BE49-F238E27FC236}">
                  <a16:creationId xmlns:a16="http://schemas.microsoft.com/office/drawing/2014/main" id="{779B4EA8-4BF9-6E4B-95A5-61AE828BF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F142A987-761B-994C-B2CF-AA70DDB50D2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BB8863E3-F134-5C44-AA71-F1EB9E7FAC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13EFE091-51A0-A84D-8C74-7D49F49E7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2007E57F-D7CB-A74F-B077-7439C454C46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1A7A87E3-0D33-1342-9288-FE279ABD0C9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5752FA50-1B28-BD4A-9158-8D5053B30B7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3" name="Right Arrow 672">
            <a:extLst>
              <a:ext uri="{FF2B5EF4-FFF2-40B4-BE49-F238E27FC236}">
                <a16:creationId xmlns:a16="http://schemas.microsoft.com/office/drawing/2014/main" id="{B97D521A-528F-F144-A8F1-1DBCAE203C92}"/>
              </a:ext>
            </a:extLst>
          </p:cNvPr>
          <p:cNvSpPr/>
          <p:nvPr/>
        </p:nvSpPr>
        <p:spPr>
          <a:xfrm>
            <a:off x="685800" y="2756646"/>
            <a:ext cx="1313330" cy="511526"/>
          </a:xfrm>
          <a:prstGeom prst="rightArrow">
            <a:avLst/>
          </a:prstGeom>
          <a:gradFill>
            <a:gsLst>
              <a:gs pos="0">
                <a:srgbClr val="FFFFFF">
                  <a:alpha val="67000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2" name="Group 681">
            <a:extLst>
              <a:ext uri="{FF2B5EF4-FFF2-40B4-BE49-F238E27FC236}">
                <a16:creationId xmlns:a16="http://schemas.microsoft.com/office/drawing/2014/main" id="{3683399D-A639-394A-8DF7-7F9B7AB6D7B6}"/>
              </a:ext>
            </a:extLst>
          </p:cNvPr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444" name="Text Box 404">
              <a:extLst>
                <a:ext uri="{FF2B5EF4-FFF2-40B4-BE49-F238E27FC236}">
                  <a16:creationId xmlns:a16="http://schemas.microsoft.com/office/drawing/2014/main" id="{E62F71C0-17AC-E842-AF41-29E05880C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i="0" dirty="0">
                  <a:solidFill>
                    <a:srgbClr val="C00000"/>
                  </a:solidFill>
                  <a:latin typeface="+mn-lt"/>
                </a:rPr>
                <a:t>web page</a:t>
              </a:r>
            </a:p>
          </p:txBody>
        </p:sp>
        <p:sp>
          <p:nvSpPr>
            <p:cNvPr id="677" name="Freeform 398">
              <a:extLst>
                <a:ext uri="{FF2B5EF4-FFF2-40B4-BE49-F238E27FC236}">
                  <a16:creationId xmlns:a16="http://schemas.microsoft.com/office/drawing/2014/main" id="{80939846-FA86-F748-B1A5-ABCAB9226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29" y="4799922"/>
              <a:ext cx="1531630" cy="868892"/>
            </a:xfrm>
            <a:custGeom>
              <a:avLst/>
              <a:gdLst>
                <a:gd name="T0" fmla="*/ 861 w 861"/>
                <a:gd name="T1" fmla="*/ 772 h 772"/>
                <a:gd name="T2" fmla="*/ 0 w 861"/>
                <a:gd name="T3" fmla="*/ 557 h 772"/>
                <a:gd name="T4" fmla="*/ 532 w 861"/>
                <a:gd name="T5" fmla="*/ 405 h 772"/>
                <a:gd name="T6" fmla="*/ 652 w 861"/>
                <a:gd name="T7" fmla="*/ 0 h 772"/>
                <a:gd name="T8" fmla="*/ 861 w 861"/>
                <a:gd name="T9" fmla="*/ 772 h 7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10000 w 10000"/>
                <a:gd name="connsiteY0" fmla="*/ 10000 h 10000"/>
                <a:gd name="connsiteX1" fmla="*/ 0 w 10000"/>
                <a:gd name="connsiteY1" fmla="*/ 7215 h 10000"/>
                <a:gd name="connsiteX2" fmla="*/ 6179 w 10000"/>
                <a:gd name="connsiteY2" fmla="*/ 5246 h 10000"/>
                <a:gd name="connsiteX3" fmla="*/ 7573 w 10000"/>
                <a:gd name="connsiteY3" fmla="*/ 0 h 10000"/>
                <a:gd name="connsiteX4" fmla="*/ 9561 w 10000"/>
                <a:gd name="connsiteY4" fmla="*/ 7933 h 10000"/>
                <a:gd name="connsiteX5" fmla="*/ 10000 w 10000"/>
                <a:gd name="connsiteY5" fmla="*/ 10000 h 10000"/>
                <a:gd name="connsiteX0" fmla="*/ 10000 w 10180"/>
                <a:gd name="connsiteY0" fmla="*/ 10000 h 10000"/>
                <a:gd name="connsiteX1" fmla="*/ 0 w 10180"/>
                <a:gd name="connsiteY1" fmla="*/ 7215 h 10000"/>
                <a:gd name="connsiteX2" fmla="*/ 6179 w 10180"/>
                <a:gd name="connsiteY2" fmla="*/ 5246 h 10000"/>
                <a:gd name="connsiteX3" fmla="*/ 7573 w 10180"/>
                <a:gd name="connsiteY3" fmla="*/ 0 h 10000"/>
                <a:gd name="connsiteX4" fmla="*/ 10151 w 10180"/>
                <a:gd name="connsiteY4" fmla="*/ 8116 h 10000"/>
                <a:gd name="connsiteX5" fmla="*/ 10000 w 10180"/>
                <a:gd name="connsiteY5" fmla="*/ 10000 h 10000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6179 w 10167"/>
                <a:gd name="connsiteY2" fmla="*/ 5246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9573 w 10167"/>
                <a:gd name="connsiteY0" fmla="*/ 10658 h 10658"/>
                <a:gd name="connsiteX1" fmla="*/ 0 w 10167"/>
                <a:gd name="connsiteY1" fmla="*/ 7215 h 10658"/>
                <a:gd name="connsiteX2" fmla="*/ 7688 w 10167"/>
                <a:gd name="connsiteY2" fmla="*/ 7111 h 10658"/>
                <a:gd name="connsiteX3" fmla="*/ 7573 w 10167"/>
                <a:gd name="connsiteY3" fmla="*/ 0 h 10658"/>
                <a:gd name="connsiteX4" fmla="*/ 10151 w 10167"/>
                <a:gd name="connsiteY4" fmla="*/ 8116 h 10658"/>
                <a:gd name="connsiteX5" fmla="*/ 9573 w 10167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659"/>
                <a:gd name="connsiteY0" fmla="*/ 10658 h 10658"/>
                <a:gd name="connsiteX1" fmla="*/ 0 w 10659"/>
                <a:gd name="connsiteY1" fmla="*/ 7178 h 10658"/>
                <a:gd name="connsiteX2" fmla="*/ 8180 w 10659"/>
                <a:gd name="connsiteY2" fmla="*/ 7111 h 10658"/>
                <a:gd name="connsiteX3" fmla="*/ 8065 w 10659"/>
                <a:gd name="connsiteY3" fmla="*/ 0 h 10658"/>
                <a:gd name="connsiteX4" fmla="*/ 10643 w 10659"/>
                <a:gd name="connsiteY4" fmla="*/ 8116 h 10658"/>
                <a:gd name="connsiteX5" fmla="*/ 10065 w 10659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10658 h 10658"/>
                <a:gd name="connsiteX1" fmla="*/ 0 w 10788"/>
                <a:gd name="connsiteY1" fmla="*/ 7178 h 10658"/>
                <a:gd name="connsiteX2" fmla="*/ 8180 w 10788"/>
                <a:gd name="connsiteY2" fmla="*/ 7111 h 10658"/>
                <a:gd name="connsiteX3" fmla="*/ 8065 w 10788"/>
                <a:gd name="connsiteY3" fmla="*/ 0 h 10658"/>
                <a:gd name="connsiteX4" fmla="*/ 10774 w 10788"/>
                <a:gd name="connsiteY4" fmla="*/ 8153 h 10658"/>
                <a:gd name="connsiteX5" fmla="*/ 10065 w 10788"/>
                <a:gd name="connsiteY5" fmla="*/ 10658 h 10658"/>
                <a:gd name="connsiteX0" fmla="*/ 10065 w 10788"/>
                <a:gd name="connsiteY0" fmla="*/ 9086 h 9086"/>
                <a:gd name="connsiteX1" fmla="*/ 0 w 10788"/>
                <a:gd name="connsiteY1" fmla="*/ 5606 h 9086"/>
                <a:gd name="connsiteX2" fmla="*/ 8180 w 10788"/>
                <a:gd name="connsiteY2" fmla="*/ 5539 h 9086"/>
                <a:gd name="connsiteX3" fmla="*/ 8196 w 10788"/>
                <a:gd name="connsiteY3" fmla="*/ 0 h 9086"/>
                <a:gd name="connsiteX4" fmla="*/ 10774 w 10788"/>
                <a:gd name="connsiteY4" fmla="*/ 6581 h 9086"/>
                <a:gd name="connsiteX5" fmla="*/ 10065 w 10788"/>
                <a:gd name="connsiteY5" fmla="*/ 9086 h 9086"/>
                <a:gd name="connsiteX0" fmla="*/ 9330 w 10000"/>
                <a:gd name="connsiteY0" fmla="*/ 10000 h 10000"/>
                <a:gd name="connsiteX1" fmla="*/ 0 w 10000"/>
                <a:gd name="connsiteY1" fmla="*/ 6170 h 10000"/>
                <a:gd name="connsiteX2" fmla="*/ 7582 w 10000"/>
                <a:gd name="connsiteY2" fmla="*/ 6096 h 10000"/>
                <a:gd name="connsiteX3" fmla="*/ 7597 w 10000"/>
                <a:gd name="connsiteY3" fmla="*/ 0 h 10000"/>
                <a:gd name="connsiteX4" fmla="*/ 9987 w 10000"/>
                <a:gd name="connsiteY4" fmla="*/ 7243 h 10000"/>
                <a:gd name="connsiteX5" fmla="*/ 9330 w 10000"/>
                <a:gd name="connsiteY5" fmla="*/ 10000 h 10000"/>
                <a:gd name="connsiteX0" fmla="*/ 8799 w 9995"/>
                <a:gd name="connsiteY0" fmla="*/ 9361 h 9361"/>
                <a:gd name="connsiteX1" fmla="*/ 0 w 9995"/>
                <a:gd name="connsiteY1" fmla="*/ 6170 h 9361"/>
                <a:gd name="connsiteX2" fmla="*/ 7582 w 9995"/>
                <a:gd name="connsiteY2" fmla="*/ 6096 h 9361"/>
                <a:gd name="connsiteX3" fmla="*/ 7597 w 9995"/>
                <a:gd name="connsiteY3" fmla="*/ 0 h 9361"/>
                <a:gd name="connsiteX4" fmla="*/ 9987 w 9995"/>
                <a:gd name="connsiteY4" fmla="*/ 7243 h 9361"/>
                <a:gd name="connsiteX5" fmla="*/ 8799 w 9995"/>
                <a:gd name="connsiteY5" fmla="*/ 9361 h 9361"/>
                <a:gd name="connsiteX0" fmla="*/ 8803 w 8911"/>
                <a:gd name="connsiteY0" fmla="*/ 10000 h 10000"/>
                <a:gd name="connsiteX1" fmla="*/ 0 w 8911"/>
                <a:gd name="connsiteY1" fmla="*/ 6591 h 10000"/>
                <a:gd name="connsiteX2" fmla="*/ 7586 w 8911"/>
                <a:gd name="connsiteY2" fmla="*/ 6512 h 10000"/>
                <a:gd name="connsiteX3" fmla="*/ 7601 w 8911"/>
                <a:gd name="connsiteY3" fmla="*/ 0 h 10000"/>
                <a:gd name="connsiteX4" fmla="*/ 8880 w 8911"/>
                <a:gd name="connsiteY4" fmla="*/ 6748 h 10000"/>
                <a:gd name="connsiteX5" fmla="*/ 8803 w 8911"/>
                <a:gd name="connsiteY5" fmla="*/ 10000 h 10000"/>
                <a:gd name="connsiteX0" fmla="*/ 9879 w 9965"/>
                <a:gd name="connsiteY0" fmla="*/ 10000 h 10000"/>
                <a:gd name="connsiteX1" fmla="*/ 0 w 9965"/>
                <a:gd name="connsiteY1" fmla="*/ 6591 h 10000"/>
                <a:gd name="connsiteX2" fmla="*/ 8513 w 9965"/>
                <a:gd name="connsiteY2" fmla="*/ 6512 h 10000"/>
                <a:gd name="connsiteX3" fmla="*/ 8530 w 9965"/>
                <a:gd name="connsiteY3" fmla="*/ 0 h 10000"/>
                <a:gd name="connsiteX4" fmla="*/ 9965 w 9965"/>
                <a:gd name="connsiteY4" fmla="*/ 6748 h 10000"/>
                <a:gd name="connsiteX5" fmla="*/ 9879 w 9965"/>
                <a:gd name="connsiteY5" fmla="*/ 10000 h 10000"/>
                <a:gd name="connsiteX0" fmla="*/ 9914 w 10000"/>
                <a:gd name="connsiteY0" fmla="*/ 10000 h 10000"/>
                <a:gd name="connsiteX1" fmla="*/ 0 w 10000"/>
                <a:gd name="connsiteY1" fmla="*/ 6591 h 10000"/>
                <a:gd name="connsiteX2" fmla="*/ 8543 w 10000"/>
                <a:gd name="connsiteY2" fmla="*/ 6512 h 10000"/>
                <a:gd name="connsiteX3" fmla="*/ 8560 w 10000"/>
                <a:gd name="connsiteY3" fmla="*/ 0 h 10000"/>
                <a:gd name="connsiteX4" fmla="*/ 10000 w 10000"/>
                <a:gd name="connsiteY4" fmla="*/ 6748 h 10000"/>
                <a:gd name="connsiteX5" fmla="*/ 9914 w 10000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10257 w 11714"/>
                <a:gd name="connsiteY2" fmla="*/ 6512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261"/>
                <a:gd name="connsiteX1" fmla="*/ 0 w 11714"/>
                <a:gd name="connsiteY1" fmla="*/ 9319 h 10261"/>
                <a:gd name="connsiteX2" fmla="*/ 9631 w 11714"/>
                <a:gd name="connsiteY2" fmla="*/ 8797 h 10261"/>
                <a:gd name="connsiteX3" fmla="*/ 10274 w 11714"/>
                <a:gd name="connsiteY3" fmla="*/ 0 h 10261"/>
                <a:gd name="connsiteX4" fmla="*/ 11714 w 11714"/>
                <a:gd name="connsiteY4" fmla="*/ 6748 h 10261"/>
                <a:gd name="connsiteX5" fmla="*/ 11628 w 11714"/>
                <a:gd name="connsiteY5" fmla="*/ 10000 h 10261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31 w 11714"/>
                <a:gd name="connsiteY2" fmla="*/ 8797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10000 h 10000"/>
                <a:gd name="connsiteX1" fmla="*/ 0 w 11714"/>
                <a:gd name="connsiteY1" fmla="*/ 9319 h 10000"/>
                <a:gd name="connsiteX2" fmla="*/ 9658 w 11714"/>
                <a:gd name="connsiteY2" fmla="*/ 9070 h 10000"/>
                <a:gd name="connsiteX3" fmla="*/ 10274 w 11714"/>
                <a:gd name="connsiteY3" fmla="*/ 0 h 10000"/>
                <a:gd name="connsiteX4" fmla="*/ 11714 w 11714"/>
                <a:gd name="connsiteY4" fmla="*/ 6748 h 10000"/>
                <a:gd name="connsiteX5" fmla="*/ 11628 w 11714"/>
                <a:gd name="connsiteY5" fmla="*/ 10000 h 10000"/>
                <a:gd name="connsiteX0" fmla="*/ 11628 w 11714"/>
                <a:gd name="connsiteY0" fmla="*/ 8329 h 8329"/>
                <a:gd name="connsiteX1" fmla="*/ 0 w 11714"/>
                <a:gd name="connsiteY1" fmla="*/ 7648 h 8329"/>
                <a:gd name="connsiteX2" fmla="*/ 9658 w 11714"/>
                <a:gd name="connsiteY2" fmla="*/ 7399 h 8329"/>
                <a:gd name="connsiteX3" fmla="*/ 9784 w 11714"/>
                <a:gd name="connsiteY3" fmla="*/ 0 h 8329"/>
                <a:gd name="connsiteX4" fmla="*/ 11714 w 11714"/>
                <a:gd name="connsiteY4" fmla="*/ 5077 h 8329"/>
                <a:gd name="connsiteX5" fmla="*/ 11628 w 11714"/>
                <a:gd name="connsiteY5" fmla="*/ 8329 h 8329"/>
                <a:gd name="connsiteX0" fmla="*/ 9927 w 10000"/>
                <a:gd name="connsiteY0" fmla="*/ 10000 h 10000"/>
                <a:gd name="connsiteX1" fmla="*/ 0 w 10000"/>
                <a:gd name="connsiteY1" fmla="*/ 9182 h 10000"/>
                <a:gd name="connsiteX2" fmla="*/ 8245 w 10000"/>
                <a:gd name="connsiteY2" fmla="*/ 8883 h 10000"/>
                <a:gd name="connsiteX3" fmla="*/ 8352 w 10000"/>
                <a:gd name="connsiteY3" fmla="*/ 0 h 10000"/>
                <a:gd name="connsiteX4" fmla="*/ 10000 w 10000"/>
                <a:gd name="connsiteY4" fmla="*/ 6096 h 10000"/>
                <a:gd name="connsiteX5" fmla="*/ 9927 w 10000"/>
                <a:gd name="connsiteY5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chemeClr val="bg1">
                    <a:lumMod val="75000"/>
                  </a:schemeClr>
                </a:gs>
              </a:gsLst>
              <a:lin ang="129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pic>
          <p:nvPicPr>
            <p:cNvPr id="443" name="Picture 401">
              <a:extLst>
                <a:ext uri="{FF2B5EF4-FFF2-40B4-BE49-F238E27FC236}">
                  <a16:creationId xmlns:a16="http://schemas.microsoft.com/office/drawing/2014/main" id="{6E2D6C5A-5878-8249-B10C-04E17B932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4743" y="4817138"/>
              <a:ext cx="1243012" cy="7683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547" name="Group 248">
            <a:extLst>
              <a:ext uri="{FF2B5EF4-FFF2-40B4-BE49-F238E27FC236}">
                <a16:creationId xmlns:a16="http://schemas.microsoft.com/office/drawing/2014/main" id="{DD74A46B-8CFF-C14D-B141-BB4A8B9E896A}"/>
              </a:ext>
            </a:extLst>
          </p:cNvPr>
          <p:cNvGrpSpPr>
            <a:grpSpLocks/>
          </p:cNvGrpSpPr>
          <p:nvPr/>
        </p:nvGrpSpPr>
        <p:grpSpPr bwMode="auto"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548" name="Freeform 148">
              <a:extLst>
                <a:ext uri="{FF2B5EF4-FFF2-40B4-BE49-F238E27FC236}">
                  <a16:creationId xmlns:a16="http://schemas.microsoft.com/office/drawing/2014/main" id="{E26405AF-3E42-AA41-BFD2-3B7948531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49" name="Rectangle 149">
              <a:extLst>
                <a:ext uri="{FF2B5EF4-FFF2-40B4-BE49-F238E27FC236}">
                  <a16:creationId xmlns:a16="http://schemas.microsoft.com/office/drawing/2014/main" id="{47D37451-2947-344E-8E7A-210E7A2D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0" name="Freeform 150">
              <a:extLst>
                <a:ext uri="{FF2B5EF4-FFF2-40B4-BE49-F238E27FC236}">
                  <a16:creationId xmlns:a16="http://schemas.microsoft.com/office/drawing/2014/main" id="{794051DE-EDD2-9D49-9A64-72D78C5AF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1" name="Freeform 151">
              <a:extLst>
                <a:ext uri="{FF2B5EF4-FFF2-40B4-BE49-F238E27FC236}">
                  <a16:creationId xmlns:a16="http://schemas.microsoft.com/office/drawing/2014/main" id="{6B3A31B2-65E4-2D43-AF3A-C267D981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152">
              <a:extLst>
                <a:ext uri="{FF2B5EF4-FFF2-40B4-BE49-F238E27FC236}">
                  <a16:creationId xmlns:a16="http://schemas.microsoft.com/office/drawing/2014/main" id="{5BDB8D32-4034-0648-9A9C-461080F0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3" name="Group 153">
              <a:extLst>
                <a:ext uri="{FF2B5EF4-FFF2-40B4-BE49-F238E27FC236}">
                  <a16:creationId xmlns:a16="http://schemas.microsoft.com/office/drawing/2014/main" id="{98227220-D87B-BF44-BAA0-CA8B03DA61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8" name="AutoShape 154">
                <a:extLst>
                  <a:ext uri="{FF2B5EF4-FFF2-40B4-BE49-F238E27FC236}">
                    <a16:creationId xmlns:a16="http://schemas.microsoft.com/office/drawing/2014/main" id="{250B641D-BA68-CF4E-8F1A-14F5DEB8A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9" name="AutoShape 155">
                <a:extLst>
                  <a:ext uri="{FF2B5EF4-FFF2-40B4-BE49-F238E27FC236}">
                    <a16:creationId xmlns:a16="http://schemas.microsoft.com/office/drawing/2014/main" id="{787D2112-54A6-DD4C-91A7-7982CA3DD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4" name="Rectangle 156">
              <a:extLst>
                <a:ext uri="{FF2B5EF4-FFF2-40B4-BE49-F238E27FC236}">
                  <a16:creationId xmlns:a16="http://schemas.microsoft.com/office/drawing/2014/main" id="{ED074C77-4F92-864B-A252-8CABF356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5" name="Group 157">
              <a:extLst>
                <a:ext uri="{FF2B5EF4-FFF2-40B4-BE49-F238E27FC236}">
                  <a16:creationId xmlns:a16="http://schemas.microsoft.com/office/drawing/2014/main" id="{E45C5AAE-9CEA-5D45-9B1F-D1201EA7A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76" name="AutoShape 158">
                <a:extLst>
                  <a:ext uri="{FF2B5EF4-FFF2-40B4-BE49-F238E27FC236}">
                    <a16:creationId xmlns:a16="http://schemas.microsoft.com/office/drawing/2014/main" id="{23A4FF84-0E8C-5B4F-8656-A4C26D3FB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7" name="AutoShape 159">
                <a:extLst>
                  <a:ext uri="{FF2B5EF4-FFF2-40B4-BE49-F238E27FC236}">
                    <a16:creationId xmlns:a16="http://schemas.microsoft.com/office/drawing/2014/main" id="{3A8A84FE-F7E1-EA40-BE3B-E5A1F1A19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6" name="Rectangle 160">
              <a:extLst>
                <a:ext uri="{FF2B5EF4-FFF2-40B4-BE49-F238E27FC236}">
                  <a16:creationId xmlns:a16="http://schemas.microsoft.com/office/drawing/2014/main" id="{5A74EA63-0B5F-FB48-AA96-CDECA8668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7" name="Rectangle 161">
              <a:extLst>
                <a:ext uri="{FF2B5EF4-FFF2-40B4-BE49-F238E27FC236}">
                  <a16:creationId xmlns:a16="http://schemas.microsoft.com/office/drawing/2014/main" id="{58A4912C-FD7F-3745-98E7-736F73EB1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8" name="Group 162">
              <a:extLst>
                <a:ext uri="{FF2B5EF4-FFF2-40B4-BE49-F238E27FC236}">
                  <a16:creationId xmlns:a16="http://schemas.microsoft.com/office/drawing/2014/main" id="{A7ED305B-1858-0C4C-8889-5F08D18EE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4" name="AutoShape 163">
                <a:extLst>
                  <a:ext uri="{FF2B5EF4-FFF2-40B4-BE49-F238E27FC236}">
                    <a16:creationId xmlns:a16="http://schemas.microsoft.com/office/drawing/2014/main" id="{E0A7BB14-4EE6-E649-A054-B7ACF2A81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AutoShape 164">
                <a:extLst>
                  <a:ext uri="{FF2B5EF4-FFF2-40B4-BE49-F238E27FC236}">
                    <a16:creationId xmlns:a16="http://schemas.microsoft.com/office/drawing/2014/main" id="{87C1BCDA-D3DA-3C44-A348-6B38470DD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59" name="Freeform 165">
              <a:extLst>
                <a:ext uri="{FF2B5EF4-FFF2-40B4-BE49-F238E27FC236}">
                  <a16:creationId xmlns:a16="http://schemas.microsoft.com/office/drawing/2014/main" id="{353439C9-DEEB-6349-ABEB-ED29E03E8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60" name="Group 166">
              <a:extLst>
                <a:ext uri="{FF2B5EF4-FFF2-40B4-BE49-F238E27FC236}">
                  <a16:creationId xmlns:a16="http://schemas.microsoft.com/office/drawing/2014/main" id="{B5D33585-759B-2A49-99A7-061236F88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2" name="AutoShape 167">
                <a:extLst>
                  <a:ext uri="{FF2B5EF4-FFF2-40B4-BE49-F238E27FC236}">
                    <a16:creationId xmlns:a16="http://schemas.microsoft.com/office/drawing/2014/main" id="{CA773528-AD84-7D48-8019-9201E6A9C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3" name="AutoShape 168">
                <a:extLst>
                  <a:ext uri="{FF2B5EF4-FFF2-40B4-BE49-F238E27FC236}">
                    <a16:creationId xmlns:a16="http://schemas.microsoft.com/office/drawing/2014/main" id="{472F7D5E-1AD1-264C-9D28-AFB2CA688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61" name="Rectangle 169">
              <a:extLst>
                <a:ext uri="{FF2B5EF4-FFF2-40B4-BE49-F238E27FC236}">
                  <a16:creationId xmlns:a16="http://schemas.microsoft.com/office/drawing/2014/main" id="{1E31944B-126C-0C48-8360-3955ACFF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2" name="Freeform 170">
              <a:extLst>
                <a:ext uri="{FF2B5EF4-FFF2-40B4-BE49-F238E27FC236}">
                  <a16:creationId xmlns:a16="http://schemas.microsoft.com/office/drawing/2014/main" id="{AF8E0510-EA92-E34B-BAF8-A7129AFA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3" name="Freeform 171">
              <a:extLst>
                <a:ext uri="{FF2B5EF4-FFF2-40B4-BE49-F238E27FC236}">
                  <a16:creationId xmlns:a16="http://schemas.microsoft.com/office/drawing/2014/main" id="{794611B1-1F70-D644-A04B-BCECE318F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4" name="Oval 172">
              <a:extLst>
                <a:ext uri="{FF2B5EF4-FFF2-40B4-BE49-F238E27FC236}">
                  <a16:creationId xmlns:a16="http://schemas.microsoft.com/office/drawing/2014/main" id="{A637D4FD-E378-BA4B-B33A-0D90745C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5" name="Freeform 173">
              <a:extLst>
                <a:ext uri="{FF2B5EF4-FFF2-40B4-BE49-F238E27FC236}">
                  <a16:creationId xmlns:a16="http://schemas.microsoft.com/office/drawing/2014/main" id="{9422064F-7319-E348-881D-6E240552A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6" name="AutoShape 174">
              <a:extLst>
                <a:ext uri="{FF2B5EF4-FFF2-40B4-BE49-F238E27FC236}">
                  <a16:creationId xmlns:a16="http://schemas.microsoft.com/office/drawing/2014/main" id="{2F2D8D29-4918-BC40-B587-0167A6D7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7" name="AutoShape 175">
              <a:extLst>
                <a:ext uri="{FF2B5EF4-FFF2-40B4-BE49-F238E27FC236}">
                  <a16:creationId xmlns:a16="http://schemas.microsoft.com/office/drawing/2014/main" id="{CA9837DA-B6EB-3E4C-8ABD-BA649DD5B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8" name="Oval 176">
              <a:extLst>
                <a:ext uri="{FF2B5EF4-FFF2-40B4-BE49-F238E27FC236}">
                  <a16:creationId xmlns:a16="http://schemas.microsoft.com/office/drawing/2014/main" id="{292FD403-2A63-E04F-A616-3EFB915B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69" name="Oval 177">
              <a:extLst>
                <a:ext uri="{FF2B5EF4-FFF2-40B4-BE49-F238E27FC236}">
                  <a16:creationId xmlns:a16="http://schemas.microsoft.com/office/drawing/2014/main" id="{B38211AD-96E2-E840-ABF7-46912AF8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0" name="Oval 178">
              <a:extLst>
                <a:ext uri="{FF2B5EF4-FFF2-40B4-BE49-F238E27FC236}">
                  <a16:creationId xmlns:a16="http://schemas.microsoft.com/office/drawing/2014/main" id="{33893241-FF92-AC41-AD12-42C30CE70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1" name="Rectangle 179">
              <a:extLst>
                <a:ext uri="{FF2B5EF4-FFF2-40B4-BE49-F238E27FC236}">
                  <a16:creationId xmlns:a16="http://schemas.microsoft.com/office/drawing/2014/main" id="{7D299A7B-FEF5-C342-9684-CEEEDE5EA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3" name="Rectangle 3">
            <a:extLst>
              <a:ext uri="{FF2B5EF4-FFF2-40B4-BE49-F238E27FC236}">
                <a16:creationId xmlns:a16="http://schemas.microsoft.com/office/drawing/2014/main" id="{1A556173-0263-214D-9BE3-6EA12C023AD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dirty="0"/>
              <a:t>arriving mobile client attaches to network …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4" name="Rectangle 3">
            <a:extLst>
              <a:ext uri="{FF2B5EF4-FFF2-40B4-BE49-F238E27FC236}">
                <a16:creationId xmlns:a16="http://schemas.microsoft.com/office/drawing/2014/main" id="{4045A4E3-35EE-8C46-A982-26140CFF7B8E}"/>
              </a:ext>
            </a:extLst>
          </p:cNvPr>
          <p:cNvSpPr txBox="1">
            <a:spLocks noChangeArrowheads="1"/>
          </p:cNvSpPr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69875">
              <a:defRPr/>
            </a:pPr>
            <a:r>
              <a:rPr lang="en-US" sz="3000" dirty="0"/>
              <a:t>requests web page: </a:t>
            </a:r>
            <a:r>
              <a:rPr lang="en-US" sz="2600" dirty="0"/>
              <a:t>www.google.com</a:t>
            </a:r>
            <a:endParaRPr lang="en-US" sz="2400" dirty="0"/>
          </a:p>
          <a:p>
            <a:pPr>
              <a:defRPr/>
            </a:pPr>
            <a:endParaRPr lang="en-US" sz="3200" dirty="0"/>
          </a:p>
          <a:p>
            <a:pPr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A1FC4D17-5B36-134E-BB1F-D0DFCB5FB268}"/>
              </a:ext>
            </a:extLst>
          </p:cNvPr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A8"/>
                </a:solidFill>
              </a:rPr>
              <a:t>scenario</a:t>
            </a:r>
            <a:r>
              <a:rPr lang="en-US" dirty="0"/>
              <a:t>:</a:t>
            </a:r>
          </a:p>
        </p:txBody>
      </p: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230ABE4F-8AF2-9E4F-BDBA-55842C20F2DE}"/>
              </a:ext>
            </a:extLst>
          </p:cNvPr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id="687" name="Picture 686" descr="A picture containing table, drawing&#10;&#10;Description automatically generated">
              <a:extLst>
                <a:ext uri="{FF2B5EF4-FFF2-40B4-BE49-F238E27FC236}">
                  <a16:creationId xmlns:a16="http://schemas.microsoft.com/office/drawing/2014/main" id="{567E3F56-C964-6B44-9119-9470EAA0B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</p:spPr>
        </p:pic>
        <p:sp>
          <p:nvSpPr>
            <p:cNvPr id="688" name="TextBox 687">
              <a:extLst>
                <a:ext uri="{FF2B5EF4-FFF2-40B4-BE49-F238E27FC236}">
                  <a16:creationId xmlns:a16="http://schemas.microsoft.com/office/drawing/2014/main" id="{04B87FED-359F-224A-9E8E-D78A200B02F9}"/>
                </a:ext>
              </a:extLst>
            </p:cNvPr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Sounds </a:t>
              </a:r>
            </a:p>
            <a:p>
              <a:pPr algn="ctr"/>
              <a:r>
                <a:rPr lang="en-US" sz="3200" i="1" dirty="0">
                  <a:solidFill>
                    <a:srgbClr val="00B050"/>
                  </a:solidFill>
                </a:rPr>
                <a:t>simple!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99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" grpId="0" animBg="1"/>
      <p:bldP spid="683" grpId="0"/>
      <p:bldP spid="6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sp>
        <p:nvSpPr>
          <p:cNvPr id="913" name="Rectangle 189">
            <a:extLst>
              <a:ext uri="{FF2B5EF4-FFF2-40B4-BE49-F238E27FC236}">
                <a16:creationId xmlns:a16="http://schemas.microsoft.com/office/drawing/2014/main" id="{7F20F080-1B74-4740-BF0E-68EDFD77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defRPr/>
            </a:pPr>
            <a:r>
              <a:rPr lang="en-US" kern="0" dirty="0">
                <a:cs typeface="+mn-cs"/>
              </a:rPr>
              <a:t>connecting laptop needs to get its own IP address, addr of first-hop router, addr of DNS server: use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24" name="Group 253">
            <a:extLst>
              <a:ext uri="{FF2B5EF4-FFF2-40B4-BE49-F238E27FC236}">
                <a16:creationId xmlns:a16="http://schemas.microsoft.com/office/drawing/2014/main" id="{67A91C39-2F37-074F-914B-1E78059AB1A7}"/>
              </a:ext>
            </a:extLst>
          </p:cNvPr>
          <p:cNvGrpSpPr>
            <a:grpSpLocks/>
          </p:cNvGrpSpPr>
          <p:nvPr/>
        </p:nvGrpSpPr>
        <p:grpSpPr bwMode="auto"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925" name="Rectangle 251">
              <a:extLst>
                <a:ext uri="{FF2B5EF4-FFF2-40B4-BE49-F238E27FC236}">
                  <a16:creationId xmlns:a16="http://schemas.microsoft.com/office/drawing/2014/main" id="{8F5C1DA1-33C0-924C-A578-C74F96AAE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26" name="Text Box 252">
              <a:extLst>
                <a:ext uri="{FF2B5EF4-FFF2-40B4-BE49-F238E27FC236}">
                  <a16:creationId xmlns:a16="http://schemas.microsoft.com/office/drawing/2014/main" id="{974DE7F1-6FD1-6147-BDFA-B60FCDFC9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grpSp>
        <p:nvGrpSpPr>
          <p:cNvPr id="927" name="Group 299">
            <a:extLst>
              <a:ext uri="{FF2B5EF4-FFF2-40B4-BE49-F238E27FC236}">
                <a16:creationId xmlns:a16="http://schemas.microsoft.com/office/drawing/2014/main" id="{036B01E1-60D7-0344-8480-3C2B28A24B85}"/>
              </a:ext>
            </a:extLst>
          </p:cNvPr>
          <p:cNvGrpSpPr>
            <a:grpSpLocks/>
          </p:cNvGrpSpPr>
          <p:nvPr/>
        </p:nvGrpSpPr>
        <p:grpSpPr bwMode="auto"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928" name="Group 296">
              <a:extLst>
                <a:ext uri="{FF2B5EF4-FFF2-40B4-BE49-F238E27FC236}">
                  <a16:creationId xmlns:a16="http://schemas.microsoft.com/office/drawing/2014/main" id="{25B7F2D5-26EB-404A-8078-15A558861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930" name="Group 295">
                <a:extLst>
                  <a:ext uri="{FF2B5EF4-FFF2-40B4-BE49-F238E27FC236}">
                    <a16:creationId xmlns:a16="http://schemas.microsoft.com/office/drawing/2014/main" id="{516792BF-0719-5146-A428-C65466ACA8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955" name="Group 254">
                  <a:extLst>
                    <a:ext uri="{FF2B5EF4-FFF2-40B4-BE49-F238E27FC236}">
                      <a16:creationId xmlns:a16="http://schemas.microsoft.com/office/drawing/2014/main" id="{4C401CB1-BBDA-7B43-B7C7-154C3DE1A2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958" name="Rectangle 255">
                    <a:extLst>
                      <a:ext uri="{FF2B5EF4-FFF2-40B4-BE49-F238E27FC236}">
                        <a16:creationId xmlns:a16="http://schemas.microsoft.com/office/drawing/2014/main" id="{D97BCFDF-D0CE-AF4F-9290-64A7466607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9" name="Text Box 256">
                    <a:extLst>
                      <a:ext uri="{FF2B5EF4-FFF2-40B4-BE49-F238E27FC236}">
                        <a16:creationId xmlns:a16="http://schemas.microsoft.com/office/drawing/2014/main" id="{EB33ED16-C899-C44F-8941-1661B033CF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956" name="Rectangle 266">
                  <a:extLst>
                    <a:ext uri="{FF2B5EF4-FFF2-40B4-BE49-F238E27FC236}">
                      <a16:creationId xmlns:a16="http://schemas.microsoft.com/office/drawing/2014/main" id="{D396D344-ADDF-F043-AA7F-947471810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57" name="Rectangle 267">
                  <a:extLst>
                    <a:ext uri="{FF2B5EF4-FFF2-40B4-BE49-F238E27FC236}">
                      <a16:creationId xmlns:a16="http://schemas.microsoft.com/office/drawing/2014/main" id="{9A648105-52C6-0E40-9C6E-3AE148FAB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1" name="Group 274">
                <a:extLst>
                  <a:ext uri="{FF2B5EF4-FFF2-40B4-BE49-F238E27FC236}">
                    <a16:creationId xmlns:a16="http://schemas.microsoft.com/office/drawing/2014/main" id="{0F24D476-BB38-DF44-987E-FD2321A52F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949" name="Group 268">
                  <a:extLst>
                    <a:ext uri="{FF2B5EF4-FFF2-40B4-BE49-F238E27FC236}">
                      <a16:creationId xmlns:a16="http://schemas.microsoft.com/office/drawing/2014/main" id="{E1FA6F16-C789-3742-9796-6EC843032C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53" name="Rectangle 269">
                    <a:extLst>
                      <a:ext uri="{FF2B5EF4-FFF2-40B4-BE49-F238E27FC236}">
                        <a16:creationId xmlns:a16="http://schemas.microsoft.com/office/drawing/2014/main" id="{6EB760F8-E089-9A47-9210-D6E1B526D7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4" name="Text Box 270">
                    <a:extLst>
                      <a:ext uri="{FF2B5EF4-FFF2-40B4-BE49-F238E27FC236}">
                        <a16:creationId xmlns:a16="http://schemas.microsoft.com/office/drawing/2014/main" id="{33F5C3C7-CEB9-2443-AD4C-63446A3F586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50" name="Group 273">
                  <a:extLst>
                    <a:ext uri="{FF2B5EF4-FFF2-40B4-BE49-F238E27FC236}">
                      <a16:creationId xmlns:a16="http://schemas.microsoft.com/office/drawing/2014/main" id="{D33136C0-F06F-DA45-8D61-8DBF6C3740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51" name="Rectangle 271">
                    <a:extLst>
                      <a:ext uri="{FF2B5EF4-FFF2-40B4-BE49-F238E27FC236}">
                        <a16:creationId xmlns:a16="http://schemas.microsoft.com/office/drawing/2014/main" id="{451E718B-7E86-4F43-85B0-BBD89C8925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52" name="Rectangle 272">
                    <a:extLst>
                      <a:ext uri="{FF2B5EF4-FFF2-40B4-BE49-F238E27FC236}">
                        <a16:creationId xmlns:a16="http://schemas.microsoft.com/office/drawing/2014/main" id="{D2F8ABD9-F3BA-0147-BDBF-E2EB291A1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32" name="Group 293">
                <a:extLst>
                  <a:ext uri="{FF2B5EF4-FFF2-40B4-BE49-F238E27FC236}">
                    <a16:creationId xmlns:a16="http://schemas.microsoft.com/office/drawing/2014/main" id="{B097776A-FF97-7247-8B17-ED5E94F12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47" name="Rectangle 276">
                  <a:extLst>
                    <a:ext uri="{FF2B5EF4-FFF2-40B4-BE49-F238E27FC236}">
                      <a16:creationId xmlns:a16="http://schemas.microsoft.com/office/drawing/2014/main" id="{D2C9F788-880E-284B-9438-39AE52600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48" name="Rectangle 277">
                  <a:extLst>
                    <a:ext uri="{FF2B5EF4-FFF2-40B4-BE49-F238E27FC236}">
                      <a16:creationId xmlns:a16="http://schemas.microsoft.com/office/drawing/2014/main" id="{38773D8B-A639-F74A-8363-73B7CBCDC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33" name="Group 294">
                <a:extLst>
                  <a:ext uri="{FF2B5EF4-FFF2-40B4-BE49-F238E27FC236}">
                    <a16:creationId xmlns:a16="http://schemas.microsoft.com/office/drawing/2014/main" id="{E1190CC1-4BB6-6245-8459-90EF4F5F86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4" name="Group 287">
                  <a:extLst>
                    <a:ext uri="{FF2B5EF4-FFF2-40B4-BE49-F238E27FC236}">
                      <a16:creationId xmlns:a16="http://schemas.microsoft.com/office/drawing/2014/main" id="{DBBAC159-5C8E-6D48-8969-BAD3135068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38" name="Group 278">
                    <a:extLst>
                      <a:ext uri="{FF2B5EF4-FFF2-40B4-BE49-F238E27FC236}">
                        <a16:creationId xmlns:a16="http://schemas.microsoft.com/office/drawing/2014/main" id="{833D1410-64ED-AF48-92D1-4AD4AB582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941" name="Group 279">
                      <a:extLst>
                        <a:ext uri="{FF2B5EF4-FFF2-40B4-BE49-F238E27FC236}">
                          <a16:creationId xmlns:a16="http://schemas.microsoft.com/office/drawing/2014/main" id="{570CDB6F-0A4C-1A48-8368-C8B3B5CAEE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945" name="Rectangle 280">
                        <a:extLst>
                          <a:ext uri="{FF2B5EF4-FFF2-40B4-BE49-F238E27FC236}">
                            <a16:creationId xmlns:a16="http://schemas.microsoft.com/office/drawing/2014/main" id="{64AB7D62-F235-E443-AC7F-EF97587E2D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6" name="Text Box 281">
                        <a:extLst>
                          <a:ext uri="{FF2B5EF4-FFF2-40B4-BE49-F238E27FC236}">
                            <a16:creationId xmlns:a16="http://schemas.microsoft.com/office/drawing/2014/main" id="{F60EE6A9-AC6B-334C-96AE-C944BB82B5D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942" name="Group 282">
                      <a:extLst>
                        <a:ext uri="{FF2B5EF4-FFF2-40B4-BE49-F238E27FC236}">
                          <a16:creationId xmlns:a16="http://schemas.microsoft.com/office/drawing/2014/main" id="{6C7A6C13-64CB-2547-A7BD-5B05F7E2A8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43" name="Rectangle 283">
                        <a:extLst>
                          <a:ext uri="{FF2B5EF4-FFF2-40B4-BE49-F238E27FC236}">
                            <a16:creationId xmlns:a16="http://schemas.microsoft.com/office/drawing/2014/main" id="{BE5D4429-585A-3A4D-8677-5A9D50B3ACE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944" name="Rectangle 284">
                        <a:extLst>
                          <a:ext uri="{FF2B5EF4-FFF2-40B4-BE49-F238E27FC236}">
                            <a16:creationId xmlns:a16="http://schemas.microsoft.com/office/drawing/2014/main" id="{8B6BEFDD-E012-094C-8BDE-E4F16F6E82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39" name="Rectangle 285">
                    <a:extLst>
                      <a:ext uri="{FF2B5EF4-FFF2-40B4-BE49-F238E27FC236}">
                        <a16:creationId xmlns:a16="http://schemas.microsoft.com/office/drawing/2014/main" id="{F4AC69A3-E8B5-4941-B537-CA85210373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40" name="Rectangle 286">
                    <a:extLst>
                      <a:ext uri="{FF2B5EF4-FFF2-40B4-BE49-F238E27FC236}">
                        <a16:creationId xmlns:a16="http://schemas.microsoft.com/office/drawing/2014/main" id="{E06C5B3D-D017-9B4F-B791-7A2F26FD6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35" name="Rectangle 288">
                  <a:extLst>
                    <a:ext uri="{FF2B5EF4-FFF2-40B4-BE49-F238E27FC236}">
                      <a16:creationId xmlns:a16="http://schemas.microsoft.com/office/drawing/2014/main" id="{881A85A8-3B0B-F840-80D4-5D7C3E0C8F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6" name="Rectangle 290">
                  <a:extLst>
                    <a:ext uri="{FF2B5EF4-FFF2-40B4-BE49-F238E27FC236}">
                      <a16:creationId xmlns:a16="http://schemas.microsoft.com/office/drawing/2014/main" id="{951F7854-1323-974F-A9B1-85C00CDFF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37" name="Rectangle 291">
                  <a:extLst>
                    <a:ext uri="{FF2B5EF4-FFF2-40B4-BE49-F238E27FC236}">
                      <a16:creationId xmlns:a16="http://schemas.microsoft.com/office/drawing/2014/main" id="{7D05E58A-2C2B-3845-94FE-36532B8E81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29" name="AutoShape 297">
              <a:extLst>
                <a:ext uri="{FF2B5EF4-FFF2-40B4-BE49-F238E27FC236}">
                  <a16:creationId xmlns:a16="http://schemas.microsoft.com/office/drawing/2014/main" id="{52A07AA1-02B1-E74F-A63A-01368D82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60" name="Group 318">
            <a:extLst>
              <a:ext uri="{FF2B5EF4-FFF2-40B4-BE49-F238E27FC236}">
                <a16:creationId xmlns:a16="http://schemas.microsoft.com/office/drawing/2014/main" id="{AE2E5A29-53E0-CD49-8113-CBFA420D0F5A}"/>
              </a:ext>
            </a:extLst>
          </p:cNvPr>
          <p:cNvGrpSpPr>
            <a:grpSpLocks/>
          </p:cNvGrpSpPr>
          <p:nvPr/>
        </p:nvGrpSpPr>
        <p:grpSpPr bwMode="auto"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961" name="Group 319">
              <a:extLst>
                <a:ext uri="{FF2B5EF4-FFF2-40B4-BE49-F238E27FC236}">
                  <a16:creationId xmlns:a16="http://schemas.microsoft.com/office/drawing/2014/main" id="{32076325-D93F-DF4F-B3CA-0BC632FEDD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965" name="Group 320">
                <a:extLst>
                  <a:ext uri="{FF2B5EF4-FFF2-40B4-BE49-F238E27FC236}">
                    <a16:creationId xmlns:a16="http://schemas.microsoft.com/office/drawing/2014/main" id="{740E2AF7-5689-9248-A162-3841BCBFB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968" name="Group 321">
                  <a:extLst>
                    <a:ext uri="{FF2B5EF4-FFF2-40B4-BE49-F238E27FC236}">
                      <a16:creationId xmlns:a16="http://schemas.microsoft.com/office/drawing/2014/main" id="{07BB8175-B9AC-4443-8FF2-EBAE1A93BB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972" name="Rectangle 322">
                    <a:extLst>
                      <a:ext uri="{FF2B5EF4-FFF2-40B4-BE49-F238E27FC236}">
                        <a16:creationId xmlns:a16="http://schemas.microsoft.com/office/drawing/2014/main" id="{5F315AE2-C0AB-B948-8D19-54AE1B571D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3" name="Text Box 323">
                    <a:extLst>
                      <a:ext uri="{FF2B5EF4-FFF2-40B4-BE49-F238E27FC236}">
                        <a16:creationId xmlns:a16="http://schemas.microsoft.com/office/drawing/2014/main" id="{5099DC84-26F5-E34B-AA99-0B387A2727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969" name="Group 324">
                  <a:extLst>
                    <a:ext uri="{FF2B5EF4-FFF2-40B4-BE49-F238E27FC236}">
                      <a16:creationId xmlns:a16="http://schemas.microsoft.com/office/drawing/2014/main" id="{612ED850-223C-DE49-A666-F267507B8E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70" name="Rectangle 325">
                    <a:extLst>
                      <a:ext uri="{FF2B5EF4-FFF2-40B4-BE49-F238E27FC236}">
                        <a16:creationId xmlns:a16="http://schemas.microsoft.com/office/drawing/2014/main" id="{EB39FB28-9965-7A47-8350-8115025658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71" name="Rectangle 326">
                    <a:extLst>
                      <a:ext uri="{FF2B5EF4-FFF2-40B4-BE49-F238E27FC236}">
                        <a16:creationId xmlns:a16="http://schemas.microsoft.com/office/drawing/2014/main" id="{F10C57B1-0008-6B4D-84EE-3F7F08FFE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966" name="Rectangle 327">
                <a:extLst>
                  <a:ext uri="{FF2B5EF4-FFF2-40B4-BE49-F238E27FC236}">
                    <a16:creationId xmlns:a16="http://schemas.microsoft.com/office/drawing/2014/main" id="{EA174235-C690-2947-8D8A-6552937C8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67" name="Rectangle 328">
                <a:extLst>
                  <a:ext uri="{FF2B5EF4-FFF2-40B4-BE49-F238E27FC236}">
                    <a16:creationId xmlns:a16="http://schemas.microsoft.com/office/drawing/2014/main" id="{6F2404D7-BEC2-774E-AC4E-879C82C5F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962" name="Rectangle 329">
              <a:extLst>
                <a:ext uri="{FF2B5EF4-FFF2-40B4-BE49-F238E27FC236}">
                  <a16:creationId xmlns:a16="http://schemas.microsoft.com/office/drawing/2014/main" id="{0790A545-85C2-0745-A2D2-FD00ADCE6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3" name="Rectangle 330">
              <a:extLst>
                <a:ext uri="{FF2B5EF4-FFF2-40B4-BE49-F238E27FC236}">
                  <a16:creationId xmlns:a16="http://schemas.microsoft.com/office/drawing/2014/main" id="{258DF1A4-F461-9547-9E2F-55EDEF31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64" name="Rectangle 331">
              <a:extLst>
                <a:ext uri="{FF2B5EF4-FFF2-40B4-BE49-F238E27FC236}">
                  <a16:creationId xmlns:a16="http://schemas.microsoft.com/office/drawing/2014/main" id="{8E131857-A817-B641-ACBF-7B42AEF5D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83" name="Group 442">
            <a:extLst>
              <a:ext uri="{FF2B5EF4-FFF2-40B4-BE49-F238E27FC236}">
                <a16:creationId xmlns:a16="http://schemas.microsoft.com/office/drawing/2014/main" id="{CAE32C70-D1FB-BA42-8A1B-258AC0E2B6F1}"/>
              </a:ext>
            </a:extLst>
          </p:cNvPr>
          <p:cNvGrpSpPr>
            <a:grpSpLocks/>
          </p:cNvGrpSpPr>
          <p:nvPr/>
        </p:nvGrpSpPr>
        <p:grpSpPr bwMode="auto"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984" name="Group 344">
              <a:extLst>
                <a:ext uri="{FF2B5EF4-FFF2-40B4-BE49-F238E27FC236}">
                  <a16:creationId xmlns:a16="http://schemas.microsoft.com/office/drawing/2014/main" id="{535B826F-510C-BF44-9510-D17EB2F18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89" name="Group 345">
                <a:extLst>
                  <a:ext uri="{FF2B5EF4-FFF2-40B4-BE49-F238E27FC236}">
                    <a16:creationId xmlns:a16="http://schemas.microsoft.com/office/drawing/2014/main" id="{CC2F36E8-F561-254D-A2F3-9EC429D2FC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014" name="Group 346">
                  <a:extLst>
                    <a:ext uri="{FF2B5EF4-FFF2-40B4-BE49-F238E27FC236}">
                      <a16:creationId xmlns:a16="http://schemas.microsoft.com/office/drawing/2014/main" id="{2A39A3DF-37B9-A046-B45F-DDEB0747FF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017" name="Rectangle 347">
                    <a:extLst>
                      <a:ext uri="{FF2B5EF4-FFF2-40B4-BE49-F238E27FC236}">
                        <a16:creationId xmlns:a16="http://schemas.microsoft.com/office/drawing/2014/main" id="{CDDBFF1B-133C-C242-9AD4-CA71E208AB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8" name="Text Box 348">
                    <a:extLst>
                      <a:ext uri="{FF2B5EF4-FFF2-40B4-BE49-F238E27FC236}">
                        <a16:creationId xmlns:a16="http://schemas.microsoft.com/office/drawing/2014/main" id="{3E9F27AD-85F0-9142-80D2-9255459C40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1015" name="Rectangle 349">
                  <a:extLst>
                    <a:ext uri="{FF2B5EF4-FFF2-40B4-BE49-F238E27FC236}">
                      <a16:creationId xmlns:a16="http://schemas.microsoft.com/office/drawing/2014/main" id="{A38BC2AA-3B4D-3E45-9E24-8F7FA47DC2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16" name="Rectangle 350">
                  <a:extLst>
                    <a:ext uri="{FF2B5EF4-FFF2-40B4-BE49-F238E27FC236}">
                      <a16:creationId xmlns:a16="http://schemas.microsoft.com/office/drawing/2014/main" id="{4D0DCC29-F838-854E-B252-6092C4CC72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0" name="Group 351">
                <a:extLst>
                  <a:ext uri="{FF2B5EF4-FFF2-40B4-BE49-F238E27FC236}">
                    <a16:creationId xmlns:a16="http://schemas.microsoft.com/office/drawing/2014/main" id="{E3BB0571-3E41-2243-A4B9-ADED5DED6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008" name="Group 352">
                  <a:extLst>
                    <a:ext uri="{FF2B5EF4-FFF2-40B4-BE49-F238E27FC236}">
                      <a16:creationId xmlns:a16="http://schemas.microsoft.com/office/drawing/2014/main" id="{1C138F43-E151-7F43-A52C-AD2B7236B9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012" name="Rectangle 353">
                    <a:extLst>
                      <a:ext uri="{FF2B5EF4-FFF2-40B4-BE49-F238E27FC236}">
                        <a16:creationId xmlns:a16="http://schemas.microsoft.com/office/drawing/2014/main" id="{7653FF77-2A5B-F14E-8DBC-6CFE9E5842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3" name="Text Box 354">
                    <a:extLst>
                      <a:ext uri="{FF2B5EF4-FFF2-40B4-BE49-F238E27FC236}">
                        <a16:creationId xmlns:a16="http://schemas.microsoft.com/office/drawing/2014/main" id="{9CBC4FC0-A9F3-C141-A9E4-1D05ADAC0F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1009" name="Group 355">
                  <a:extLst>
                    <a:ext uri="{FF2B5EF4-FFF2-40B4-BE49-F238E27FC236}">
                      <a16:creationId xmlns:a16="http://schemas.microsoft.com/office/drawing/2014/main" id="{310047C9-8808-4445-B52D-5CA46FDD64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10" name="Rectangle 356">
                    <a:extLst>
                      <a:ext uri="{FF2B5EF4-FFF2-40B4-BE49-F238E27FC236}">
                        <a16:creationId xmlns:a16="http://schemas.microsoft.com/office/drawing/2014/main" id="{96EC94E7-E7F6-424C-8131-D0050A04AC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011" name="Rectangle 357">
                    <a:extLst>
                      <a:ext uri="{FF2B5EF4-FFF2-40B4-BE49-F238E27FC236}">
                        <a16:creationId xmlns:a16="http://schemas.microsoft.com/office/drawing/2014/main" id="{31A0860A-5296-1C40-B3AD-99D10D108C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991" name="Group 358">
                <a:extLst>
                  <a:ext uri="{FF2B5EF4-FFF2-40B4-BE49-F238E27FC236}">
                    <a16:creationId xmlns:a16="http://schemas.microsoft.com/office/drawing/2014/main" id="{B8BA444A-6734-E648-A8B7-625F44F741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06" name="Rectangle 359">
                  <a:extLst>
                    <a:ext uri="{FF2B5EF4-FFF2-40B4-BE49-F238E27FC236}">
                      <a16:creationId xmlns:a16="http://schemas.microsoft.com/office/drawing/2014/main" id="{64C334ED-D7B4-9446-9CB5-432A9E9F1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007" name="Rectangle 360">
                  <a:extLst>
                    <a:ext uri="{FF2B5EF4-FFF2-40B4-BE49-F238E27FC236}">
                      <a16:creationId xmlns:a16="http://schemas.microsoft.com/office/drawing/2014/main" id="{7F68324F-E179-3446-A101-B4E7CAEE8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992" name="Group 361">
                <a:extLst>
                  <a:ext uri="{FF2B5EF4-FFF2-40B4-BE49-F238E27FC236}">
                    <a16:creationId xmlns:a16="http://schemas.microsoft.com/office/drawing/2014/main" id="{E66A5E66-1B3E-2D4E-9100-D69BCCCB07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93" name="Group 362">
                  <a:extLst>
                    <a:ext uri="{FF2B5EF4-FFF2-40B4-BE49-F238E27FC236}">
                      <a16:creationId xmlns:a16="http://schemas.microsoft.com/office/drawing/2014/main" id="{9FB4C4AA-CF1C-A240-A099-A6B39C7D16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997" name="Group 363">
                    <a:extLst>
                      <a:ext uri="{FF2B5EF4-FFF2-40B4-BE49-F238E27FC236}">
                        <a16:creationId xmlns:a16="http://schemas.microsoft.com/office/drawing/2014/main" id="{DD3ADBE0-19D6-AA4A-AFE7-344358E34CE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000" name="Group 364">
                      <a:extLst>
                        <a:ext uri="{FF2B5EF4-FFF2-40B4-BE49-F238E27FC236}">
                          <a16:creationId xmlns:a16="http://schemas.microsoft.com/office/drawing/2014/main" id="{C6146689-126B-B940-9665-055B14C214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004" name="Rectangle 365">
                        <a:extLst>
                          <a:ext uri="{FF2B5EF4-FFF2-40B4-BE49-F238E27FC236}">
                            <a16:creationId xmlns:a16="http://schemas.microsoft.com/office/drawing/2014/main" id="{3CCBDEDA-5855-334C-9BBC-9B86EE229E3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5" name="Text Box 366">
                        <a:extLst>
                          <a:ext uri="{FF2B5EF4-FFF2-40B4-BE49-F238E27FC236}">
                            <a16:creationId xmlns:a16="http://schemas.microsoft.com/office/drawing/2014/main" id="{6E0072AB-BA09-C440-BE8B-9453DC857846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001" name="Group 367">
                      <a:extLst>
                        <a:ext uri="{FF2B5EF4-FFF2-40B4-BE49-F238E27FC236}">
                          <a16:creationId xmlns:a16="http://schemas.microsoft.com/office/drawing/2014/main" id="{E8A63574-AAA9-514D-A845-F608E8E0B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02" name="Rectangle 368">
                        <a:extLst>
                          <a:ext uri="{FF2B5EF4-FFF2-40B4-BE49-F238E27FC236}">
                            <a16:creationId xmlns:a16="http://schemas.microsoft.com/office/drawing/2014/main" id="{504B5B68-81BD-1E45-9AE7-0B22E4EF28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003" name="Rectangle 369">
                        <a:extLst>
                          <a:ext uri="{FF2B5EF4-FFF2-40B4-BE49-F238E27FC236}">
                            <a16:creationId xmlns:a16="http://schemas.microsoft.com/office/drawing/2014/main" id="{982029F1-0177-F84B-B77A-42B9829C52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998" name="Rectangle 370">
                    <a:extLst>
                      <a:ext uri="{FF2B5EF4-FFF2-40B4-BE49-F238E27FC236}">
                        <a16:creationId xmlns:a16="http://schemas.microsoft.com/office/drawing/2014/main" id="{E5DC45E8-ABEF-2B40-BF11-6C4B34D1F9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99" name="Rectangle 371">
                    <a:extLst>
                      <a:ext uri="{FF2B5EF4-FFF2-40B4-BE49-F238E27FC236}">
                        <a16:creationId xmlns:a16="http://schemas.microsoft.com/office/drawing/2014/main" id="{2FA6CC4C-BC5C-734A-8F22-98287FB76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994" name="Rectangle 372">
                  <a:extLst>
                    <a:ext uri="{FF2B5EF4-FFF2-40B4-BE49-F238E27FC236}">
                      <a16:creationId xmlns:a16="http://schemas.microsoft.com/office/drawing/2014/main" id="{34E664B8-99D6-6F40-BE55-0AA80C7A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5" name="Rectangle 373">
                  <a:extLst>
                    <a:ext uri="{FF2B5EF4-FFF2-40B4-BE49-F238E27FC236}">
                      <a16:creationId xmlns:a16="http://schemas.microsoft.com/office/drawing/2014/main" id="{CC4EE0A5-884E-484A-A205-3EFE607F3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96" name="Rectangle 374">
                  <a:extLst>
                    <a:ext uri="{FF2B5EF4-FFF2-40B4-BE49-F238E27FC236}">
                      <a16:creationId xmlns:a16="http://schemas.microsoft.com/office/drawing/2014/main" id="{C1058AB9-C0A2-5041-A945-698709EF8C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85" name="AutoShape 375">
              <a:extLst>
                <a:ext uri="{FF2B5EF4-FFF2-40B4-BE49-F238E27FC236}">
                  <a16:creationId xmlns:a16="http://schemas.microsoft.com/office/drawing/2014/main" id="{2C8575A3-B4A6-1746-BC86-0260073648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86" name="Group 379">
              <a:extLst>
                <a:ext uri="{FF2B5EF4-FFF2-40B4-BE49-F238E27FC236}">
                  <a16:creationId xmlns:a16="http://schemas.microsoft.com/office/drawing/2014/main" id="{8567E088-D32D-624C-8A9C-F9EDEDB11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987" name="Rectangle 380">
                <a:extLst>
                  <a:ext uri="{FF2B5EF4-FFF2-40B4-BE49-F238E27FC236}">
                    <a16:creationId xmlns:a16="http://schemas.microsoft.com/office/drawing/2014/main" id="{D38CEFD3-34E4-4144-A4A9-E29D2BC79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8" name="Text Box 381">
                <a:extLst>
                  <a:ext uri="{FF2B5EF4-FFF2-40B4-BE49-F238E27FC236}">
                    <a16:creationId xmlns:a16="http://schemas.microsoft.com/office/drawing/2014/main" id="{9C84556C-DFF7-A54D-B709-593A7941D6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1019" name="Group 476">
            <a:extLst>
              <a:ext uri="{FF2B5EF4-FFF2-40B4-BE49-F238E27FC236}">
                <a16:creationId xmlns:a16="http://schemas.microsoft.com/office/drawing/2014/main" id="{2C1D9870-C854-6D41-84D3-89EBBCE7DBE8}"/>
              </a:ext>
            </a:extLst>
          </p:cNvPr>
          <p:cNvGrpSpPr>
            <a:grpSpLocks/>
          </p:cNvGrpSpPr>
          <p:nvPr/>
        </p:nvGrpSpPr>
        <p:grpSpPr bwMode="auto"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1020" name="Rectangle 477">
              <a:extLst>
                <a:ext uri="{FF2B5EF4-FFF2-40B4-BE49-F238E27FC236}">
                  <a16:creationId xmlns:a16="http://schemas.microsoft.com/office/drawing/2014/main" id="{48A1A89D-C73C-2D42-A1DC-1D8E81C65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21" name="Text Box 478">
              <a:extLst>
                <a:ext uri="{FF2B5EF4-FFF2-40B4-BE49-F238E27FC236}">
                  <a16:creationId xmlns:a16="http://schemas.microsoft.com/office/drawing/2014/main" id="{8095651D-95AD-644F-9F69-F6E846D5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1022" name="Rectangle 479">
            <a:extLst>
              <a:ext uri="{FF2B5EF4-FFF2-40B4-BE49-F238E27FC236}">
                <a16:creationId xmlns:a16="http://schemas.microsoft.com/office/drawing/2014/main" id="{B807A09D-A4F1-304B-AB9E-DF3D2754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request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encapsulated</a:t>
            </a:r>
            <a:r>
              <a:rPr lang="en-US" sz="2800" dirty="0">
                <a:solidFill>
                  <a:srgbClr val="3333CC"/>
                </a:solidFill>
                <a:ea typeface="ＭＳ Ｐゴシック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UDP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IP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, encapsulated in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802.3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1023" name="Rectangle 480">
            <a:extLst>
              <a:ext uri="{FF2B5EF4-FFF2-40B4-BE49-F238E27FC236}">
                <a16:creationId xmlns:a16="http://schemas.microsoft.com/office/drawing/2014/main" id="{F684AC9E-DDAB-6349-BA14-508B7489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frame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broadcast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(dest: FFFFFFFFFFFF) on LAN, received at router running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DHCP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server</a:t>
            </a:r>
          </a:p>
        </p:txBody>
      </p:sp>
      <p:sp>
        <p:nvSpPr>
          <p:cNvPr id="1024" name="Rectangle 481">
            <a:extLst>
              <a:ext uri="{FF2B5EF4-FFF2-40B4-BE49-F238E27FC236}">
                <a16:creationId xmlns:a16="http://schemas.microsoft.com/office/drawing/2014/main" id="{EF21724D-DF9C-9943-ABAA-C4C6633ED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Ethernet </a:t>
            </a:r>
            <a:r>
              <a:rPr lang="en-US" sz="2800" dirty="0">
                <a:solidFill>
                  <a:srgbClr val="0000A8"/>
                </a:solidFill>
                <a:ea typeface="ＭＳ Ｐゴシック" charset="0"/>
              </a:rPr>
              <a:t>de-muxed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IP de-muxed, UDP de-muxed to DHCP </a:t>
            </a:r>
          </a:p>
        </p:txBody>
      </p: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221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3.7037E-6 L 0.22748 0.00416 L 0.10834 0.27291 L -0.0181 0.27129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95" y="13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00" grpId="0"/>
      <p:bldP spid="913" grpId="0" build="p"/>
      <p:bldP spid="1022" grpId="0"/>
      <p:bldP spid="1023" grpId="0"/>
      <p:bldP spid="10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/>
          <a:lstStyle/>
          <a:p>
            <a:r>
              <a:rPr lang="en-US" dirty="0"/>
              <a:t>A day in the life: connecting to the Internet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05000" y="2501153"/>
            <a:ext cx="954696" cy="828225"/>
            <a:chOff x="7432700" y="2327293"/>
            <a:chExt cx="534987" cy="407988"/>
          </a:xfrm>
        </p:grpSpPr>
        <p:pic>
          <p:nvPicPr>
            <p:cNvPr id="649" name="Picture 1017" descr="antenna_stylized">
              <a:extLst>
                <a:ext uri="{FF2B5EF4-FFF2-40B4-BE49-F238E27FC236}">
                  <a16:creationId xmlns:a16="http://schemas.microsoft.com/office/drawing/2014/main" id="{DFEB7442-5BFA-4240-BDFC-20FF05514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DHCP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DHCP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974" name="Group 342">
            <a:extLst>
              <a:ext uri="{FF2B5EF4-FFF2-40B4-BE49-F238E27FC236}">
                <a16:creationId xmlns:a16="http://schemas.microsoft.com/office/drawing/2014/main" id="{68368F8A-0905-C04F-8373-D523E15DD390}"/>
              </a:ext>
            </a:extLst>
          </p:cNvPr>
          <p:cNvGrpSpPr>
            <a:grpSpLocks/>
          </p:cNvGrpSpPr>
          <p:nvPr/>
        </p:nvGrpSpPr>
        <p:grpSpPr bwMode="auto"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975" name="Freeform 334">
              <a:extLst>
                <a:ext uri="{FF2B5EF4-FFF2-40B4-BE49-F238E27FC236}">
                  <a16:creationId xmlns:a16="http://schemas.microsoft.com/office/drawing/2014/main" id="{FEE3001B-2BDF-E641-AFF3-DFF0ECFF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75000"/>
                  </a:srgbClr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76" name="Group 335">
              <a:extLst>
                <a:ext uri="{FF2B5EF4-FFF2-40B4-BE49-F238E27FC236}">
                  <a16:creationId xmlns:a16="http://schemas.microsoft.com/office/drawing/2014/main" id="{075A72C7-137F-3848-A6E3-E64A408A3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977" name="Rectangle 336">
                <a:extLst>
                  <a:ext uri="{FF2B5EF4-FFF2-40B4-BE49-F238E27FC236}">
                    <a16:creationId xmlns:a16="http://schemas.microsoft.com/office/drawing/2014/main" id="{5A39D877-B301-F047-BE8E-34B3EF11C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78" name="Text Box 337">
                <a:extLst>
                  <a:ext uri="{FF2B5EF4-FFF2-40B4-BE49-F238E27FC236}">
                    <a16:creationId xmlns:a16="http://schemas.microsoft.com/office/drawing/2014/main" id="{3B8C2E8D-8470-A948-BC08-E08C84966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79" name="Line 338">
                <a:extLst>
                  <a:ext uri="{FF2B5EF4-FFF2-40B4-BE49-F238E27FC236}">
                    <a16:creationId xmlns:a16="http://schemas.microsoft.com/office/drawing/2014/main" id="{D0A08B72-CDE0-DE4B-8B12-A912F9745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0" name="Line 339">
                <a:extLst>
                  <a:ext uri="{FF2B5EF4-FFF2-40B4-BE49-F238E27FC236}">
                    <a16:creationId xmlns:a16="http://schemas.microsoft.com/office/drawing/2014/main" id="{A57D4F7D-2E7F-6840-AC85-141D53A7F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1" name="Line 340">
                <a:extLst>
                  <a:ext uri="{FF2B5EF4-FFF2-40B4-BE49-F238E27FC236}">
                    <a16:creationId xmlns:a16="http://schemas.microsoft.com/office/drawing/2014/main" id="{8CF39C3F-AF73-EB42-B07E-8E2490424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82" name="Line 341">
                <a:extLst>
                  <a:ext uri="{FF2B5EF4-FFF2-40B4-BE49-F238E27FC236}">
                    <a16:creationId xmlns:a16="http://schemas.microsoft.com/office/drawing/2014/main" id="{6579215B-0078-6047-B238-35EDE678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9" name="Rectangle 3">
            <a:extLst>
              <a:ext uri="{FF2B5EF4-FFF2-40B4-BE49-F238E27FC236}">
                <a16:creationId xmlns:a16="http://schemas.microsoft.com/office/drawing/2014/main" id="{7B871886-3DE1-0B4A-8DB9-883FE1D7E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1775" indent="-231775">
              <a:lnSpc>
                <a:spcPct val="80000"/>
              </a:lnSpc>
              <a:defRPr/>
            </a:pPr>
            <a:r>
              <a:rPr lang="en-US" kern="0" dirty="0">
                <a:cs typeface="+mn-cs"/>
              </a:rPr>
              <a:t>DHCP server formulates </a:t>
            </a:r>
            <a:r>
              <a:rPr lang="en-US" kern="0" dirty="0">
                <a:solidFill>
                  <a:srgbClr val="C00000"/>
                </a:solidFill>
                <a:cs typeface="+mn-cs"/>
              </a:rPr>
              <a:t>DHCP ACK </a:t>
            </a:r>
            <a:r>
              <a:rPr lang="en-US" kern="0" dirty="0">
                <a:cs typeface="+mn-cs"/>
              </a:rPr>
              <a:t>containing client</a:t>
            </a:r>
            <a:r>
              <a:rPr lang="en-US" altLang="ja-JP" kern="0" dirty="0">
                <a:cs typeface="+mn-cs"/>
              </a:rPr>
              <a:t>’</a:t>
            </a:r>
            <a:r>
              <a:rPr lang="en-US" kern="0" dirty="0"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kern="0" dirty="0">
              <a:cs typeface="+mn-cs"/>
            </a:endParaRPr>
          </a:p>
        </p:txBody>
      </p:sp>
      <p:grpSp>
        <p:nvGrpSpPr>
          <p:cNvPr id="290" name="Group 57">
            <a:extLst>
              <a:ext uri="{FF2B5EF4-FFF2-40B4-BE49-F238E27FC236}">
                <a16:creationId xmlns:a16="http://schemas.microsoft.com/office/drawing/2014/main" id="{37C8DAC2-4F10-5D40-BFEB-36DD810D29E8}"/>
              </a:ext>
            </a:extLst>
          </p:cNvPr>
          <p:cNvGrpSpPr>
            <a:grpSpLocks/>
          </p:cNvGrpSpPr>
          <p:nvPr/>
        </p:nvGrpSpPr>
        <p:grpSpPr bwMode="auto"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291" name="Group 58">
              <a:extLst>
                <a:ext uri="{FF2B5EF4-FFF2-40B4-BE49-F238E27FC236}">
                  <a16:creationId xmlns:a16="http://schemas.microsoft.com/office/drawing/2014/main" id="{586D51E3-E709-E748-B55A-04F83F765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93" name="Group 59">
                <a:extLst>
                  <a:ext uri="{FF2B5EF4-FFF2-40B4-BE49-F238E27FC236}">
                    <a16:creationId xmlns:a16="http://schemas.microsoft.com/office/drawing/2014/main" id="{61F14A68-1B09-4949-8F3A-2E3CEA1369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19" name="Group 60">
                  <a:extLst>
                    <a:ext uri="{FF2B5EF4-FFF2-40B4-BE49-F238E27FC236}">
                      <a16:creationId xmlns:a16="http://schemas.microsoft.com/office/drawing/2014/main" id="{0964A370-2208-9941-9E3F-7ED5F1900B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22" name="Rectangle 61">
                    <a:extLst>
                      <a:ext uri="{FF2B5EF4-FFF2-40B4-BE49-F238E27FC236}">
                        <a16:creationId xmlns:a16="http://schemas.microsoft.com/office/drawing/2014/main" id="{306955EB-3F12-5241-949F-01DE6F58A5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Text Box 62">
                    <a:extLst>
                      <a:ext uri="{FF2B5EF4-FFF2-40B4-BE49-F238E27FC236}">
                        <a16:creationId xmlns:a16="http://schemas.microsoft.com/office/drawing/2014/main" id="{6C1CB358-3642-7742-913B-9FD320DFEEE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20" name="Rectangle 63">
                  <a:extLst>
                    <a:ext uri="{FF2B5EF4-FFF2-40B4-BE49-F238E27FC236}">
                      <a16:creationId xmlns:a16="http://schemas.microsoft.com/office/drawing/2014/main" id="{3BAB0199-2F96-024A-879C-1B4571C2C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Rectangle 64">
                  <a:extLst>
                    <a:ext uri="{FF2B5EF4-FFF2-40B4-BE49-F238E27FC236}">
                      <a16:creationId xmlns:a16="http://schemas.microsoft.com/office/drawing/2014/main" id="{8AA4D9A0-7D57-9442-B07C-8B69573583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4" name="Group 65">
                <a:extLst>
                  <a:ext uri="{FF2B5EF4-FFF2-40B4-BE49-F238E27FC236}">
                    <a16:creationId xmlns:a16="http://schemas.microsoft.com/office/drawing/2014/main" id="{D4DD8D77-AB57-9348-AE5A-07C8ADB7D6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13" name="Group 66">
                  <a:extLst>
                    <a:ext uri="{FF2B5EF4-FFF2-40B4-BE49-F238E27FC236}">
                      <a16:creationId xmlns:a16="http://schemas.microsoft.com/office/drawing/2014/main" id="{7486484F-938A-3F40-A3CD-FA895820E2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17" name="Rectangle 67">
                    <a:extLst>
                      <a:ext uri="{FF2B5EF4-FFF2-40B4-BE49-F238E27FC236}">
                        <a16:creationId xmlns:a16="http://schemas.microsoft.com/office/drawing/2014/main" id="{8D8492F5-F289-3E4E-A7D2-E77CFD521A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8" name="Text Box 68">
                    <a:extLst>
                      <a:ext uri="{FF2B5EF4-FFF2-40B4-BE49-F238E27FC236}">
                        <a16:creationId xmlns:a16="http://schemas.microsoft.com/office/drawing/2014/main" id="{84DB4EB8-215F-DB43-921B-1CAF30D39C0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14" name="Group 69">
                  <a:extLst>
                    <a:ext uri="{FF2B5EF4-FFF2-40B4-BE49-F238E27FC236}">
                      <a16:creationId xmlns:a16="http://schemas.microsoft.com/office/drawing/2014/main" id="{E97791E3-AA44-7248-9B39-5011091659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15" name="Rectangle 70">
                    <a:extLst>
                      <a:ext uri="{FF2B5EF4-FFF2-40B4-BE49-F238E27FC236}">
                        <a16:creationId xmlns:a16="http://schemas.microsoft.com/office/drawing/2014/main" id="{C2F175E6-EEA1-9F4E-91D9-252F3AD8FA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6" name="Rectangle 71">
                    <a:extLst>
                      <a:ext uri="{FF2B5EF4-FFF2-40B4-BE49-F238E27FC236}">
                        <a16:creationId xmlns:a16="http://schemas.microsoft.com/office/drawing/2014/main" id="{E605F749-2D23-1C47-99A8-19EF2A9C6C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96" name="Group 72">
                <a:extLst>
                  <a:ext uri="{FF2B5EF4-FFF2-40B4-BE49-F238E27FC236}">
                    <a16:creationId xmlns:a16="http://schemas.microsoft.com/office/drawing/2014/main" id="{8CAE7331-2F85-B440-B302-D525A81148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11" name="Rectangle 73">
                  <a:extLst>
                    <a:ext uri="{FF2B5EF4-FFF2-40B4-BE49-F238E27FC236}">
                      <a16:creationId xmlns:a16="http://schemas.microsoft.com/office/drawing/2014/main" id="{6E683200-9017-424C-9F52-F506F2F83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74">
                  <a:extLst>
                    <a:ext uri="{FF2B5EF4-FFF2-40B4-BE49-F238E27FC236}">
                      <a16:creationId xmlns:a16="http://schemas.microsoft.com/office/drawing/2014/main" id="{3969F099-B1F4-974A-940F-987FE8503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75">
                <a:extLst>
                  <a:ext uri="{FF2B5EF4-FFF2-40B4-BE49-F238E27FC236}">
                    <a16:creationId xmlns:a16="http://schemas.microsoft.com/office/drawing/2014/main" id="{018977E7-F9A0-ED41-98D9-B4EAD08F0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98" name="Group 76">
                  <a:extLst>
                    <a:ext uri="{FF2B5EF4-FFF2-40B4-BE49-F238E27FC236}">
                      <a16:creationId xmlns:a16="http://schemas.microsoft.com/office/drawing/2014/main" id="{928DB5D8-985F-8347-9A9C-DA7A53A9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02" name="Group 77">
                    <a:extLst>
                      <a:ext uri="{FF2B5EF4-FFF2-40B4-BE49-F238E27FC236}">
                        <a16:creationId xmlns:a16="http://schemas.microsoft.com/office/drawing/2014/main" id="{888E790F-9BAC-2B40-90A9-DAD74AEF7E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05" name="Group 78">
                      <a:extLst>
                        <a:ext uri="{FF2B5EF4-FFF2-40B4-BE49-F238E27FC236}">
                          <a16:creationId xmlns:a16="http://schemas.microsoft.com/office/drawing/2014/main" id="{15A0B2F1-70CD-9B40-8297-7F7512A9EFA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09" name="Rectangle 79">
                        <a:extLst>
                          <a:ext uri="{FF2B5EF4-FFF2-40B4-BE49-F238E27FC236}">
                            <a16:creationId xmlns:a16="http://schemas.microsoft.com/office/drawing/2014/main" id="{21E258B4-731A-EC4C-839E-EFDACC71806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10" name="Text Box 80">
                        <a:extLst>
                          <a:ext uri="{FF2B5EF4-FFF2-40B4-BE49-F238E27FC236}">
                            <a16:creationId xmlns:a16="http://schemas.microsoft.com/office/drawing/2014/main" id="{44E618E5-B1F9-724E-B7A8-703CF4D9632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06" name="Group 81">
                      <a:extLst>
                        <a:ext uri="{FF2B5EF4-FFF2-40B4-BE49-F238E27FC236}">
                          <a16:creationId xmlns:a16="http://schemas.microsoft.com/office/drawing/2014/main" id="{2DA4F930-1E58-2C42-BE02-B769CCF5261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07" name="Rectangle 82">
                        <a:extLst>
                          <a:ext uri="{FF2B5EF4-FFF2-40B4-BE49-F238E27FC236}">
                            <a16:creationId xmlns:a16="http://schemas.microsoft.com/office/drawing/2014/main" id="{EFA99778-FD4F-084D-9FDB-510BBB0E1D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08" name="Rectangle 83">
                        <a:extLst>
                          <a:ext uri="{FF2B5EF4-FFF2-40B4-BE49-F238E27FC236}">
                            <a16:creationId xmlns:a16="http://schemas.microsoft.com/office/drawing/2014/main" id="{32F43842-7DD3-DE4D-A916-A19571D6C3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03" name="Rectangle 84">
                    <a:extLst>
                      <a:ext uri="{FF2B5EF4-FFF2-40B4-BE49-F238E27FC236}">
                        <a16:creationId xmlns:a16="http://schemas.microsoft.com/office/drawing/2014/main" id="{2445B950-0E66-EE44-9A9B-0DFD11AC58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Rectangle 85">
                    <a:extLst>
                      <a:ext uri="{FF2B5EF4-FFF2-40B4-BE49-F238E27FC236}">
                        <a16:creationId xmlns:a16="http://schemas.microsoft.com/office/drawing/2014/main" id="{E8257C66-806D-AF47-A755-9B8859B1FC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299" name="Rectangle 86">
                  <a:extLst>
                    <a:ext uri="{FF2B5EF4-FFF2-40B4-BE49-F238E27FC236}">
                      <a16:creationId xmlns:a16="http://schemas.microsoft.com/office/drawing/2014/main" id="{1479792F-21C7-BF47-9501-7396581168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0" name="Rectangle 87">
                  <a:extLst>
                    <a:ext uri="{FF2B5EF4-FFF2-40B4-BE49-F238E27FC236}">
                      <a16:creationId xmlns:a16="http://schemas.microsoft.com/office/drawing/2014/main" id="{9954F467-6E7C-BA49-B7E8-7B2711B71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Rectangle 88">
                  <a:extLst>
                    <a:ext uri="{FF2B5EF4-FFF2-40B4-BE49-F238E27FC236}">
                      <a16:creationId xmlns:a16="http://schemas.microsoft.com/office/drawing/2014/main" id="{65AD9726-C793-0443-9F76-27D784834D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292" name="AutoShape 89">
              <a:extLst>
                <a:ext uri="{FF2B5EF4-FFF2-40B4-BE49-F238E27FC236}">
                  <a16:creationId xmlns:a16="http://schemas.microsoft.com/office/drawing/2014/main" id="{22CB65A8-1FB8-4D48-8E5A-46F62E8E7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627FA192-8658-9A4E-98F1-26C12012B879}"/>
              </a:ext>
            </a:extLst>
          </p:cNvPr>
          <p:cNvGrpSpPr>
            <a:grpSpLocks/>
          </p:cNvGrpSpPr>
          <p:nvPr/>
        </p:nvGrpSpPr>
        <p:grpSpPr bwMode="auto"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325" name="Group 91">
              <a:extLst>
                <a:ext uri="{FF2B5EF4-FFF2-40B4-BE49-F238E27FC236}">
                  <a16:creationId xmlns:a16="http://schemas.microsoft.com/office/drawing/2014/main" id="{49BA10AF-3B37-104A-BCFF-22430D3B7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333" name="Group 92">
                <a:extLst>
                  <a:ext uri="{FF2B5EF4-FFF2-40B4-BE49-F238E27FC236}">
                    <a16:creationId xmlns:a16="http://schemas.microsoft.com/office/drawing/2014/main" id="{1E4D7DBD-B06D-CC4D-BD5A-48BE83AC5D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336" name="Group 93">
                  <a:extLst>
                    <a:ext uri="{FF2B5EF4-FFF2-40B4-BE49-F238E27FC236}">
                      <a16:creationId xmlns:a16="http://schemas.microsoft.com/office/drawing/2014/main" id="{194A75E5-96A9-1C40-B18D-D18152CED4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40" name="Rectangle 94">
                    <a:extLst>
                      <a:ext uri="{FF2B5EF4-FFF2-40B4-BE49-F238E27FC236}">
                        <a16:creationId xmlns:a16="http://schemas.microsoft.com/office/drawing/2014/main" id="{2DC75A14-9509-FD4C-918E-CB6F2A448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Text Box 95">
                    <a:extLst>
                      <a:ext uri="{FF2B5EF4-FFF2-40B4-BE49-F238E27FC236}">
                        <a16:creationId xmlns:a16="http://schemas.microsoft.com/office/drawing/2014/main" id="{F617B0D0-DB72-F449-BF5B-EF33EE6A61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37" name="Group 96">
                  <a:extLst>
                    <a:ext uri="{FF2B5EF4-FFF2-40B4-BE49-F238E27FC236}">
                      <a16:creationId xmlns:a16="http://schemas.microsoft.com/office/drawing/2014/main" id="{AC25ADBB-2176-944C-8B8D-767CE85359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38" name="Rectangle 97">
                    <a:extLst>
                      <a:ext uri="{FF2B5EF4-FFF2-40B4-BE49-F238E27FC236}">
                        <a16:creationId xmlns:a16="http://schemas.microsoft.com/office/drawing/2014/main" id="{0E217236-4A0A-6E45-819B-C9E1E1D4C0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Rectangle 98">
                    <a:extLst>
                      <a:ext uri="{FF2B5EF4-FFF2-40B4-BE49-F238E27FC236}">
                        <a16:creationId xmlns:a16="http://schemas.microsoft.com/office/drawing/2014/main" id="{EF8EBD81-20D3-304E-8E45-3B88FA1FE1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334" name="Rectangle 99">
                <a:extLst>
                  <a:ext uri="{FF2B5EF4-FFF2-40B4-BE49-F238E27FC236}">
                    <a16:creationId xmlns:a16="http://schemas.microsoft.com/office/drawing/2014/main" id="{B6153F06-604A-A84D-94D4-BCF8985CA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00">
                <a:extLst>
                  <a:ext uri="{FF2B5EF4-FFF2-40B4-BE49-F238E27FC236}">
                    <a16:creationId xmlns:a16="http://schemas.microsoft.com/office/drawing/2014/main" id="{4A48C38C-FB90-9E48-863A-6098EE05F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26" name="Rectangle 101">
              <a:extLst>
                <a:ext uri="{FF2B5EF4-FFF2-40B4-BE49-F238E27FC236}">
                  <a16:creationId xmlns:a16="http://schemas.microsoft.com/office/drawing/2014/main" id="{B397BDA8-2CB9-2A48-BAE8-04E2FCFF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1" name="Rectangle 102">
              <a:extLst>
                <a:ext uri="{FF2B5EF4-FFF2-40B4-BE49-F238E27FC236}">
                  <a16:creationId xmlns:a16="http://schemas.microsoft.com/office/drawing/2014/main" id="{4251D2BB-EBB9-744F-8FA4-ACDD4A7E2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2" name="Rectangle 103">
              <a:extLst>
                <a:ext uri="{FF2B5EF4-FFF2-40B4-BE49-F238E27FC236}">
                  <a16:creationId xmlns:a16="http://schemas.microsoft.com/office/drawing/2014/main" id="{D7BFE06A-92AE-374C-8F20-2F4F01A3D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2" name="Group 113">
            <a:extLst>
              <a:ext uri="{FF2B5EF4-FFF2-40B4-BE49-F238E27FC236}">
                <a16:creationId xmlns:a16="http://schemas.microsoft.com/office/drawing/2014/main" id="{5883EEDA-DCBD-0140-95F3-07D052C9ACEC}"/>
              </a:ext>
            </a:extLst>
          </p:cNvPr>
          <p:cNvGrpSpPr>
            <a:grpSpLocks/>
          </p:cNvGrpSpPr>
          <p:nvPr/>
        </p:nvGrpSpPr>
        <p:grpSpPr bwMode="auto"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343" name="Group 114">
              <a:extLst>
                <a:ext uri="{FF2B5EF4-FFF2-40B4-BE49-F238E27FC236}">
                  <a16:creationId xmlns:a16="http://schemas.microsoft.com/office/drawing/2014/main" id="{D8F28A19-02BB-2147-955B-5EC7BA1B9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348" name="Group 115">
                <a:extLst>
                  <a:ext uri="{FF2B5EF4-FFF2-40B4-BE49-F238E27FC236}">
                    <a16:creationId xmlns:a16="http://schemas.microsoft.com/office/drawing/2014/main" id="{5C445902-86BE-6646-AF15-158184A32A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74" name="Group 116">
                  <a:extLst>
                    <a:ext uri="{FF2B5EF4-FFF2-40B4-BE49-F238E27FC236}">
                      <a16:creationId xmlns:a16="http://schemas.microsoft.com/office/drawing/2014/main" id="{4311E081-C87E-F944-8B67-1DEB5ECEA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77" name="Rectangle 117">
                    <a:extLst>
                      <a:ext uri="{FF2B5EF4-FFF2-40B4-BE49-F238E27FC236}">
                        <a16:creationId xmlns:a16="http://schemas.microsoft.com/office/drawing/2014/main" id="{ECF635FF-3612-4C4D-8CF5-35F26DCF9E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8" name="Text Box 118">
                    <a:extLst>
                      <a:ext uri="{FF2B5EF4-FFF2-40B4-BE49-F238E27FC236}">
                        <a16:creationId xmlns:a16="http://schemas.microsoft.com/office/drawing/2014/main" id="{F6110A27-4F3B-E347-A46E-5CE76FF9F26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sp>
              <p:nvSpPr>
                <p:cNvPr id="375" name="Rectangle 119">
                  <a:extLst>
                    <a:ext uri="{FF2B5EF4-FFF2-40B4-BE49-F238E27FC236}">
                      <a16:creationId xmlns:a16="http://schemas.microsoft.com/office/drawing/2014/main" id="{1341764B-E95B-7846-A7C7-697B31210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76" name="Rectangle 120">
                  <a:extLst>
                    <a:ext uri="{FF2B5EF4-FFF2-40B4-BE49-F238E27FC236}">
                      <a16:creationId xmlns:a16="http://schemas.microsoft.com/office/drawing/2014/main" id="{F3FB38BB-2247-3846-95CA-29159BEEFD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0" name="Group 121">
                <a:extLst>
                  <a:ext uri="{FF2B5EF4-FFF2-40B4-BE49-F238E27FC236}">
                    <a16:creationId xmlns:a16="http://schemas.microsoft.com/office/drawing/2014/main" id="{AFBD3A6C-1C80-8842-9F56-0D54017B31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68" name="Group 122">
                  <a:extLst>
                    <a:ext uri="{FF2B5EF4-FFF2-40B4-BE49-F238E27FC236}">
                      <a16:creationId xmlns:a16="http://schemas.microsoft.com/office/drawing/2014/main" id="{1A113B9C-3462-5942-A44E-6B07A542F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72" name="Rectangle 123">
                    <a:extLst>
                      <a:ext uri="{FF2B5EF4-FFF2-40B4-BE49-F238E27FC236}">
                        <a16:creationId xmlns:a16="http://schemas.microsoft.com/office/drawing/2014/main" id="{F1CC8B66-3B5E-D349-80F7-D9084983F6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3" name="Text Box 124">
                    <a:extLst>
                      <a:ext uri="{FF2B5EF4-FFF2-40B4-BE49-F238E27FC236}">
                        <a16:creationId xmlns:a16="http://schemas.microsoft.com/office/drawing/2014/main" id="{9D04501E-61A9-7840-8FDD-A4B0D85E1E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DHCP</a:t>
                    </a:r>
                  </a:p>
                </p:txBody>
              </p:sp>
            </p:grpSp>
            <p:grpSp>
              <p:nvGrpSpPr>
                <p:cNvPr id="369" name="Group 125">
                  <a:extLst>
                    <a:ext uri="{FF2B5EF4-FFF2-40B4-BE49-F238E27FC236}">
                      <a16:creationId xmlns:a16="http://schemas.microsoft.com/office/drawing/2014/main" id="{3DD83276-AEAB-544D-8216-A2090A138D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70" name="Rectangle 126">
                    <a:extLst>
                      <a:ext uri="{FF2B5EF4-FFF2-40B4-BE49-F238E27FC236}">
                        <a16:creationId xmlns:a16="http://schemas.microsoft.com/office/drawing/2014/main" id="{F23B95D8-54C4-D34E-946B-DEF86CB7B8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71" name="Rectangle 127">
                    <a:extLst>
                      <a:ext uri="{FF2B5EF4-FFF2-40B4-BE49-F238E27FC236}">
                        <a16:creationId xmlns:a16="http://schemas.microsoft.com/office/drawing/2014/main" id="{DA734683-A318-454E-A045-23BE51F0F5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51" name="Group 128">
                <a:extLst>
                  <a:ext uri="{FF2B5EF4-FFF2-40B4-BE49-F238E27FC236}">
                    <a16:creationId xmlns:a16="http://schemas.microsoft.com/office/drawing/2014/main" id="{16D8F290-90C4-884D-8BEC-4F527A600F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66" name="Rectangle 129">
                  <a:extLst>
                    <a:ext uri="{FF2B5EF4-FFF2-40B4-BE49-F238E27FC236}">
                      <a16:creationId xmlns:a16="http://schemas.microsoft.com/office/drawing/2014/main" id="{1D3E3622-DC4A-044E-A888-13677F7D1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67" name="Rectangle 130">
                  <a:extLst>
                    <a:ext uri="{FF2B5EF4-FFF2-40B4-BE49-F238E27FC236}">
                      <a16:creationId xmlns:a16="http://schemas.microsoft.com/office/drawing/2014/main" id="{B7CF74F0-E826-CE41-B70E-DC73509B6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52" name="Group 131">
                <a:extLst>
                  <a:ext uri="{FF2B5EF4-FFF2-40B4-BE49-F238E27FC236}">
                    <a16:creationId xmlns:a16="http://schemas.microsoft.com/office/drawing/2014/main" id="{D87ED124-1122-114E-A552-2B81F10E97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53" name="Group 132">
                  <a:extLst>
                    <a:ext uri="{FF2B5EF4-FFF2-40B4-BE49-F238E27FC236}">
                      <a16:creationId xmlns:a16="http://schemas.microsoft.com/office/drawing/2014/main" id="{3983C9C0-A891-BF4E-A921-C7DB56F4CC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57" name="Group 133">
                    <a:extLst>
                      <a:ext uri="{FF2B5EF4-FFF2-40B4-BE49-F238E27FC236}">
                        <a16:creationId xmlns:a16="http://schemas.microsoft.com/office/drawing/2014/main" id="{00BCA7B6-7079-5840-B49A-A1603E6357D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60" name="Group 134">
                      <a:extLst>
                        <a:ext uri="{FF2B5EF4-FFF2-40B4-BE49-F238E27FC236}">
                          <a16:creationId xmlns:a16="http://schemas.microsoft.com/office/drawing/2014/main" id="{5723C07F-7067-7442-B671-6E3710D5B30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64" name="Rectangle 135">
                        <a:extLst>
                          <a:ext uri="{FF2B5EF4-FFF2-40B4-BE49-F238E27FC236}">
                            <a16:creationId xmlns:a16="http://schemas.microsoft.com/office/drawing/2014/main" id="{B5AF0E21-ED85-9849-B221-EFD25F84BE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5" name="Text Box 136">
                        <a:extLst>
                          <a:ext uri="{FF2B5EF4-FFF2-40B4-BE49-F238E27FC236}">
                            <a16:creationId xmlns:a16="http://schemas.microsoft.com/office/drawing/2014/main" id="{45723D24-31C5-4846-BE05-0E7FD549A89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361" name="Group 137">
                      <a:extLst>
                        <a:ext uri="{FF2B5EF4-FFF2-40B4-BE49-F238E27FC236}">
                          <a16:creationId xmlns:a16="http://schemas.microsoft.com/office/drawing/2014/main" id="{80FE1C0E-16B1-2D44-B299-88A00143E6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62" name="Rectangle 138">
                        <a:extLst>
                          <a:ext uri="{FF2B5EF4-FFF2-40B4-BE49-F238E27FC236}">
                            <a16:creationId xmlns:a16="http://schemas.microsoft.com/office/drawing/2014/main" id="{D1EF3C03-E9F7-EA48-B907-E23FDF7AAEC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363" name="Rectangle 139">
                        <a:extLst>
                          <a:ext uri="{FF2B5EF4-FFF2-40B4-BE49-F238E27FC236}">
                            <a16:creationId xmlns:a16="http://schemas.microsoft.com/office/drawing/2014/main" id="{0E636BA2-C8E1-2748-ABAB-2E1309C06E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358" name="Rectangle 140">
                    <a:extLst>
                      <a:ext uri="{FF2B5EF4-FFF2-40B4-BE49-F238E27FC236}">
                        <a16:creationId xmlns:a16="http://schemas.microsoft.com/office/drawing/2014/main" id="{1E71C801-BC9F-C941-B2FA-82E6DFB91E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59" name="Rectangle 141">
                    <a:extLst>
                      <a:ext uri="{FF2B5EF4-FFF2-40B4-BE49-F238E27FC236}">
                        <a16:creationId xmlns:a16="http://schemas.microsoft.com/office/drawing/2014/main" id="{8C1C8646-0C84-7646-B3C5-C586B30A32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354" name="Rectangle 142">
                  <a:extLst>
                    <a:ext uri="{FF2B5EF4-FFF2-40B4-BE49-F238E27FC236}">
                      <a16:creationId xmlns:a16="http://schemas.microsoft.com/office/drawing/2014/main" id="{F7DE1756-9A3B-B144-842D-932034049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5" name="Rectangle 143">
                  <a:extLst>
                    <a:ext uri="{FF2B5EF4-FFF2-40B4-BE49-F238E27FC236}">
                      <a16:creationId xmlns:a16="http://schemas.microsoft.com/office/drawing/2014/main" id="{1BA49523-4DF4-5F44-9051-145D0A615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6" name="Rectangle 144">
                  <a:extLst>
                    <a:ext uri="{FF2B5EF4-FFF2-40B4-BE49-F238E27FC236}">
                      <a16:creationId xmlns:a16="http://schemas.microsoft.com/office/drawing/2014/main" id="{D8FFCB85-547D-C64B-A539-2E19568074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44" name="AutoShape 145">
              <a:extLst>
                <a:ext uri="{FF2B5EF4-FFF2-40B4-BE49-F238E27FC236}">
                  <a16:creationId xmlns:a16="http://schemas.microsoft.com/office/drawing/2014/main" id="{3F4330D4-196A-FE44-8859-2BBEE9440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45" name="Group 146">
              <a:extLst>
                <a:ext uri="{FF2B5EF4-FFF2-40B4-BE49-F238E27FC236}">
                  <a16:creationId xmlns:a16="http://schemas.microsoft.com/office/drawing/2014/main" id="{2C244F89-6CDC-B14C-B8E0-593D333F6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346" name="Rectangle 147">
                <a:extLst>
                  <a:ext uri="{FF2B5EF4-FFF2-40B4-BE49-F238E27FC236}">
                    <a16:creationId xmlns:a16="http://schemas.microsoft.com/office/drawing/2014/main" id="{3F1C1009-8ACA-AE4D-B2EA-D060B3041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7" name="Text Box 148">
                <a:extLst>
                  <a:ext uri="{FF2B5EF4-FFF2-40B4-BE49-F238E27FC236}">
                    <a16:creationId xmlns:a16="http://schemas.microsoft.com/office/drawing/2014/main" id="{E9DDB984-3FC1-9442-8445-5B270D2767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DHCP</a:t>
                </a:r>
              </a:p>
            </p:txBody>
          </p:sp>
        </p:grpSp>
      </p:grpSp>
      <p:grpSp>
        <p:nvGrpSpPr>
          <p:cNvPr id="379" name="Group 149">
            <a:extLst>
              <a:ext uri="{FF2B5EF4-FFF2-40B4-BE49-F238E27FC236}">
                <a16:creationId xmlns:a16="http://schemas.microsoft.com/office/drawing/2014/main" id="{CF307C47-A864-5E4F-9726-298AD443C250}"/>
              </a:ext>
            </a:extLst>
          </p:cNvPr>
          <p:cNvGrpSpPr>
            <a:grpSpLocks/>
          </p:cNvGrpSpPr>
          <p:nvPr/>
        </p:nvGrpSpPr>
        <p:grpSpPr bwMode="auto"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380" name="Rectangle 150">
              <a:extLst>
                <a:ext uri="{FF2B5EF4-FFF2-40B4-BE49-F238E27FC236}">
                  <a16:creationId xmlns:a16="http://schemas.microsoft.com/office/drawing/2014/main" id="{153D2A8C-D4DA-3744-9B39-E4470076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1" name="Text Box 151">
              <a:extLst>
                <a:ext uri="{FF2B5EF4-FFF2-40B4-BE49-F238E27FC236}">
                  <a16:creationId xmlns:a16="http://schemas.microsoft.com/office/drawing/2014/main" id="{188D7169-9E2B-604F-A79F-4277DE2B7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DHCP</a:t>
              </a:r>
            </a:p>
          </p:txBody>
        </p:sp>
      </p:grpSp>
      <p:sp>
        <p:nvSpPr>
          <p:cNvPr id="382" name="Rectangle 155">
            <a:extLst>
              <a:ext uri="{FF2B5EF4-FFF2-40B4-BE49-F238E27FC236}">
                <a16:creationId xmlns:a16="http://schemas.microsoft.com/office/drawing/2014/main" id="{E3E60786-723F-AF41-BAEB-EAE22AF7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encapsulation at DHCP server, frame forwarded (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switch learning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) through LAN, demultiplexing at client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83" name="Text Box 156">
            <a:extLst>
              <a:ext uri="{FF2B5EF4-FFF2-40B4-BE49-F238E27FC236}">
                <a16:creationId xmlns:a16="http://schemas.microsoft.com/office/drawing/2014/main" id="{C11E33FE-C63F-9746-B0FD-73D62EF6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Client now has IP address, knows name &amp; addr of DNS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0000A8"/>
                </a:solidFill>
                <a:latin typeface="+mn-lt"/>
              </a:rPr>
              <a:t>server, IP address of its first-hop router</a:t>
            </a:r>
          </a:p>
        </p:txBody>
      </p:sp>
      <p:sp>
        <p:nvSpPr>
          <p:cNvPr id="384" name="Rectangle 157">
            <a:extLst>
              <a:ext uri="{FF2B5EF4-FFF2-40B4-BE49-F238E27FC236}">
                <a16:creationId xmlns:a16="http://schemas.microsoft.com/office/drawing/2014/main" id="{EA276F5A-DB03-D14D-910F-E636747EE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DHCP client receives DHCP ACK reply</a:t>
            </a:r>
          </a:p>
        </p:txBody>
      </p:sp>
    </p:spTree>
    <p:extLst>
      <p:ext uri="{BB962C8B-B14F-4D97-AF65-F5344CB8AC3E}">
        <p14:creationId xmlns:p14="http://schemas.microsoft.com/office/powerpoint/2010/main" val="28809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0.1612 0.00278 L 0.28347 -0.29097 L -0.02422 -0.29306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-1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build="p"/>
      <p:bldP spid="382" grpId="0" build="p"/>
      <p:bldP spid="383" grpId="0"/>
      <p:bldP spid="38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A day in the life… ARP  </a:t>
            </a:r>
            <a:r>
              <a:rPr lang="en-US" sz="4000" dirty="0"/>
              <a:t>(before DNS, before HTTP)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49" name="Line 68">
            <a:extLst>
              <a:ext uri="{FF2B5EF4-FFF2-40B4-BE49-F238E27FC236}">
                <a16:creationId xmlns:a16="http://schemas.microsoft.com/office/drawing/2014/main" id="{A048E1EF-0C69-8847-A36A-ADFF266EF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4087905"/>
            <a:ext cx="512015" cy="18116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E9D7D9-4CDB-1846-A1D6-B5373D48D5FA}"/>
              </a:ext>
            </a:extLst>
          </p:cNvPr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router has </a:t>
            </a:r>
          </a:p>
          <a:p>
            <a:pPr>
              <a:lnSpc>
                <a:spcPct val="85000"/>
              </a:lnSpc>
            </a:pPr>
            <a:r>
              <a:rPr lang="en-US" dirty="0"/>
              <a:t>ARP server</a:t>
            </a:r>
          </a:p>
        </p:txBody>
      </p:sp>
      <p:sp>
        <p:nvSpPr>
          <p:cNvPr id="800" name="TextBox 799">
            <a:extLst>
              <a:ext uri="{FF2B5EF4-FFF2-40B4-BE49-F238E27FC236}">
                <a16:creationId xmlns:a16="http://schemas.microsoft.com/office/drawing/2014/main" id="{7BDA3AAD-B58E-6845-99C9-0537654BF779}"/>
              </a:ext>
            </a:extLst>
          </p:cNvPr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arriving mobile:</a:t>
            </a:r>
          </a:p>
          <a:p>
            <a:pPr>
              <a:lnSpc>
                <a:spcPct val="85000"/>
              </a:lnSpc>
            </a:pPr>
            <a:r>
              <a:rPr lang="en-US" dirty="0"/>
              <a:t>ARP client</a:t>
            </a:r>
          </a:p>
        </p:txBody>
      </p: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4F38AC-7072-2A41-9BA4-4EA38691E8F5}"/>
              </a:ext>
            </a:extLst>
          </p:cNvPr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974" name="Group 342">
              <a:extLst>
                <a:ext uri="{FF2B5EF4-FFF2-40B4-BE49-F238E27FC236}">
                  <a16:creationId xmlns:a16="http://schemas.microsoft.com/office/drawing/2014/main" id="{68368F8A-0905-C04F-8373-D523E15DD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975" name="Freeform 334">
                <a:extLst>
                  <a:ext uri="{FF2B5EF4-FFF2-40B4-BE49-F238E27FC236}">
                    <a16:creationId xmlns:a16="http://schemas.microsoft.com/office/drawing/2014/main" id="{FEE3001B-2BDF-E641-AFF3-DFF0ECFF1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4" y="2316"/>
                <a:ext cx="263" cy="441"/>
              </a:xfrm>
              <a:custGeom>
                <a:avLst/>
                <a:gdLst>
                  <a:gd name="T0" fmla="*/ 1 w 551"/>
                  <a:gd name="T1" fmla="*/ 0 h 801"/>
                  <a:gd name="T2" fmla="*/ 28 w 551"/>
                  <a:gd name="T3" fmla="*/ 402 h 801"/>
                  <a:gd name="T4" fmla="*/ 1 w 551"/>
                  <a:gd name="T5" fmla="*/ 801 h 801"/>
                  <a:gd name="T6" fmla="*/ 1 w 551"/>
                  <a:gd name="T7" fmla="*/ 535 h 801"/>
                  <a:gd name="T8" fmla="*/ 0 w 551"/>
                  <a:gd name="T9" fmla="*/ 371 h 801"/>
                  <a:gd name="T10" fmla="*/ 1 w 551"/>
                  <a:gd name="T11" fmla="*/ 0 h 8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connsiteX0" fmla="*/ 254 w 10000"/>
                  <a:gd name="connsiteY0" fmla="*/ 0 h 10000"/>
                  <a:gd name="connsiteX1" fmla="*/ 10000 w 10000"/>
                  <a:gd name="connsiteY1" fmla="*/ 5019 h 10000"/>
                  <a:gd name="connsiteX2" fmla="*/ 109 w 10000"/>
                  <a:gd name="connsiteY2" fmla="*/ 10000 h 10000"/>
                  <a:gd name="connsiteX3" fmla="*/ 236 w 10000"/>
                  <a:gd name="connsiteY3" fmla="*/ 6679 h 10000"/>
                  <a:gd name="connsiteX4" fmla="*/ 0 w 10000"/>
                  <a:gd name="connsiteY4" fmla="*/ 4632 h 10000"/>
                  <a:gd name="connsiteX5" fmla="*/ 254 w 10000"/>
                  <a:gd name="connsiteY5" fmla="*/ 0 h 10000"/>
                  <a:gd name="connsiteX0" fmla="*/ 254 w 7841"/>
                  <a:gd name="connsiteY0" fmla="*/ 0 h 10000"/>
                  <a:gd name="connsiteX1" fmla="*/ 7841 w 7841"/>
                  <a:gd name="connsiteY1" fmla="*/ 4764 h 10000"/>
                  <a:gd name="connsiteX2" fmla="*/ 109 w 7841"/>
                  <a:gd name="connsiteY2" fmla="*/ 10000 h 10000"/>
                  <a:gd name="connsiteX3" fmla="*/ 236 w 7841"/>
                  <a:gd name="connsiteY3" fmla="*/ 6679 h 10000"/>
                  <a:gd name="connsiteX4" fmla="*/ 0 w 7841"/>
                  <a:gd name="connsiteY4" fmla="*/ 4632 h 10000"/>
                  <a:gd name="connsiteX5" fmla="*/ 254 w 7841"/>
                  <a:gd name="connsiteY5" fmla="*/ 0 h 10000"/>
                  <a:gd name="connsiteX0" fmla="*/ 324 w 10000"/>
                  <a:gd name="connsiteY0" fmla="*/ 0 h 10000"/>
                  <a:gd name="connsiteX1" fmla="*/ 10000 w 10000"/>
                  <a:gd name="connsiteY1" fmla="*/ 4764 h 10000"/>
                  <a:gd name="connsiteX2" fmla="*/ 139 w 10000"/>
                  <a:gd name="connsiteY2" fmla="*/ 10000 h 10000"/>
                  <a:gd name="connsiteX3" fmla="*/ 0 w 10000"/>
                  <a:gd name="connsiteY3" fmla="*/ 4632 h 10000"/>
                  <a:gd name="connsiteX4" fmla="*/ 324 w 10000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76" name="Group 335">
                <a:extLst>
                  <a:ext uri="{FF2B5EF4-FFF2-40B4-BE49-F238E27FC236}">
                    <a16:creationId xmlns:a16="http://schemas.microsoft.com/office/drawing/2014/main" id="{075A72C7-137F-3848-A6E3-E64A408A3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977" name="Rectangle 336">
                  <a:extLst>
                    <a:ext uri="{FF2B5EF4-FFF2-40B4-BE49-F238E27FC236}">
                      <a16:creationId xmlns:a16="http://schemas.microsoft.com/office/drawing/2014/main" id="{5A39D877-B301-F047-BE8E-34B3EF11CB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78" name="Text Box 337">
                  <a:extLst>
                    <a:ext uri="{FF2B5EF4-FFF2-40B4-BE49-F238E27FC236}">
                      <a16:creationId xmlns:a16="http://schemas.microsoft.com/office/drawing/2014/main" id="{3B8C2E8D-8470-A948-BC08-E08C84966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Eth</a:t>
                  </a:r>
                </a:p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</a:t>
                  </a:r>
                </a:p>
              </p:txBody>
            </p:sp>
            <p:sp>
              <p:nvSpPr>
                <p:cNvPr id="981" name="Line 340">
                  <a:extLst>
                    <a:ext uri="{FF2B5EF4-FFF2-40B4-BE49-F238E27FC236}">
                      <a16:creationId xmlns:a16="http://schemas.microsoft.com/office/drawing/2014/main" id="{8CF39C3F-AF73-EB42-B07E-8E2490424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2" y="3448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82" name="Line 341">
                  <a:extLst>
                    <a:ext uri="{FF2B5EF4-FFF2-40B4-BE49-F238E27FC236}">
                      <a16:creationId xmlns:a16="http://schemas.microsoft.com/office/drawing/2014/main" id="{6579215B-0078-6047-B238-35EDE678A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3607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02" name="Group 252">
              <a:extLst>
                <a:ext uri="{FF2B5EF4-FFF2-40B4-BE49-F238E27FC236}">
                  <a16:creationId xmlns:a16="http://schemas.microsoft.com/office/drawing/2014/main" id="{06942A6D-F41F-9441-9844-427FCC630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203" name="Rectangle 253">
                <a:extLst>
                  <a:ext uri="{FF2B5EF4-FFF2-40B4-BE49-F238E27FC236}">
                    <a16:creationId xmlns:a16="http://schemas.microsoft.com/office/drawing/2014/main" id="{94DAFFBE-8C37-EC41-88D4-3B6327CDA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04" name="Text Box 254">
                <a:extLst>
                  <a:ext uri="{FF2B5EF4-FFF2-40B4-BE49-F238E27FC236}">
                    <a16:creationId xmlns:a16="http://schemas.microsoft.com/office/drawing/2014/main" id="{CAFFDC99-9C64-4545-B4C3-A0E1FF597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   </a:t>
                </a:r>
                <a:r>
                  <a:rPr lang="en-US" sz="11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  <a:endParaRPr lang="en-US" sz="10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02" name="Rectangle 3">
            <a:extLst>
              <a:ext uri="{FF2B5EF4-FFF2-40B4-BE49-F238E27FC236}">
                <a16:creationId xmlns:a16="http://schemas.microsoft.com/office/drawing/2014/main" id="{9600BDB0-B69B-3A49-8AE3-C321F92D1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defRPr/>
            </a:pPr>
            <a:r>
              <a:rPr lang="en-US" sz="2400" kern="0" dirty="0">
                <a:cs typeface="+mn-cs"/>
              </a:rPr>
              <a:t>before sending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HTTP</a:t>
            </a:r>
            <a:r>
              <a:rPr lang="en-US" sz="2400" b="1" i="1" kern="0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sz="2400" kern="0" dirty="0">
                <a:cs typeface="+mn-cs"/>
              </a:rPr>
              <a:t>request, need IP address of www.google.com:  </a:t>
            </a:r>
            <a:r>
              <a:rPr lang="en-US" sz="2400" kern="0" dirty="0">
                <a:solidFill>
                  <a:srgbClr val="C00000"/>
                </a:solidFill>
                <a:cs typeface="+mn-cs"/>
              </a:rPr>
              <a:t>DNS</a:t>
            </a:r>
          </a:p>
        </p:txBody>
      </p: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25" name="Rectangle 152">
            <a:extLst>
              <a:ext uri="{FF2B5EF4-FFF2-40B4-BE49-F238E27FC236}">
                <a16:creationId xmlns:a16="http://schemas.microsoft.com/office/drawing/2014/main" id="{4CFC0AF0-7EC0-4D43-94F4-E73826F0E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query created, encapsulated in UDP, encapsulated in IP, encapsulated in Eth.  To send frame to router, need MAC address of router interface: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</a:t>
            </a:r>
          </a:p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defRPr/>
            </a:pPr>
            <a:endParaRPr lang="en-US" sz="2400" b="1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426" name="Rectangle 153">
            <a:extLst>
              <a:ext uri="{FF2B5EF4-FFF2-40B4-BE49-F238E27FC236}">
                <a16:creationId xmlns:a16="http://schemas.microsoft.com/office/drawing/2014/main" id="{FD2FE8A7-E83B-3C4D-A1FE-0B7B25DB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query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broadcast, received by router, which replies with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ARP reply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giving MAC address of router interface</a:t>
            </a:r>
          </a:p>
        </p:txBody>
      </p:sp>
      <p:sp>
        <p:nvSpPr>
          <p:cNvPr id="427" name="Rectangle 154">
            <a:extLst>
              <a:ext uri="{FF2B5EF4-FFF2-40B4-BE49-F238E27FC236}">
                <a16:creationId xmlns:a16="http://schemas.microsoft.com/office/drawing/2014/main" id="{DDBB99F5-8593-8C4D-A838-59A6ECE1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client now knows MAC address of first hop router, so can now send frame containing DNS query </a:t>
            </a:r>
          </a:p>
        </p:txBody>
      </p:sp>
      <p:grpSp>
        <p:nvGrpSpPr>
          <p:cNvPr id="428" name="Group 263">
            <a:extLst>
              <a:ext uri="{FF2B5EF4-FFF2-40B4-BE49-F238E27FC236}">
                <a16:creationId xmlns:a16="http://schemas.microsoft.com/office/drawing/2014/main" id="{68826AA2-4F98-7F47-AF24-4C4E3D26A58B}"/>
              </a:ext>
            </a:extLst>
          </p:cNvPr>
          <p:cNvGrpSpPr>
            <a:grpSpLocks/>
          </p:cNvGrpSpPr>
          <p:nvPr/>
        </p:nvGrpSpPr>
        <p:grpSpPr bwMode="auto"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429" name="Rectangle 103">
              <a:extLst>
                <a:ext uri="{FF2B5EF4-FFF2-40B4-BE49-F238E27FC236}">
                  <a16:creationId xmlns:a16="http://schemas.microsoft.com/office/drawing/2014/main" id="{C71ECA35-4F8D-5D47-8060-B0745197B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0" name="Rectangle 101">
              <a:extLst>
                <a:ext uri="{FF2B5EF4-FFF2-40B4-BE49-F238E27FC236}">
                  <a16:creationId xmlns:a16="http://schemas.microsoft.com/office/drawing/2014/main" id="{FDD4DECA-422E-4743-ADFD-53E28A98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1" name="Rectangle 102">
              <a:extLst>
                <a:ext uri="{FF2B5EF4-FFF2-40B4-BE49-F238E27FC236}">
                  <a16:creationId xmlns:a16="http://schemas.microsoft.com/office/drawing/2014/main" id="{EAEDB337-6724-464E-A55A-5A0E5BBF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Rectangle 100">
              <a:extLst>
                <a:ext uri="{FF2B5EF4-FFF2-40B4-BE49-F238E27FC236}">
                  <a16:creationId xmlns:a16="http://schemas.microsoft.com/office/drawing/2014/main" id="{1FA4EE33-78A2-794A-9CB7-B9C75F98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Text Box 95">
              <a:extLst>
                <a:ext uri="{FF2B5EF4-FFF2-40B4-BE49-F238E27FC236}">
                  <a16:creationId xmlns:a16="http://schemas.microsoft.com/office/drawing/2014/main" id="{875142B1-4732-5048-81A1-9B96CDE3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query</a:t>
              </a:r>
            </a:p>
          </p:txBody>
        </p:sp>
      </p:grpSp>
      <p:grpSp>
        <p:nvGrpSpPr>
          <p:cNvPr id="434" name="Group 242">
            <a:extLst>
              <a:ext uri="{FF2B5EF4-FFF2-40B4-BE49-F238E27FC236}">
                <a16:creationId xmlns:a16="http://schemas.microsoft.com/office/drawing/2014/main" id="{8F475CF7-DFC6-814F-B8D2-6784E7D418FB}"/>
              </a:ext>
            </a:extLst>
          </p:cNvPr>
          <p:cNvGrpSpPr>
            <a:grpSpLocks/>
          </p:cNvGrpSpPr>
          <p:nvPr/>
        </p:nvGrpSpPr>
        <p:grpSpPr bwMode="auto"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435" name="Rectangle 241">
              <a:extLst>
                <a:ext uri="{FF2B5EF4-FFF2-40B4-BE49-F238E27FC236}">
                  <a16:creationId xmlns:a16="http://schemas.microsoft.com/office/drawing/2014/main" id="{5AFC1130-C0C2-3444-AF07-ACAD07F9A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6" name="Text Box 240">
              <a:extLst>
                <a:ext uri="{FF2B5EF4-FFF2-40B4-BE49-F238E27FC236}">
                  <a16:creationId xmlns:a16="http://schemas.microsoft.com/office/drawing/2014/main" id="{8DAA4E75-2F77-7F4F-AE38-52EF63C1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</a:t>
              </a:r>
            </a:p>
          </p:txBody>
        </p:sp>
      </p:grpSp>
      <p:grpSp>
        <p:nvGrpSpPr>
          <p:cNvPr id="437" name="Group 270">
            <a:extLst>
              <a:ext uri="{FF2B5EF4-FFF2-40B4-BE49-F238E27FC236}">
                <a16:creationId xmlns:a16="http://schemas.microsoft.com/office/drawing/2014/main" id="{930FF8F7-BB7F-D441-9A97-FD9DD2AD487D}"/>
              </a:ext>
            </a:extLst>
          </p:cNvPr>
          <p:cNvGrpSpPr>
            <a:grpSpLocks/>
          </p:cNvGrpSpPr>
          <p:nvPr/>
        </p:nvGrpSpPr>
        <p:grpSpPr bwMode="auto"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438" name="Rectangle 271">
              <a:extLst>
                <a:ext uri="{FF2B5EF4-FFF2-40B4-BE49-F238E27FC236}">
                  <a16:creationId xmlns:a16="http://schemas.microsoft.com/office/drawing/2014/main" id="{61FC6345-4973-8140-A6BB-928CDD82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9" name="Rectangle 272">
              <a:extLst>
                <a:ext uri="{FF2B5EF4-FFF2-40B4-BE49-F238E27FC236}">
                  <a16:creationId xmlns:a16="http://schemas.microsoft.com/office/drawing/2014/main" id="{5EFDDE48-FE9E-9249-87DD-27F8785A6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0" name="Rectangle 273">
              <a:extLst>
                <a:ext uri="{FF2B5EF4-FFF2-40B4-BE49-F238E27FC236}">
                  <a16:creationId xmlns:a16="http://schemas.microsoft.com/office/drawing/2014/main" id="{CE69DA54-A2DB-AA4B-9B32-11813B2F7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1" name="Rectangle 274">
              <a:extLst>
                <a:ext uri="{FF2B5EF4-FFF2-40B4-BE49-F238E27FC236}">
                  <a16:creationId xmlns:a16="http://schemas.microsoft.com/office/drawing/2014/main" id="{C4B49586-4E68-A548-84ED-789AD9B8F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2" name="Text Box 275">
              <a:extLst>
                <a:ext uri="{FF2B5EF4-FFF2-40B4-BE49-F238E27FC236}">
                  <a16:creationId xmlns:a16="http://schemas.microsoft.com/office/drawing/2014/main" id="{1179A2EB-EEF0-3847-837A-72FA8FFDC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ARP reply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28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2777 C -0.00247 0.06782 -0.00234 0.10856 -0.00195 0.14884 L 0.34974 0.15694 L 0.18919 0.39421 C 0.13945 0.39328 0.08893 0.39606 0.03919 0.39514 C 0.03919 0.36666 0.03932 0.31319 0.03932 0.28449 " pathEditMode="relative" rAng="0" ptsTypes="AAAAAA">
                                      <p:cBhvr>
                                        <p:cTn id="31" dur="200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1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C -3.75E-6 0.02639 -3.75E-6 0.05277 0.00026 0.07893 L 0.14662 0.08009 L 0.29414 -0.12269 C 0.15756 -0.12199 0.09532 -0.13033 -0.04127 -0.12963 C -0.04127 -0.14352 -0.0414 -0.16135 -0.0414 -0.175 C -0.04179 -0.1838 -0.04114 -0.27292 -0.04166 -0.28148 " pathEditMode="relative" rAng="0" ptsTypes="AAAAAAA">
                                      <p:cBhvr>
                                        <p:cTn id="46" dur="20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/>
      <p:bldP spid="426" grpId="0"/>
      <p:bldP spid="4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515600" cy="894622"/>
          </a:xfrm>
        </p:spPr>
        <p:txBody>
          <a:bodyPr>
            <a:normAutofit/>
          </a:bodyPr>
          <a:lstStyle/>
          <a:p>
            <a:r>
              <a:rPr lang="en-US" sz="4900" dirty="0"/>
              <a:t>A day in the life… using DNS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15" name="Group 250">
            <a:extLst>
              <a:ext uri="{FF2B5EF4-FFF2-40B4-BE49-F238E27FC236}">
                <a16:creationId xmlns:a16="http://schemas.microsoft.com/office/drawing/2014/main" id="{53C14E65-CA12-EE40-AAF5-35CF95304EAA}"/>
              </a:ext>
            </a:extLst>
          </p:cNvPr>
          <p:cNvGrpSpPr>
            <a:grpSpLocks/>
          </p:cNvGrpSpPr>
          <p:nvPr/>
        </p:nvGrpSpPr>
        <p:grpSpPr bwMode="auto"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6" name="Freeform 249">
              <a:extLst>
                <a:ext uri="{FF2B5EF4-FFF2-40B4-BE49-F238E27FC236}">
                  <a16:creationId xmlns:a16="http://schemas.microsoft.com/office/drawing/2014/main" id="{7CF283A0-4DB8-234F-A34A-CBB8AA75D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28" cy="1032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8311 w 10000"/>
                <a:gd name="connsiteY2" fmla="*/ 9756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1424"/>
                <a:gd name="connsiteX1" fmla="*/ 10000 w 10000"/>
                <a:gd name="connsiteY1" fmla="*/ 10000 h 11424"/>
                <a:gd name="connsiteX2" fmla="*/ 9142 w 10000"/>
                <a:gd name="connsiteY2" fmla="*/ 11424 h 11424"/>
                <a:gd name="connsiteX3" fmla="*/ 0 w 10000"/>
                <a:gd name="connsiteY3" fmla="*/ 8726 h 11424"/>
                <a:gd name="connsiteX4" fmla="*/ 7550 w 10000"/>
                <a:gd name="connsiteY4" fmla="*/ 8306 h 11424"/>
                <a:gd name="connsiteX5" fmla="*/ 8212 w 10000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  <a:gd name="connsiteX0" fmla="*/ 8212 w 10394"/>
                <a:gd name="connsiteY0" fmla="*/ 0 h 11424"/>
                <a:gd name="connsiteX1" fmla="*/ 10394 w 10394"/>
                <a:gd name="connsiteY1" fmla="*/ 9298 h 11424"/>
                <a:gd name="connsiteX2" fmla="*/ 9142 w 10394"/>
                <a:gd name="connsiteY2" fmla="*/ 11424 h 11424"/>
                <a:gd name="connsiteX3" fmla="*/ 0 w 10394"/>
                <a:gd name="connsiteY3" fmla="*/ 8726 h 11424"/>
                <a:gd name="connsiteX4" fmla="*/ 7550 w 10394"/>
                <a:gd name="connsiteY4" fmla="*/ 8306 h 11424"/>
                <a:gd name="connsiteX5" fmla="*/ 8212 w 10394"/>
                <a:gd name="connsiteY5" fmla="*/ 0 h 11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94" h="1142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50000"/>
                  </a:srgbClr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17" name="Group 248">
              <a:extLst>
                <a:ext uri="{FF2B5EF4-FFF2-40B4-BE49-F238E27FC236}">
                  <a16:creationId xmlns:a16="http://schemas.microsoft.com/office/drawing/2014/main" id="{0D460CA8-09B5-0F41-9EC8-FE4746093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8" name="Rectangle 242">
                <a:extLst>
                  <a:ext uri="{FF2B5EF4-FFF2-40B4-BE49-F238E27FC236}">
                    <a16:creationId xmlns:a16="http://schemas.microsoft.com/office/drawing/2014/main" id="{C444639A-27FC-7543-9605-90F437601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19" name="Text Box 241">
                <a:extLst>
                  <a:ext uri="{FF2B5EF4-FFF2-40B4-BE49-F238E27FC236}">
                    <a16:creationId xmlns:a16="http://schemas.microsoft.com/office/drawing/2014/main" id="{4E00011E-8C9D-F343-AACC-9397D39C6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920" name="Line 243">
                <a:extLst>
                  <a:ext uri="{FF2B5EF4-FFF2-40B4-BE49-F238E27FC236}">
                    <a16:creationId xmlns:a16="http://schemas.microsoft.com/office/drawing/2014/main" id="{BD170A24-7A91-C149-9C35-3B9286211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1" name="Line 244">
                <a:extLst>
                  <a:ext uri="{FF2B5EF4-FFF2-40B4-BE49-F238E27FC236}">
                    <a16:creationId xmlns:a16="http://schemas.microsoft.com/office/drawing/2014/main" id="{F9303BEF-354D-754A-AA78-E4ADA0864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2" name="Line 245">
                <a:extLst>
                  <a:ext uri="{FF2B5EF4-FFF2-40B4-BE49-F238E27FC236}">
                    <a16:creationId xmlns:a16="http://schemas.microsoft.com/office/drawing/2014/main" id="{0BC3704C-5166-DB4C-8EDA-308F8DE6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23" name="Line 246">
                <a:extLst>
                  <a:ext uri="{FF2B5EF4-FFF2-40B4-BE49-F238E27FC236}">
                    <a16:creationId xmlns:a16="http://schemas.microsoft.com/office/drawing/2014/main" id="{E01D73F2-8A40-A646-A81F-1AD168BC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2" y="1792392"/>
            <a:ext cx="3494531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1" name="Line 93">
            <a:extLst>
              <a:ext uri="{FF2B5EF4-FFF2-40B4-BE49-F238E27FC236}">
                <a16:creationId xmlns:a16="http://schemas.microsoft.com/office/drawing/2014/main" id="{EAAF435E-6997-7049-AE19-F5A3D5ECC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9888" y="2731714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52" name="Text Box 139">
            <a:extLst>
              <a:ext uri="{FF2B5EF4-FFF2-40B4-BE49-F238E27FC236}">
                <a16:creationId xmlns:a16="http://schemas.microsoft.com/office/drawing/2014/main" id="{D18D0D17-3537-854D-BE00-799B204FD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server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9" name="Group 173">
            <a:extLst>
              <a:ext uri="{FF2B5EF4-FFF2-40B4-BE49-F238E27FC236}">
                <a16:creationId xmlns:a16="http://schemas.microsoft.com/office/drawing/2014/main" id="{FD9B7ECC-8F8F-8B4A-85D5-2A868F36C505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7888101" y="3793751"/>
            <a:ext cx="400050" cy="152400"/>
            <a:chOff x="3228" y="1776"/>
            <a:chExt cx="252" cy="96"/>
          </a:xfrm>
        </p:grpSpPr>
        <p:sp>
          <p:nvSpPr>
            <p:cNvPr id="160" name="Line 174">
              <a:extLst>
                <a:ext uri="{FF2B5EF4-FFF2-40B4-BE49-F238E27FC236}">
                  <a16:creationId xmlns:a16="http://schemas.microsoft.com/office/drawing/2014/main" id="{E4C9DD3C-343B-B043-9CF6-10B42EAC6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Line 175">
              <a:extLst>
                <a:ext uri="{FF2B5EF4-FFF2-40B4-BE49-F238E27FC236}">
                  <a16:creationId xmlns:a16="http://schemas.microsoft.com/office/drawing/2014/main" id="{343368E1-A457-5D48-A3F0-A3B53D5B0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2" name="Group 176">
            <a:extLst>
              <a:ext uri="{FF2B5EF4-FFF2-40B4-BE49-F238E27FC236}">
                <a16:creationId xmlns:a16="http://schemas.microsoft.com/office/drawing/2014/main" id="{592F8EA2-6661-5445-8C3D-825FD532EE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064188" y="3812801"/>
            <a:ext cx="295275" cy="114300"/>
            <a:chOff x="3228" y="1776"/>
            <a:chExt cx="252" cy="96"/>
          </a:xfrm>
        </p:grpSpPr>
        <p:sp>
          <p:nvSpPr>
            <p:cNvPr id="163" name="Line 177">
              <a:extLst>
                <a:ext uri="{FF2B5EF4-FFF2-40B4-BE49-F238E27FC236}">
                  <a16:creationId xmlns:a16="http://schemas.microsoft.com/office/drawing/2014/main" id="{C81F7411-7489-D040-A6B8-B4BBD27EC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Line 178">
              <a:extLst>
                <a:ext uri="{FF2B5EF4-FFF2-40B4-BE49-F238E27FC236}">
                  <a16:creationId xmlns:a16="http://schemas.microsoft.com/office/drawing/2014/main" id="{FE32B4AA-D33A-6545-A3C1-DDC1B9A51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5" name="Group 179">
            <a:extLst>
              <a:ext uri="{FF2B5EF4-FFF2-40B4-BE49-F238E27FC236}">
                <a16:creationId xmlns:a16="http://schemas.microsoft.com/office/drawing/2014/main" id="{CC82D047-4926-4B42-8EC3-A5ACCDE16B9C}"/>
              </a:ext>
            </a:extLst>
          </p:cNvPr>
          <p:cNvGrpSpPr>
            <a:grpSpLocks/>
          </p:cNvGrpSpPr>
          <p:nvPr/>
        </p:nvGrpSpPr>
        <p:grpSpPr bwMode="auto">
          <a:xfrm rot="409689" flipH="1" flipV="1">
            <a:off x="7335651" y="3155576"/>
            <a:ext cx="452437" cy="57150"/>
            <a:chOff x="3228" y="1776"/>
            <a:chExt cx="252" cy="96"/>
          </a:xfrm>
        </p:grpSpPr>
        <p:sp>
          <p:nvSpPr>
            <p:cNvPr id="166" name="Line 180">
              <a:extLst>
                <a:ext uri="{FF2B5EF4-FFF2-40B4-BE49-F238E27FC236}">
                  <a16:creationId xmlns:a16="http://schemas.microsoft.com/office/drawing/2014/main" id="{0C3E47A6-9D40-F446-B950-E19DB4AE8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Line 181">
              <a:extLst>
                <a:ext uri="{FF2B5EF4-FFF2-40B4-BE49-F238E27FC236}">
                  <a16:creationId xmlns:a16="http://schemas.microsoft.com/office/drawing/2014/main" id="{97B34EB4-6DFA-1D49-AE95-1E8C335D9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68" name="Group 182">
            <a:extLst>
              <a:ext uri="{FF2B5EF4-FFF2-40B4-BE49-F238E27FC236}">
                <a16:creationId xmlns:a16="http://schemas.microsoft.com/office/drawing/2014/main" id="{1BDD731C-4A33-B447-95B4-B36A72034B1F}"/>
              </a:ext>
            </a:extLst>
          </p:cNvPr>
          <p:cNvGrpSpPr>
            <a:grpSpLocks/>
          </p:cNvGrpSpPr>
          <p:nvPr/>
        </p:nvGrpSpPr>
        <p:grpSpPr bwMode="auto">
          <a:xfrm>
            <a:off x="6478401" y="3360364"/>
            <a:ext cx="295275" cy="114300"/>
            <a:chOff x="3228" y="1776"/>
            <a:chExt cx="252" cy="96"/>
          </a:xfrm>
        </p:grpSpPr>
        <p:sp>
          <p:nvSpPr>
            <p:cNvPr id="169" name="Line 183">
              <a:extLst>
                <a:ext uri="{FF2B5EF4-FFF2-40B4-BE49-F238E27FC236}">
                  <a16:creationId xmlns:a16="http://schemas.microsoft.com/office/drawing/2014/main" id="{366216FC-944A-0D49-BBD1-3FEF1FF82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0" name="Line 184">
              <a:extLst>
                <a:ext uri="{FF2B5EF4-FFF2-40B4-BE49-F238E27FC236}">
                  <a16:creationId xmlns:a16="http://schemas.microsoft.com/office/drawing/2014/main" id="{2EA25562-C312-A440-ACDF-79E1C923B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71" name="Group 185">
            <a:extLst>
              <a:ext uri="{FF2B5EF4-FFF2-40B4-BE49-F238E27FC236}">
                <a16:creationId xmlns:a16="http://schemas.microsoft.com/office/drawing/2014/main" id="{B85300C2-B57F-2740-9176-B263E29ECFC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6576" y="3360364"/>
            <a:ext cx="295275" cy="114300"/>
            <a:chOff x="3228" y="1776"/>
            <a:chExt cx="252" cy="96"/>
          </a:xfrm>
        </p:grpSpPr>
        <p:sp>
          <p:nvSpPr>
            <p:cNvPr id="172" name="Line 186">
              <a:extLst>
                <a:ext uri="{FF2B5EF4-FFF2-40B4-BE49-F238E27FC236}">
                  <a16:creationId xmlns:a16="http://schemas.microsoft.com/office/drawing/2014/main" id="{7EE5A1A6-FF75-2A4F-91EF-CC4086E07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Line 187">
              <a:extLst>
                <a:ext uri="{FF2B5EF4-FFF2-40B4-BE49-F238E27FC236}">
                  <a16:creationId xmlns:a16="http://schemas.microsoft.com/office/drawing/2014/main" id="{A29381E6-C25F-3941-829A-5C20D09EC9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CDC88CA-73F6-2A4E-A5B8-07F9CE6EB356}"/>
              </a:ext>
            </a:extLst>
          </p:cNvPr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76662FEE-416B-4241-A864-32CEE22908B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BF854949-8588-4043-8969-4FC76142F8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7A98B50-6531-6143-A56B-A0078198E20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8EF0E65E-1BE5-3640-B843-535E698DCED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8B3135FD-22F2-1745-85CC-4BD5AD2C99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CBF8CAA5-2F9E-6F4F-B932-2A9A9FA6FB3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BAC7EA6A-1F82-BE41-ABF4-1F0EFC4511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3FE2CB04-538F-224A-AF22-DA95DCBB0B6E}"/>
              </a:ext>
            </a:extLst>
          </p:cNvPr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54365BE-E9A1-B147-927A-2FEA0E686F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1069F9B-234B-AF4D-9BE6-991F3EE817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215878-BF48-DA4D-86CB-2D4407EC3A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230159EF-EC94-2C46-8E32-C44AE9FFF3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7342E9BF-DE69-4845-BD2D-B9FB0C05B2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9857134D-B0E3-0741-A4BB-E37AC2713E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DAC16FA5-30B2-9A4A-B1B4-A15CCF467D2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3">
            <a:extLst>
              <a:ext uri="{FF2B5EF4-FFF2-40B4-BE49-F238E27FC236}">
                <a16:creationId xmlns:a16="http://schemas.microsoft.com/office/drawing/2014/main" id="{A72EC927-0C95-E645-8775-84E1A80FD737}"/>
              </a:ext>
            </a:extLst>
          </p:cNvPr>
          <p:cNvGrpSpPr>
            <a:grpSpLocks/>
          </p:cNvGrpSpPr>
          <p:nvPr/>
        </p:nvGrpSpPr>
        <p:grpSpPr bwMode="auto"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578" name="Rectangle 54">
              <a:extLst>
                <a:ext uri="{FF2B5EF4-FFF2-40B4-BE49-F238E27FC236}">
                  <a16:creationId xmlns:a16="http://schemas.microsoft.com/office/drawing/2014/main" id="{DB540962-D523-B049-9978-FD6CEDB13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79" name="Text Box 55">
              <a:extLst>
                <a:ext uri="{FF2B5EF4-FFF2-40B4-BE49-F238E27FC236}">
                  <a16:creationId xmlns:a16="http://schemas.microsoft.com/office/drawing/2014/main" id="{A671B148-0EBD-CE4C-A7BE-F05C67A79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DNS</a:t>
              </a:r>
            </a:p>
          </p:txBody>
        </p:sp>
      </p:grpSp>
      <p:grpSp>
        <p:nvGrpSpPr>
          <p:cNvPr id="580" name="Group 58">
            <a:extLst>
              <a:ext uri="{FF2B5EF4-FFF2-40B4-BE49-F238E27FC236}">
                <a16:creationId xmlns:a16="http://schemas.microsoft.com/office/drawing/2014/main" id="{FFB657E9-A85D-134E-ADB3-005972A3CE32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597" name="Group 59">
              <a:extLst>
                <a:ext uri="{FF2B5EF4-FFF2-40B4-BE49-F238E27FC236}">
                  <a16:creationId xmlns:a16="http://schemas.microsoft.com/office/drawing/2014/main" id="{554D2BDB-333B-E345-B92C-BC3E4A984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600" name="Rectangle 60">
                <a:extLst>
                  <a:ext uri="{FF2B5EF4-FFF2-40B4-BE49-F238E27FC236}">
                    <a16:creationId xmlns:a16="http://schemas.microsoft.com/office/drawing/2014/main" id="{E15A9A2D-77B5-474A-B586-F25A2E4EF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1" name="Text Box 61">
                <a:extLst>
                  <a:ext uri="{FF2B5EF4-FFF2-40B4-BE49-F238E27FC236}">
                    <a16:creationId xmlns:a16="http://schemas.microsoft.com/office/drawing/2014/main" id="{CF5ECB89-933F-2D4C-94B5-EA4941F676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598" name="Rectangle 62">
              <a:extLst>
                <a:ext uri="{FF2B5EF4-FFF2-40B4-BE49-F238E27FC236}">
                  <a16:creationId xmlns:a16="http://schemas.microsoft.com/office/drawing/2014/main" id="{33C66E75-40B4-5B4E-AC62-94491E022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99" name="Rectangle 63">
              <a:extLst>
                <a:ext uri="{FF2B5EF4-FFF2-40B4-BE49-F238E27FC236}">
                  <a16:creationId xmlns:a16="http://schemas.microsoft.com/office/drawing/2014/main" id="{47B4C203-AC10-904B-B43F-659A64228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02" name="Group 64">
            <a:extLst>
              <a:ext uri="{FF2B5EF4-FFF2-40B4-BE49-F238E27FC236}">
                <a16:creationId xmlns:a16="http://schemas.microsoft.com/office/drawing/2014/main" id="{DCA10A8F-0364-4B44-B765-6D34363A4894}"/>
              </a:ext>
            </a:extLst>
          </p:cNvPr>
          <p:cNvGrpSpPr>
            <a:grpSpLocks/>
          </p:cNvGrpSpPr>
          <p:nvPr/>
        </p:nvGrpSpPr>
        <p:grpSpPr bwMode="auto"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603" name="Group 65">
              <a:extLst>
                <a:ext uri="{FF2B5EF4-FFF2-40B4-BE49-F238E27FC236}">
                  <a16:creationId xmlns:a16="http://schemas.microsoft.com/office/drawing/2014/main" id="{464D5627-EF2F-604D-89D6-5C5B9F7BA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607" name="Rectangle 66">
                <a:extLst>
                  <a:ext uri="{FF2B5EF4-FFF2-40B4-BE49-F238E27FC236}">
                    <a16:creationId xmlns:a16="http://schemas.microsoft.com/office/drawing/2014/main" id="{0E8BAB2D-962C-DB42-8CFB-36171998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8" name="Text Box 67">
                <a:extLst>
                  <a:ext uri="{FF2B5EF4-FFF2-40B4-BE49-F238E27FC236}">
                    <a16:creationId xmlns:a16="http://schemas.microsoft.com/office/drawing/2014/main" id="{207611A9-15A8-004A-8780-651D63CB2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604" name="Group 68">
              <a:extLst>
                <a:ext uri="{FF2B5EF4-FFF2-40B4-BE49-F238E27FC236}">
                  <a16:creationId xmlns:a16="http://schemas.microsoft.com/office/drawing/2014/main" id="{0350647D-B9CB-F44C-A3BB-4911E53B4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605" name="Rectangle 69">
                <a:extLst>
                  <a:ext uri="{FF2B5EF4-FFF2-40B4-BE49-F238E27FC236}">
                    <a16:creationId xmlns:a16="http://schemas.microsoft.com/office/drawing/2014/main" id="{D6D06566-8FDC-1049-9915-F0119E1E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06" name="Rectangle 70">
                <a:extLst>
                  <a:ext uri="{FF2B5EF4-FFF2-40B4-BE49-F238E27FC236}">
                    <a16:creationId xmlns:a16="http://schemas.microsoft.com/office/drawing/2014/main" id="{C642603C-03C1-BF49-A5FF-7101DC51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09" name="Group 71">
            <a:extLst>
              <a:ext uri="{FF2B5EF4-FFF2-40B4-BE49-F238E27FC236}">
                <a16:creationId xmlns:a16="http://schemas.microsoft.com/office/drawing/2014/main" id="{66AFA242-11CE-7D44-B7FD-065E7607A538}"/>
              </a:ext>
            </a:extLst>
          </p:cNvPr>
          <p:cNvGrpSpPr>
            <a:grpSpLocks/>
          </p:cNvGrpSpPr>
          <p:nvPr/>
        </p:nvGrpSpPr>
        <p:grpSpPr bwMode="auto"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610" name="Rectangle 72">
              <a:extLst>
                <a:ext uri="{FF2B5EF4-FFF2-40B4-BE49-F238E27FC236}">
                  <a16:creationId xmlns:a16="http://schemas.microsoft.com/office/drawing/2014/main" id="{3B194A0B-DB59-884F-9A9C-0367A34D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1" name="Rectangle 73">
              <a:extLst>
                <a:ext uri="{FF2B5EF4-FFF2-40B4-BE49-F238E27FC236}">
                  <a16:creationId xmlns:a16="http://schemas.microsoft.com/office/drawing/2014/main" id="{C81F721E-1CF4-B64A-95E4-0ADFE4A25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12" name="Group 74">
            <a:extLst>
              <a:ext uri="{FF2B5EF4-FFF2-40B4-BE49-F238E27FC236}">
                <a16:creationId xmlns:a16="http://schemas.microsoft.com/office/drawing/2014/main" id="{30108D55-C6E3-8A47-B5DA-F1FCD41B77C2}"/>
              </a:ext>
            </a:extLst>
          </p:cNvPr>
          <p:cNvGrpSpPr>
            <a:grpSpLocks/>
          </p:cNvGrpSpPr>
          <p:nvPr/>
        </p:nvGrpSpPr>
        <p:grpSpPr bwMode="auto"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613" name="Group 75">
              <a:extLst>
                <a:ext uri="{FF2B5EF4-FFF2-40B4-BE49-F238E27FC236}">
                  <a16:creationId xmlns:a16="http://schemas.microsoft.com/office/drawing/2014/main" id="{662C3101-9651-794A-8982-A5212E0B98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17" name="Group 76">
                <a:extLst>
                  <a:ext uri="{FF2B5EF4-FFF2-40B4-BE49-F238E27FC236}">
                    <a16:creationId xmlns:a16="http://schemas.microsoft.com/office/drawing/2014/main" id="{79F2BE77-0F5A-6146-812E-AB85DDAC3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20" name="Group 77">
                  <a:extLst>
                    <a:ext uri="{FF2B5EF4-FFF2-40B4-BE49-F238E27FC236}">
                      <a16:creationId xmlns:a16="http://schemas.microsoft.com/office/drawing/2014/main" id="{B6CD1476-BAF9-C740-93F0-6C99E4E6B3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24" name="Rectangle 78">
                    <a:extLst>
                      <a:ext uri="{FF2B5EF4-FFF2-40B4-BE49-F238E27FC236}">
                        <a16:creationId xmlns:a16="http://schemas.microsoft.com/office/drawing/2014/main" id="{B578C0B1-B81E-AA41-810D-12A3F1BF8C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5" name="Text Box 79">
                    <a:extLst>
                      <a:ext uri="{FF2B5EF4-FFF2-40B4-BE49-F238E27FC236}">
                        <a16:creationId xmlns:a16="http://schemas.microsoft.com/office/drawing/2014/main" id="{1B07ACFB-219C-864C-9976-F2AF1C53A8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21" name="Group 80">
                  <a:extLst>
                    <a:ext uri="{FF2B5EF4-FFF2-40B4-BE49-F238E27FC236}">
                      <a16:creationId xmlns:a16="http://schemas.microsoft.com/office/drawing/2014/main" id="{EA66BCF1-7483-AD4C-BB6B-0066AA6977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22" name="Rectangle 81">
                    <a:extLst>
                      <a:ext uri="{FF2B5EF4-FFF2-40B4-BE49-F238E27FC236}">
                        <a16:creationId xmlns:a16="http://schemas.microsoft.com/office/drawing/2014/main" id="{FC8C8F27-84EE-1E4F-86DF-7CEEA38BE1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23" name="Rectangle 82">
                    <a:extLst>
                      <a:ext uri="{FF2B5EF4-FFF2-40B4-BE49-F238E27FC236}">
                        <a16:creationId xmlns:a16="http://schemas.microsoft.com/office/drawing/2014/main" id="{226E5629-190E-FA4E-A28E-286B978286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18" name="Rectangle 83">
                <a:extLst>
                  <a:ext uri="{FF2B5EF4-FFF2-40B4-BE49-F238E27FC236}">
                    <a16:creationId xmlns:a16="http://schemas.microsoft.com/office/drawing/2014/main" id="{61B8A8D0-55FD-834A-9434-D3CB23CC1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19" name="Rectangle 84">
                <a:extLst>
                  <a:ext uri="{FF2B5EF4-FFF2-40B4-BE49-F238E27FC236}">
                    <a16:creationId xmlns:a16="http://schemas.microsoft.com/office/drawing/2014/main" id="{EFC22242-4FA1-BD40-9546-D33F919B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14" name="Rectangle 85">
              <a:extLst>
                <a:ext uri="{FF2B5EF4-FFF2-40B4-BE49-F238E27FC236}">
                  <a16:creationId xmlns:a16="http://schemas.microsoft.com/office/drawing/2014/main" id="{F78B0DE0-60EC-6E4A-9779-CCE2139AC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Rectangle 86">
              <a:extLst>
                <a:ext uri="{FF2B5EF4-FFF2-40B4-BE49-F238E27FC236}">
                  <a16:creationId xmlns:a16="http://schemas.microsoft.com/office/drawing/2014/main" id="{DDCCFF6A-7B2A-DD4E-819E-E38A0553A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Rectangle 87">
              <a:extLst>
                <a:ext uri="{FF2B5EF4-FFF2-40B4-BE49-F238E27FC236}">
                  <a16:creationId xmlns:a16="http://schemas.microsoft.com/office/drawing/2014/main" id="{E8EC758B-CD76-4B49-A7CD-627808E8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26" name="AutoShape 88">
            <a:extLst>
              <a:ext uri="{FF2B5EF4-FFF2-40B4-BE49-F238E27FC236}">
                <a16:creationId xmlns:a16="http://schemas.microsoft.com/office/drawing/2014/main" id="{373F1512-8CA6-B644-A978-61C53EA1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11" y="1183316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627" name="Group 89">
            <a:extLst>
              <a:ext uri="{FF2B5EF4-FFF2-40B4-BE49-F238E27FC236}">
                <a16:creationId xmlns:a16="http://schemas.microsoft.com/office/drawing/2014/main" id="{7F4ADFB9-C1B4-DC48-9014-BD3FC3E5A35E}"/>
              </a:ext>
            </a:extLst>
          </p:cNvPr>
          <p:cNvGrpSpPr>
            <a:grpSpLocks/>
          </p:cNvGrpSpPr>
          <p:nvPr/>
        </p:nvGrpSpPr>
        <p:grpSpPr bwMode="auto"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628" name="Group 90">
              <a:extLst>
                <a:ext uri="{FF2B5EF4-FFF2-40B4-BE49-F238E27FC236}">
                  <a16:creationId xmlns:a16="http://schemas.microsoft.com/office/drawing/2014/main" id="{99123354-1166-3747-8416-6765BD917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632" name="Group 91">
                <a:extLst>
                  <a:ext uri="{FF2B5EF4-FFF2-40B4-BE49-F238E27FC236}">
                    <a16:creationId xmlns:a16="http://schemas.microsoft.com/office/drawing/2014/main" id="{2521277A-E4D1-7B47-8E5E-B1EEBE5C5A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635" name="Group 92">
                  <a:extLst>
                    <a:ext uri="{FF2B5EF4-FFF2-40B4-BE49-F238E27FC236}">
                      <a16:creationId xmlns:a16="http://schemas.microsoft.com/office/drawing/2014/main" id="{482F7D40-F1F7-AC47-B312-160F387D75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641" name="Rectangle 93">
                    <a:extLst>
                      <a:ext uri="{FF2B5EF4-FFF2-40B4-BE49-F238E27FC236}">
                        <a16:creationId xmlns:a16="http://schemas.microsoft.com/office/drawing/2014/main" id="{5A5D4DA1-5358-E74E-9DDB-8F5EDD1F1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2" name="Text Box 94">
                    <a:extLst>
                      <a:ext uri="{FF2B5EF4-FFF2-40B4-BE49-F238E27FC236}">
                        <a16:creationId xmlns:a16="http://schemas.microsoft.com/office/drawing/2014/main" id="{711DD1D0-1145-B045-A8D5-3C7E6F8EA5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636" name="Group 95">
                  <a:extLst>
                    <a:ext uri="{FF2B5EF4-FFF2-40B4-BE49-F238E27FC236}">
                      <a16:creationId xmlns:a16="http://schemas.microsoft.com/office/drawing/2014/main" id="{E35BB6C0-63F2-C74C-8B63-A1833C18FE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37" name="Rectangle 96">
                    <a:extLst>
                      <a:ext uri="{FF2B5EF4-FFF2-40B4-BE49-F238E27FC236}">
                        <a16:creationId xmlns:a16="http://schemas.microsoft.com/office/drawing/2014/main" id="{A7AA138E-6F9F-7149-B237-FE8DDE68D5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40" name="Rectangle 97">
                    <a:extLst>
                      <a:ext uri="{FF2B5EF4-FFF2-40B4-BE49-F238E27FC236}">
                        <a16:creationId xmlns:a16="http://schemas.microsoft.com/office/drawing/2014/main" id="{E5B09828-1A27-6F41-983D-85215354D2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633" name="Rectangle 98">
                <a:extLst>
                  <a:ext uri="{FF2B5EF4-FFF2-40B4-BE49-F238E27FC236}">
                    <a16:creationId xmlns:a16="http://schemas.microsoft.com/office/drawing/2014/main" id="{80D83DCD-C9ED-4D4A-BEA7-FDC543327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4" name="Rectangle 99">
                <a:extLst>
                  <a:ext uri="{FF2B5EF4-FFF2-40B4-BE49-F238E27FC236}">
                    <a16:creationId xmlns:a16="http://schemas.microsoft.com/office/drawing/2014/main" id="{5936CB08-2138-904D-A399-85EB9305E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29" name="Rectangle 100">
              <a:extLst>
                <a:ext uri="{FF2B5EF4-FFF2-40B4-BE49-F238E27FC236}">
                  <a16:creationId xmlns:a16="http://schemas.microsoft.com/office/drawing/2014/main" id="{500C95BF-E7E2-2F40-B2D0-4616E5711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Rectangle 101">
              <a:extLst>
                <a:ext uri="{FF2B5EF4-FFF2-40B4-BE49-F238E27FC236}">
                  <a16:creationId xmlns:a16="http://schemas.microsoft.com/office/drawing/2014/main" id="{7348B440-180E-2544-8C19-3C8D8CF28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Rectangle 102">
              <a:extLst>
                <a:ext uri="{FF2B5EF4-FFF2-40B4-BE49-F238E27FC236}">
                  <a16:creationId xmlns:a16="http://schemas.microsoft.com/office/drawing/2014/main" id="{D6AA62D3-51AB-8841-A908-73564AFB5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43" name="Rectangle 103">
            <a:extLst>
              <a:ext uri="{FF2B5EF4-FFF2-40B4-BE49-F238E27FC236}">
                <a16:creationId xmlns:a16="http://schemas.microsoft.com/office/drawing/2014/main" id="{873E501C-73D5-B048-BF0B-B7FBD524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containing DNS query forwarded via LAN switch from client to 1</a:t>
            </a:r>
            <a:r>
              <a:rPr lang="en-US" sz="2400" baseline="30000" dirty="0">
                <a:solidFill>
                  <a:srgbClr val="000000"/>
                </a:solidFill>
                <a:ea typeface="ＭＳ Ｐゴシック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hop router</a:t>
            </a:r>
          </a:p>
        </p:txBody>
      </p:sp>
      <p:sp>
        <p:nvSpPr>
          <p:cNvPr id="644" name="Rectangle 104">
            <a:extLst>
              <a:ext uri="{FF2B5EF4-FFF2-40B4-BE49-F238E27FC236}">
                <a16:creationId xmlns:a16="http://schemas.microsoft.com/office/drawing/2014/main" id="{B78EC689-D545-8441-B61E-769A0D79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IP datagram forwarded from campus network into Comcast network, routed (tables created by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RIP, OSPF, IS-IS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and/or </a:t>
            </a:r>
            <a:r>
              <a:rPr lang="en-US" sz="2400" dirty="0">
                <a:solidFill>
                  <a:srgbClr val="C00000"/>
                </a:solidFill>
                <a:ea typeface="ＭＳ Ｐゴシック" charset="0"/>
              </a:rPr>
              <a:t>BGP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 routing protocols) to DNS server</a:t>
            </a:r>
          </a:p>
        </p:txBody>
      </p:sp>
      <p:sp>
        <p:nvSpPr>
          <p:cNvPr id="645" name="Rectangle 105">
            <a:extLst>
              <a:ext uri="{FF2B5EF4-FFF2-40B4-BE49-F238E27FC236}">
                <a16:creationId xmlns:a16="http://schemas.microsoft.com/office/drawing/2014/main" id="{90E95EE5-FC39-E148-8B00-785F719B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de-mux</a:t>
            </a:r>
            <a:r>
              <a:rPr lang="en-US" altLang="ja-JP" sz="2400" dirty="0">
                <a:solidFill>
                  <a:srgbClr val="000000"/>
                </a:solidFill>
                <a:ea typeface="ＭＳ Ｐゴシック" charset="0"/>
              </a:rPr>
              <a:t>ed to DNS</a:t>
            </a:r>
          </a:p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DNS replies to client with IP address of www.google.com </a:t>
            </a:r>
          </a:p>
        </p:txBody>
      </p:sp>
      <p:grpSp>
        <p:nvGrpSpPr>
          <p:cNvPr id="674" name="Group 187">
            <a:extLst>
              <a:ext uri="{FF2B5EF4-FFF2-40B4-BE49-F238E27FC236}">
                <a16:creationId xmlns:a16="http://schemas.microsoft.com/office/drawing/2014/main" id="{C785CCCA-8BB4-6A4D-B52C-2CD9521BF4DD}"/>
              </a:ext>
            </a:extLst>
          </p:cNvPr>
          <p:cNvGrpSpPr>
            <a:grpSpLocks/>
          </p:cNvGrpSpPr>
          <p:nvPr/>
        </p:nvGrpSpPr>
        <p:grpSpPr bwMode="auto"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675" name="Freeform 188">
              <a:extLst>
                <a:ext uri="{FF2B5EF4-FFF2-40B4-BE49-F238E27FC236}">
                  <a16:creationId xmlns:a16="http://schemas.microsoft.com/office/drawing/2014/main" id="{8003B93D-94BD-9E42-B9C2-58440DC85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7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connsiteX0" fmla="*/ 254 w 10000"/>
                <a:gd name="connsiteY0" fmla="*/ 0 h 10000"/>
                <a:gd name="connsiteX1" fmla="*/ 10000 w 10000"/>
                <a:gd name="connsiteY1" fmla="*/ 5019 h 10000"/>
                <a:gd name="connsiteX2" fmla="*/ 5720 w 10000"/>
                <a:gd name="connsiteY2" fmla="*/ 7201 h 10000"/>
                <a:gd name="connsiteX3" fmla="*/ 109 w 10000"/>
                <a:gd name="connsiteY3" fmla="*/ 10000 h 10000"/>
                <a:gd name="connsiteX4" fmla="*/ 236 w 10000"/>
                <a:gd name="connsiteY4" fmla="*/ 6679 h 10000"/>
                <a:gd name="connsiteX5" fmla="*/ 0 w 10000"/>
                <a:gd name="connsiteY5" fmla="*/ 4632 h 10000"/>
                <a:gd name="connsiteX6" fmla="*/ 254 w 10000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  <a:gd name="connsiteX0" fmla="*/ 254 w 10024"/>
                <a:gd name="connsiteY0" fmla="*/ 0 h 10000"/>
                <a:gd name="connsiteX1" fmla="*/ 10000 w 10024"/>
                <a:gd name="connsiteY1" fmla="*/ 5019 h 10000"/>
                <a:gd name="connsiteX2" fmla="*/ 10024 w 10024"/>
                <a:gd name="connsiteY2" fmla="*/ 6921 h 10000"/>
                <a:gd name="connsiteX3" fmla="*/ 109 w 10024"/>
                <a:gd name="connsiteY3" fmla="*/ 10000 h 10000"/>
                <a:gd name="connsiteX4" fmla="*/ 236 w 10024"/>
                <a:gd name="connsiteY4" fmla="*/ 6679 h 10000"/>
                <a:gd name="connsiteX5" fmla="*/ 0 w 10024"/>
                <a:gd name="connsiteY5" fmla="*/ 4632 h 10000"/>
                <a:gd name="connsiteX6" fmla="*/ 254 w 10024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24" h="10000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99000">
                  <a:schemeClr val="bg1"/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76" name="Group 189">
              <a:extLst>
                <a:ext uri="{FF2B5EF4-FFF2-40B4-BE49-F238E27FC236}">
                  <a16:creationId xmlns:a16="http://schemas.microsoft.com/office/drawing/2014/main" id="{143562C0-5361-6240-B520-1E19C24C9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677" name="Rectangle 190">
                <a:extLst>
                  <a:ext uri="{FF2B5EF4-FFF2-40B4-BE49-F238E27FC236}">
                    <a16:creationId xmlns:a16="http://schemas.microsoft.com/office/drawing/2014/main" id="{349F8EC0-27D5-4349-907D-BB3017AE3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191">
                <a:extLst>
                  <a:ext uri="{FF2B5EF4-FFF2-40B4-BE49-F238E27FC236}">
                    <a16:creationId xmlns:a16="http://schemas.microsoft.com/office/drawing/2014/main" id="{23467518-4906-8A41-B8C2-35FFEA344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UDP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679" name="Line 192">
                <a:extLst>
                  <a:ext uri="{FF2B5EF4-FFF2-40B4-BE49-F238E27FC236}">
                    <a16:creationId xmlns:a16="http://schemas.microsoft.com/office/drawing/2014/main" id="{23801BE2-040C-9B4B-A8F3-7264AE3E5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Line 193">
                <a:extLst>
                  <a:ext uri="{FF2B5EF4-FFF2-40B4-BE49-F238E27FC236}">
                    <a16:creationId xmlns:a16="http://schemas.microsoft.com/office/drawing/2014/main" id="{4FC79998-5D20-F94B-94C6-EBEBEE39CF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1" name="Line 194">
                <a:extLst>
                  <a:ext uri="{FF2B5EF4-FFF2-40B4-BE49-F238E27FC236}">
                    <a16:creationId xmlns:a16="http://schemas.microsoft.com/office/drawing/2014/main" id="{7C075311-BBA4-5843-8E33-8C979CED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2" name="Line 195">
                <a:extLst>
                  <a:ext uri="{FF2B5EF4-FFF2-40B4-BE49-F238E27FC236}">
                    <a16:creationId xmlns:a16="http://schemas.microsoft.com/office/drawing/2014/main" id="{BF18DFB8-D1BE-E041-A803-4A29C63E1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83" name="Group 196">
            <a:extLst>
              <a:ext uri="{FF2B5EF4-FFF2-40B4-BE49-F238E27FC236}">
                <a16:creationId xmlns:a16="http://schemas.microsoft.com/office/drawing/2014/main" id="{7BA78456-746C-CE4E-A8FB-AF29B4878EAE}"/>
              </a:ext>
            </a:extLst>
          </p:cNvPr>
          <p:cNvGrpSpPr>
            <a:grpSpLocks/>
          </p:cNvGrpSpPr>
          <p:nvPr/>
        </p:nvGrpSpPr>
        <p:grpSpPr bwMode="auto"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684" name="Group 197">
              <a:extLst>
                <a:ext uri="{FF2B5EF4-FFF2-40B4-BE49-F238E27FC236}">
                  <a16:creationId xmlns:a16="http://schemas.microsoft.com/office/drawing/2014/main" id="{EB43FE30-2E4F-284B-84EC-888E46985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689" name="Group 198">
                <a:extLst>
                  <a:ext uri="{FF2B5EF4-FFF2-40B4-BE49-F238E27FC236}">
                    <a16:creationId xmlns:a16="http://schemas.microsoft.com/office/drawing/2014/main" id="{ECA7DA69-5BBB-A046-A422-FA189BF9E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714" name="Group 199">
                  <a:extLst>
                    <a:ext uri="{FF2B5EF4-FFF2-40B4-BE49-F238E27FC236}">
                      <a16:creationId xmlns:a16="http://schemas.microsoft.com/office/drawing/2014/main" id="{932D35F8-BEDB-1844-B106-804B50CBEC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717" name="Rectangle 200">
                    <a:extLst>
                      <a:ext uri="{FF2B5EF4-FFF2-40B4-BE49-F238E27FC236}">
                        <a16:creationId xmlns:a16="http://schemas.microsoft.com/office/drawing/2014/main" id="{D685F722-E345-AA41-8A63-787012D34B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8" name="Text Box 201">
                    <a:extLst>
                      <a:ext uri="{FF2B5EF4-FFF2-40B4-BE49-F238E27FC236}">
                        <a16:creationId xmlns:a16="http://schemas.microsoft.com/office/drawing/2014/main" id="{ABA1ADB3-7EDA-D641-B2AE-3069634DA2A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sp>
              <p:nvSpPr>
                <p:cNvPr id="715" name="Rectangle 202">
                  <a:extLst>
                    <a:ext uri="{FF2B5EF4-FFF2-40B4-BE49-F238E27FC236}">
                      <a16:creationId xmlns:a16="http://schemas.microsoft.com/office/drawing/2014/main" id="{46765DC8-A2C9-9E4A-B7A9-218058CA8D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16" name="Rectangle 203">
                  <a:extLst>
                    <a:ext uri="{FF2B5EF4-FFF2-40B4-BE49-F238E27FC236}">
                      <a16:creationId xmlns:a16="http://schemas.microsoft.com/office/drawing/2014/main" id="{CAAAD386-0C50-F945-B03D-048CA16D7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0" name="Group 204">
                <a:extLst>
                  <a:ext uri="{FF2B5EF4-FFF2-40B4-BE49-F238E27FC236}">
                    <a16:creationId xmlns:a16="http://schemas.microsoft.com/office/drawing/2014/main" id="{25BAA23E-EA3F-0F4C-A11D-B93B5829C5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708" name="Group 205">
                  <a:extLst>
                    <a:ext uri="{FF2B5EF4-FFF2-40B4-BE49-F238E27FC236}">
                      <a16:creationId xmlns:a16="http://schemas.microsoft.com/office/drawing/2014/main" id="{373C402E-6ACA-8E47-B786-CE64B796C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712" name="Rectangle 206">
                    <a:extLst>
                      <a:ext uri="{FF2B5EF4-FFF2-40B4-BE49-F238E27FC236}">
                        <a16:creationId xmlns:a16="http://schemas.microsoft.com/office/drawing/2014/main" id="{B51D004E-AE15-F64F-B261-E1ECCF0AA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3" name="Text Box 207">
                    <a:extLst>
                      <a:ext uri="{FF2B5EF4-FFF2-40B4-BE49-F238E27FC236}">
                        <a16:creationId xmlns:a16="http://schemas.microsoft.com/office/drawing/2014/main" id="{3C6E7598-D15F-BA43-B537-042BE31648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DNS</a:t>
                    </a:r>
                  </a:p>
                </p:txBody>
              </p:sp>
            </p:grpSp>
            <p:grpSp>
              <p:nvGrpSpPr>
                <p:cNvPr id="709" name="Group 208">
                  <a:extLst>
                    <a:ext uri="{FF2B5EF4-FFF2-40B4-BE49-F238E27FC236}">
                      <a16:creationId xmlns:a16="http://schemas.microsoft.com/office/drawing/2014/main" id="{29BF291F-B4D5-1D4C-913D-86A482741F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710" name="Rectangle 209">
                    <a:extLst>
                      <a:ext uri="{FF2B5EF4-FFF2-40B4-BE49-F238E27FC236}">
                        <a16:creationId xmlns:a16="http://schemas.microsoft.com/office/drawing/2014/main" id="{61FBF84B-CE50-B643-AE79-9D89AE733F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11" name="Rectangle 210">
                    <a:extLst>
                      <a:ext uri="{FF2B5EF4-FFF2-40B4-BE49-F238E27FC236}">
                        <a16:creationId xmlns:a16="http://schemas.microsoft.com/office/drawing/2014/main" id="{E5121B12-FBF0-4342-BF6D-87B9B283F2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691" name="Group 211">
                <a:extLst>
                  <a:ext uri="{FF2B5EF4-FFF2-40B4-BE49-F238E27FC236}">
                    <a16:creationId xmlns:a16="http://schemas.microsoft.com/office/drawing/2014/main" id="{B0E7ACA9-2CF6-1243-9F9A-0D709EE07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706" name="Rectangle 212">
                  <a:extLst>
                    <a:ext uri="{FF2B5EF4-FFF2-40B4-BE49-F238E27FC236}">
                      <a16:creationId xmlns:a16="http://schemas.microsoft.com/office/drawing/2014/main" id="{CB0204CB-AB58-C940-B731-04091AC26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7" name="Rectangle 213">
                  <a:extLst>
                    <a:ext uri="{FF2B5EF4-FFF2-40B4-BE49-F238E27FC236}">
                      <a16:creationId xmlns:a16="http://schemas.microsoft.com/office/drawing/2014/main" id="{0B38DAE2-5553-E244-8B07-8FC2A6735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92" name="Group 214">
                <a:extLst>
                  <a:ext uri="{FF2B5EF4-FFF2-40B4-BE49-F238E27FC236}">
                    <a16:creationId xmlns:a16="http://schemas.microsoft.com/office/drawing/2014/main" id="{4A68C375-1CEB-0845-95BA-B239F6E62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93" name="Group 215">
                  <a:extLst>
                    <a:ext uri="{FF2B5EF4-FFF2-40B4-BE49-F238E27FC236}">
                      <a16:creationId xmlns:a16="http://schemas.microsoft.com/office/drawing/2014/main" id="{9E6C3DE1-7976-6F45-8A25-72AB746BD4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697" name="Group 216">
                    <a:extLst>
                      <a:ext uri="{FF2B5EF4-FFF2-40B4-BE49-F238E27FC236}">
                        <a16:creationId xmlns:a16="http://schemas.microsoft.com/office/drawing/2014/main" id="{CCA61FE2-639D-B541-A0E1-D867961882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700" name="Group 217">
                      <a:extLst>
                        <a:ext uri="{FF2B5EF4-FFF2-40B4-BE49-F238E27FC236}">
                          <a16:creationId xmlns:a16="http://schemas.microsoft.com/office/drawing/2014/main" id="{5E34812B-E977-C349-A338-24FA5598520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704" name="Rectangle 218">
                        <a:extLst>
                          <a:ext uri="{FF2B5EF4-FFF2-40B4-BE49-F238E27FC236}">
                            <a16:creationId xmlns:a16="http://schemas.microsoft.com/office/drawing/2014/main" id="{D0619781-83D7-AA45-8ACB-511E9E48B7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5" name="Text Box 219">
                        <a:extLst>
                          <a:ext uri="{FF2B5EF4-FFF2-40B4-BE49-F238E27FC236}">
                            <a16:creationId xmlns:a16="http://schemas.microsoft.com/office/drawing/2014/main" id="{E98FBF2F-723D-B747-8B9B-86363B2AC118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701" name="Group 220">
                      <a:extLst>
                        <a:ext uri="{FF2B5EF4-FFF2-40B4-BE49-F238E27FC236}">
                          <a16:creationId xmlns:a16="http://schemas.microsoft.com/office/drawing/2014/main" id="{831B80DD-C2F6-264E-98EA-E1865CB81E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702" name="Rectangle 221">
                        <a:extLst>
                          <a:ext uri="{FF2B5EF4-FFF2-40B4-BE49-F238E27FC236}">
                            <a16:creationId xmlns:a16="http://schemas.microsoft.com/office/drawing/2014/main" id="{8EA783A9-E38D-4042-9805-1ECF12F5B7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703" name="Rectangle 222">
                        <a:extLst>
                          <a:ext uri="{FF2B5EF4-FFF2-40B4-BE49-F238E27FC236}">
                            <a16:creationId xmlns:a16="http://schemas.microsoft.com/office/drawing/2014/main" id="{8711C814-64CC-D441-8472-85CBD1B30A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698" name="Rectangle 223">
                    <a:extLst>
                      <a:ext uri="{FF2B5EF4-FFF2-40B4-BE49-F238E27FC236}">
                        <a16:creationId xmlns:a16="http://schemas.microsoft.com/office/drawing/2014/main" id="{2A58AC39-92ED-B846-A308-8A8B1485C7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99" name="Rectangle 224">
                    <a:extLst>
                      <a:ext uri="{FF2B5EF4-FFF2-40B4-BE49-F238E27FC236}">
                        <a16:creationId xmlns:a16="http://schemas.microsoft.com/office/drawing/2014/main" id="{A393CD03-293E-A74B-B8CE-1F9571B66F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94" name="Rectangle 225">
                  <a:extLst>
                    <a:ext uri="{FF2B5EF4-FFF2-40B4-BE49-F238E27FC236}">
                      <a16:creationId xmlns:a16="http://schemas.microsoft.com/office/drawing/2014/main" id="{77E35D46-4F7B-6745-AE76-82EF8774B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Rectangle 226">
                  <a:extLst>
                    <a:ext uri="{FF2B5EF4-FFF2-40B4-BE49-F238E27FC236}">
                      <a16:creationId xmlns:a16="http://schemas.microsoft.com/office/drawing/2014/main" id="{326A96ED-AB23-384C-A796-7D2AB9337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Rectangle 227">
                  <a:extLst>
                    <a:ext uri="{FF2B5EF4-FFF2-40B4-BE49-F238E27FC236}">
                      <a16:creationId xmlns:a16="http://schemas.microsoft.com/office/drawing/2014/main" id="{FEDE95BD-327A-B34F-A164-D7395B700F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85" name="AutoShape 228">
              <a:extLst>
                <a:ext uri="{FF2B5EF4-FFF2-40B4-BE49-F238E27FC236}">
                  <a16:creationId xmlns:a16="http://schemas.microsoft.com/office/drawing/2014/main" id="{7E540946-B645-6F49-8239-C8D7D6C583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86" name="Group 229">
              <a:extLst>
                <a:ext uri="{FF2B5EF4-FFF2-40B4-BE49-F238E27FC236}">
                  <a16:creationId xmlns:a16="http://schemas.microsoft.com/office/drawing/2014/main" id="{6BA61DA2-A413-E44B-AEFA-AA547DAB25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687" name="Rectangle 230">
                <a:extLst>
                  <a:ext uri="{FF2B5EF4-FFF2-40B4-BE49-F238E27FC236}">
                    <a16:creationId xmlns:a16="http://schemas.microsoft.com/office/drawing/2014/main" id="{4298490A-8079-374C-9608-987C5F6BA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8" name="Text Box 231">
                <a:extLst>
                  <a:ext uri="{FF2B5EF4-FFF2-40B4-BE49-F238E27FC236}">
                    <a16:creationId xmlns:a16="http://schemas.microsoft.com/office/drawing/2014/main" id="{DFCFF247-06AF-C44C-8721-8E3FAA97F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</p:grpSp>
      <p:grpSp>
        <p:nvGrpSpPr>
          <p:cNvPr id="174" name="Group 248">
            <a:extLst>
              <a:ext uri="{FF2B5EF4-FFF2-40B4-BE49-F238E27FC236}">
                <a16:creationId xmlns:a16="http://schemas.microsoft.com/office/drawing/2014/main" id="{BA24EA86-E609-CE4E-99CD-C3F5EEC98D5E}"/>
              </a:ext>
            </a:extLst>
          </p:cNvPr>
          <p:cNvGrpSpPr>
            <a:grpSpLocks/>
          </p:cNvGrpSpPr>
          <p:nvPr/>
        </p:nvGrpSpPr>
        <p:grpSpPr bwMode="auto"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175" name="Freeform 148">
              <a:extLst>
                <a:ext uri="{FF2B5EF4-FFF2-40B4-BE49-F238E27FC236}">
                  <a16:creationId xmlns:a16="http://schemas.microsoft.com/office/drawing/2014/main" id="{8350240D-86DF-D14A-AE97-8866B95B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Rectangle 149">
              <a:extLst>
                <a:ext uri="{FF2B5EF4-FFF2-40B4-BE49-F238E27FC236}">
                  <a16:creationId xmlns:a16="http://schemas.microsoft.com/office/drawing/2014/main" id="{2E95E385-ED1A-2B4D-BD18-2501FD76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Freeform 150">
              <a:extLst>
                <a:ext uri="{FF2B5EF4-FFF2-40B4-BE49-F238E27FC236}">
                  <a16:creationId xmlns:a16="http://schemas.microsoft.com/office/drawing/2014/main" id="{C1BAE21E-7184-3C47-BD21-0D357950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8" name="Freeform 151">
              <a:extLst>
                <a:ext uri="{FF2B5EF4-FFF2-40B4-BE49-F238E27FC236}">
                  <a16:creationId xmlns:a16="http://schemas.microsoft.com/office/drawing/2014/main" id="{90457001-FC0D-0E41-A13D-0BDA915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Rectangle 152">
              <a:extLst>
                <a:ext uri="{FF2B5EF4-FFF2-40B4-BE49-F238E27FC236}">
                  <a16:creationId xmlns:a16="http://schemas.microsoft.com/office/drawing/2014/main" id="{E7330E90-9DD8-0A4A-8C05-BCE03E9BE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0" name="Group 153">
              <a:extLst>
                <a:ext uri="{FF2B5EF4-FFF2-40B4-BE49-F238E27FC236}">
                  <a16:creationId xmlns:a16="http://schemas.microsoft.com/office/drawing/2014/main" id="{9B69857C-D710-6442-BB78-8153EE3EB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8" name="AutoShape 154">
                <a:extLst>
                  <a:ext uri="{FF2B5EF4-FFF2-40B4-BE49-F238E27FC236}">
                    <a16:creationId xmlns:a16="http://schemas.microsoft.com/office/drawing/2014/main" id="{6270511B-D2F9-294E-AEB5-29C1A2B52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9" name="AutoShape 155">
                <a:extLst>
                  <a:ext uri="{FF2B5EF4-FFF2-40B4-BE49-F238E27FC236}">
                    <a16:creationId xmlns:a16="http://schemas.microsoft.com/office/drawing/2014/main" id="{98DF3608-E392-6D43-AAB6-C4A3AD78A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1" name="Rectangle 156">
              <a:extLst>
                <a:ext uri="{FF2B5EF4-FFF2-40B4-BE49-F238E27FC236}">
                  <a16:creationId xmlns:a16="http://schemas.microsoft.com/office/drawing/2014/main" id="{F815B378-AF9E-EE4F-A309-282DA3E4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2" name="Group 157">
              <a:extLst>
                <a:ext uri="{FF2B5EF4-FFF2-40B4-BE49-F238E27FC236}">
                  <a16:creationId xmlns:a16="http://schemas.microsoft.com/office/drawing/2014/main" id="{67E01184-334F-3545-AB40-BB314E4F9B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6" name="AutoShape 158">
                <a:extLst>
                  <a:ext uri="{FF2B5EF4-FFF2-40B4-BE49-F238E27FC236}">
                    <a16:creationId xmlns:a16="http://schemas.microsoft.com/office/drawing/2014/main" id="{2BBCFBE6-69B0-A846-B264-B4F74AEC5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7" name="AutoShape 159">
                <a:extLst>
                  <a:ext uri="{FF2B5EF4-FFF2-40B4-BE49-F238E27FC236}">
                    <a16:creationId xmlns:a16="http://schemas.microsoft.com/office/drawing/2014/main" id="{B46CC4E6-97C8-E346-BA88-4BE5F3D10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3" name="Rectangle 160">
              <a:extLst>
                <a:ext uri="{FF2B5EF4-FFF2-40B4-BE49-F238E27FC236}">
                  <a16:creationId xmlns:a16="http://schemas.microsoft.com/office/drawing/2014/main" id="{3A68D5E8-E8F5-6941-AA7A-DB4724A1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Rectangle 161">
              <a:extLst>
                <a:ext uri="{FF2B5EF4-FFF2-40B4-BE49-F238E27FC236}">
                  <a16:creationId xmlns:a16="http://schemas.microsoft.com/office/drawing/2014/main" id="{C85FE9F8-AB9B-DC49-B969-5A8909D9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5" name="Group 162">
              <a:extLst>
                <a:ext uri="{FF2B5EF4-FFF2-40B4-BE49-F238E27FC236}">
                  <a16:creationId xmlns:a16="http://schemas.microsoft.com/office/drawing/2014/main" id="{83136C62-1CD4-8B40-839F-A7EEC2777C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163">
                <a:extLst>
                  <a:ext uri="{FF2B5EF4-FFF2-40B4-BE49-F238E27FC236}">
                    <a16:creationId xmlns:a16="http://schemas.microsoft.com/office/drawing/2014/main" id="{EB609148-CFB5-2A44-949A-AA2E8B42E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5" name="AutoShape 164">
                <a:extLst>
                  <a:ext uri="{FF2B5EF4-FFF2-40B4-BE49-F238E27FC236}">
                    <a16:creationId xmlns:a16="http://schemas.microsoft.com/office/drawing/2014/main" id="{A2E1E84C-7141-1743-B35A-4172B2D6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6" name="Freeform 165">
              <a:extLst>
                <a:ext uri="{FF2B5EF4-FFF2-40B4-BE49-F238E27FC236}">
                  <a16:creationId xmlns:a16="http://schemas.microsoft.com/office/drawing/2014/main" id="{43050567-31E9-244B-93D9-5A67D0788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87" name="Group 166">
              <a:extLst>
                <a:ext uri="{FF2B5EF4-FFF2-40B4-BE49-F238E27FC236}">
                  <a16:creationId xmlns:a16="http://schemas.microsoft.com/office/drawing/2014/main" id="{30BC8383-936E-0243-A67E-87F464BD0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67">
                <a:extLst>
                  <a:ext uri="{FF2B5EF4-FFF2-40B4-BE49-F238E27FC236}">
                    <a16:creationId xmlns:a16="http://schemas.microsoft.com/office/drawing/2014/main" id="{36E98FE5-C685-5F4F-9812-01F5B196A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0" name="AutoShape 168">
                <a:extLst>
                  <a:ext uri="{FF2B5EF4-FFF2-40B4-BE49-F238E27FC236}">
                    <a16:creationId xmlns:a16="http://schemas.microsoft.com/office/drawing/2014/main" id="{62A48F7A-763D-F94A-B670-67B97F409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88" name="Rectangle 169">
              <a:extLst>
                <a:ext uri="{FF2B5EF4-FFF2-40B4-BE49-F238E27FC236}">
                  <a16:creationId xmlns:a16="http://schemas.microsoft.com/office/drawing/2014/main" id="{98A2D58B-8610-0049-9824-1E1CCFB8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9" name="Freeform 170">
              <a:extLst>
                <a:ext uri="{FF2B5EF4-FFF2-40B4-BE49-F238E27FC236}">
                  <a16:creationId xmlns:a16="http://schemas.microsoft.com/office/drawing/2014/main" id="{11AF6B7E-B658-0E42-B146-B4505BFC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0" name="Freeform 171">
              <a:extLst>
                <a:ext uri="{FF2B5EF4-FFF2-40B4-BE49-F238E27FC236}">
                  <a16:creationId xmlns:a16="http://schemas.microsoft.com/office/drawing/2014/main" id="{6617EE11-1A08-B148-9C6E-2B115F7DA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1" name="Oval 172">
              <a:extLst>
                <a:ext uri="{FF2B5EF4-FFF2-40B4-BE49-F238E27FC236}">
                  <a16:creationId xmlns:a16="http://schemas.microsoft.com/office/drawing/2014/main" id="{EC8F463F-0BDA-0F45-9F76-2C41270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2" name="Freeform 173">
              <a:extLst>
                <a:ext uri="{FF2B5EF4-FFF2-40B4-BE49-F238E27FC236}">
                  <a16:creationId xmlns:a16="http://schemas.microsoft.com/office/drawing/2014/main" id="{029218AA-C435-EC48-972D-7D279AA9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AutoShape 174">
              <a:extLst>
                <a:ext uri="{FF2B5EF4-FFF2-40B4-BE49-F238E27FC236}">
                  <a16:creationId xmlns:a16="http://schemas.microsoft.com/office/drawing/2014/main" id="{004AF6A9-08DC-4C40-BD6A-E99AA1ED3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AutoShape 175">
              <a:extLst>
                <a:ext uri="{FF2B5EF4-FFF2-40B4-BE49-F238E27FC236}">
                  <a16:creationId xmlns:a16="http://schemas.microsoft.com/office/drawing/2014/main" id="{58FF6008-68B1-1F41-A35F-1814BE389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Oval 176">
              <a:extLst>
                <a:ext uri="{FF2B5EF4-FFF2-40B4-BE49-F238E27FC236}">
                  <a16:creationId xmlns:a16="http://schemas.microsoft.com/office/drawing/2014/main" id="{D3C587EC-E48C-E842-BC9C-FF13CB39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6" name="Oval 177">
              <a:extLst>
                <a:ext uri="{FF2B5EF4-FFF2-40B4-BE49-F238E27FC236}">
                  <a16:creationId xmlns:a16="http://schemas.microsoft.com/office/drawing/2014/main" id="{012B9197-2851-C241-AF64-90AEA8FD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7" name="Oval 178">
              <a:extLst>
                <a:ext uri="{FF2B5EF4-FFF2-40B4-BE49-F238E27FC236}">
                  <a16:creationId xmlns:a16="http://schemas.microsoft.com/office/drawing/2014/main" id="{1016A314-384F-CB4F-B077-543DA4A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8" name="Rectangle 179">
              <a:extLst>
                <a:ext uri="{FF2B5EF4-FFF2-40B4-BE49-F238E27FC236}">
                  <a16:creationId xmlns:a16="http://schemas.microsoft.com/office/drawing/2014/main" id="{5922B0DF-34CC-0949-8A0A-5B645EA4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A6F153-E77E-2C42-832A-3394AC9B48B8}"/>
              </a:ext>
            </a:extLst>
          </p:cNvPr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719" name="Group 53">
              <a:extLst>
                <a:ext uri="{FF2B5EF4-FFF2-40B4-BE49-F238E27FC236}">
                  <a16:creationId xmlns:a16="http://schemas.microsoft.com/office/drawing/2014/main" id="{8B05B42C-C438-E24D-AFA2-298485978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720" name="Rectangle 54">
                <a:extLst>
                  <a:ext uri="{FF2B5EF4-FFF2-40B4-BE49-F238E27FC236}">
                    <a16:creationId xmlns:a16="http://schemas.microsoft.com/office/drawing/2014/main" id="{D126321D-B0DA-3244-AC5F-32642BCEE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1" name="Text Box 55">
                <a:extLst>
                  <a:ext uri="{FF2B5EF4-FFF2-40B4-BE49-F238E27FC236}">
                    <a16:creationId xmlns:a16="http://schemas.microsoft.com/office/drawing/2014/main" id="{BC8AD8C6-CCDE-A54B-8E07-A6320750A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sp>
          <p:nvSpPr>
            <p:cNvPr id="722" name="AutoShape 88">
              <a:extLst>
                <a:ext uri="{FF2B5EF4-FFF2-40B4-BE49-F238E27FC236}">
                  <a16:creationId xmlns:a16="http://schemas.microsoft.com/office/drawing/2014/main" id="{0C51A2FB-6AD3-AF4D-BF7E-5FC96D20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915" y="1475417"/>
              <a:ext cx="381000" cy="487292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161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0.30208 0.00047 C 0.26822 0.07408 0.22513 0.17477 0.19544 0.2474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4" y="1236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0.24746 C 0.22916 0.21204 0.2526 0.20463 0.31184 0.16389 C 0.37122 0.12315 0.45169 0.08102 0.50768 0.0206 C 0.48984 0.02084 0.39205 0.01922 0.37057 0.02037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12" y="-1136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0"/>
                                        <p:tgtEl>
                                          <p:spTgt spid="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" grpId="0"/>
      <p:bldP spid="6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life…TCP connection carrying HTTP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542" name="Group 325">
            <a:extLst>
              <a:ext uri="{FF2B5EF4-FFF2-40B4-BE49-F238E27FC236}">
                <a16:creationId xmlns:a16="http://schemas.microsoft.com/office/drawing/2014/main" id="{44BB38E6-E14F-E243-A361-68D05E58CCCB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543" name="Group 52">
              <a:extLst>
                <a:ext uri="{FF2B5EF4-FFF2-40B4-BE49-F238E27FC236}">
                  <a16:creationId xmlns:a16="http://schemas.microsoft.com/office/drawing/2014/main" id="{0A8D6708-4609-6945-A946-E47D0AA23B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545" name="Rectangle 53">
                <a:extLst>
                  <a:ext uri="{FF2B5EF4-FFF2-40B4-BE49-F238E27FC236}">
                    <a16:creationId xmlns:a16="http://schemas.microsoft.com/office/drawing/2014/main" id="{B6E73418-9916-914F-BAF1-61EBBD28B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6" name="Text Box 54">
                <a:extLst>
                  <a:ext uri="{FF2B5EF4-FFF2-40B4-BE49-F238E27FC236}">
                    <a16:creationId xmlns:a16="http://schemas.microsoft.com/office/drawing/2014/main" id="{EB3D178B-2079-974C-BBAF-D1859C342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544" name="AutoShape 85">
              <a:extLst>
                <a:ext uri="{FF2B5EF4-FFF2-40B4-BE49-F238E27FC236}">
                  <a16:creationId xmlns:a16="http://schemas.microsoft.com/office/drawing/2014/main" id="{B164A8CC-CDC1-E443-A720-0B9C1A59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47" name="Rectangle 100">
            <a:extLst>
              <a:ext uri="{FF2B5EF4-FFF2-40B4-BE49-F238E27FC236}">
                <a16:creationId xmlns:a16="http://schemas.microsoft.com/office/drawing/2014/main" id="{736B0FF4-A2E8-AE45-921A-22C015CB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to send HTTP request, client first opens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socket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to web server</a:t>
            </a:r>
          </a:p>
        </p:txBody>
      </p:sp>
      <p:sp>
        <p:nvSpPr>
          <p:cNvPr id="548" name="Rectangle 101">
            <a:extLst>
              <a:ext uri="{FF2B5EF4-FFF2-40B4-BE49-F238E27FC236}">
                <a16:creationId xmlns:a16="http://schemas.microsoft.com/office/drawing/2014/main" id="{FC65F5D7-75A7-7843-969E-B8C83BD5E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SYN segment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1 in TCP 3-way handshake)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 inter-domain routed to web server</a:t>
            </a:r>
          </a:p>
        </p:txBody>
      </p:sp>
      <p:sp>
        <p:nvSpPr>
          <p:cNvPr id="549" name="Rectangle 102">
            <a:extLst>
              <a:ext uri="{FF2B5EF4-FFF2-40B4-BE49-F238E27FC236}">
                <a16:creationId xmlns:a16="http://schemas.microsoft.com/office/drawing/2014/main" id="{51C744F0-EF71-344A-B333-4EEF1D80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TCP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connection established!</a:t>
            </a:r>
          </a:p>
        </p:txBody>
      </p:sp>
      <p:grpSp>
        <p:nvGrpSpPr>
          <p:cNvPr id="550" name="Group 314">
            <a:extLst>
              <a:ext uri="{FF2B5EF4-FFF2-40B4-BE49-F238E27FC236}">
                <a16:creationId xmlns:a16="http://schemas.microsoft.com/office/drawing/2014/main" id="{4E3B24CA-FEEE-3E47-9A58-189AE2727095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551" name="Rectangle 99">
              <a:extLst>
                <a:ext uri="{FF2B5EF4-FFF2-40B4-BE49-F238E27FC236}">
                  <a16:creationId xmlns:a16="http://schemas.microsoft.com/office/drawing/2014/main" id="{287E07CE-E274-3F4D-96B8-D3177BBB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2" name="Rectangle 95">
              <a:extLst>
                <a:ext uri="{FF2B5EF4-FFF2-40B4-BE49-F238E27FC236}">
                  <a16:creationId xmlns:a16="http://schemas.microsoft.com/office/drawing/2014/main" id="{8886EA9A-C5FF-A347-84C6-EC7C6AFE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3" name="Rectangle 96">
              <a:extLst>
                <a:ext uri="{FF2B5EF4-FFF2-40B4-BE49-F238E27FC236}">
                  <a16:creationId xmlns:a16="http://schemas.microsoft.com/office/drawing/2014/main" id="{3E962067-480B-FE47-A3AE-7153A4C45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4" name="Rectangle 97">
              <a:extLst>
                <a:ext uri="{FF2B5EF4-FFF2-40B4-BE49-F238E27FC236}">
                  <a16:creationId xmlns:a16="http://schemas.microsoft.com/office/drawing/2014/main" id="{B4CDB1AD-3C2F-3347-A517-1F1AEEF6D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55" name="Rectangle 98">
              <a:extLst>
                <a:ext uri="{FF2B5EF4-FFF2-40B4-BE49-F238E27FC236}">
                  <a16:creationId xmlns:a16="http://schemas.microsoft.com/office/drawing/2014/main" id="{B0AC5248-EFDD-2142-9FBF-32AD6EF4B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56" name="Group 310">
              <a:extLst>
                <a:ext uri="{FF2B5EF4-FFF2-40B4-BE49-F238E27FC236}">
                  <a16:creationId xmlns:a16="http://schemas.microsoft.com/office/drawing/2014/main" id="{24999875-A88C-FD45-9FAA-ED70B2D1A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557" name="Rectangle 311">
                <a:extLst>
                  <a:ext uri="{FF2B5EF4-FFF2-40B4-BE49-F238E27FC236}">
                    <a16:creationId xmlns:a16="http://schemas.microsoft.com/office/drawing/2014/main" id="{D865E817-3F6A-2344-8E60-F652C9FD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8" name="Rectangle 312">
                <a:extLst>
                  <a:ext uri="{FF2B5EF4-FFF2-40B4-BE49-F238E27FC236}">
                    <a16:creationId xmlns:a16="http://schemas.microsoft.com/office/drawing/2014/main" id="{197093E6-8F10-9442-89AF-4F26EE9D4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59" name="Text Box 313">
                <a:extLst>
                  <a:ext uri="{FF2B5EF4-FFF2-40B4-BE49-F238E27FC236}">
                    <a16:creationId xmlns:a16="http://schemas.microsoft.com/office/drawing/2014/main" id="{4A84191B-BE9C-EE49-85DF-BE63E57CA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</p:grpSp>
      <p:grpSp>
        <p:nvGrpSpPr>
          <p:cNvPr id="560" name="Group 326">
            <a:extLst>
              <a:ext uri="{FF2B5EF4-FFF2-40B4-BE49-F238E27FC236}">
                <a16:creationId xmlns:a16="http://schemas.microsoft.com/office/drawing/2014/main" id="{6035F0FF-3872-4E4A-B014-49029AA39D2F}"/>
              </a:ext>
            </a:extLst>
          </p:cNvPr>
          <p:cNvGrpSpPr>
            <a:grpSpLocks/>
          </p:cNvGrpSpPr>
          <p:nvPr/>
        </p:nvGrpSpPr>
        <p:grpSpPr bwMode="auto"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561" name="Group 68">
              <a:extLst>
                <a:ext uri="{FF2B5EF4-FFF2-40B4-BE49-F238E27FC236}">
                  <a16:creationId xmlns:a16="http://schemas.microsoft.com/office/drawing/2014/main" id="{05F3B1DD-FD64-574D-A15D-8719F0552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23" name="Rectangle 69">
                <a:extLst>
                  <a:ext uri="{FF2B5EF4-FFF2-40B4-BE49-F238E27FC236}">
                    <a16:creationId xmlns:a16="http://schemas.microsoft.com/office/drawing/2014/main" id="{0ECCD2F8-075F-0A4D-B835-3EDF82D2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4" name="Rectangle 70">
                <a:extLst>
                  <a:ext uri="{FF2B5EF4-FFF2-40B4-BE49-F238E27FC236}">
                    <a16:creationId xmlns:a16="http://schemas.microsoft.com/office/drawing/2014/main" id="{EBF470C4-203D-234A-BB30-E9BF4F288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562" name="Group 301">
              <a:extLst>
                <a:ext uri="{FF2B5EF4-FFF2-40B4-BE49-F238E27FC236}">
                  <a16:creationId xmlns:a16="http://schemas.microsoft.com/office/drawing/2014/main" id="{E2F59A8B-1798-8245-B3C6-525C81A83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646" name="Rectangle 59">
                <a:extLst>
                  <a:ext uri="{FF2B5EF4-FFF2-40B4-BE49-F238E27FC236}">
                    <a16:creationId xmlns:a16="http://schemas.microsoft.com/office/drawing/2014/main" id="{9FDB2F95-1041-4549-879B-1B6E036E1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7" name="Rectangle 60">
                <a:extLst>
                  <a:ext uri="{FF2B5EF4-FFF2-40B4-BE49-F238E27FC236}">
                    <a16:creationId xmlns:a16="http://schemas.microsoft.com/office/drawing/2014/main" id="{D867A23D-4E29-624B-9F72-E29177D4C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3" name="Text Box 297">
                <a:extLst>
                  <a:ext uri="{FF2B5EF4-FFF2-40B4-BE49-F238E27FC236}">
                    <a16:creationId xmlns:a16="http://schemas.microsoft.com/office/drawing/2014/main" id="{2CD54253-7CF3-C34D-B65E-37D425B451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3" name="Group 302">
              <a:extLst>
                <a:ext uri="{FF2B5EF4-FFF2-40B4-BE49-F238E27FC236}">
                  <a16:creationId xmlns:a16="http://schemas.microsoft.com/office/drawing/2014/main" id="{27EAE6D6-CC8D-BC4B-985B-D731038852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574" name="Rectangle 303">
                <a:extLst>
                  <a:ext uri="{FF2B5EF4-FFF2-40B4-BE49-F238E27FC236}">
                    <a16:creationId xmlns:a16="http://schemas.microsoft.com/office/drawing/2014/main" id="{161A0B61-4B46-1246-B317-2A22E46F6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5" name="Rectangle 304">
                <a:extLst>
                  <a:ext uri="{FF2B5EF4-FFF2-40B4-BE49-F238E27FC236}">
                    <a16:creationId xmlns:a16="http://schemas.microsoft.com/office/drawing/2014/main" id="{6CF3ECE3-58C4-8F4C-91B7-8E5A9B5C9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76" name="Text Box 305">
                <a:extLst>
                  <a:ext uri="{FF2B5EF4-FFF2-40B4-BE49-F238E27FC236}">
                    <a16:creationId xmlns:a16="http://schemas.microsoft.com/office/drawing/2014/main" id="{BADE4FCB-B8A8-034E-9598-B068A1572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564" name="Group 315">
              <a:extLst>
                <a:ext uri="{FF2B5EF4-FFF2-40B4-BE49-F238E27FC236}">
                  <a16:creationId xmlns:a16="http://schemas.microsoft.com/office/drawing/2014/main" id="{D29235BE-BACD-D946-AB55-0AA77A9B4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565" name="Rectangle 316">
                <a:extLst>
                  <a:ext uri="{FF2B5EF4-FFF2-40B4-BE49-F238E27FC236}">
                    <a16:creationId xmlns:a16="http://schemas.microsoft.com/office/drawing/2014/main" id="{71D1FC90-B0D4-0748-B73C-0C001AABA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6" name="Rectangle 317">
                <a:extLst>
                  <a:ext uri="{FF2B5EF4-FFF2-40B4-BE49-F238E27FC236}">
                    <a16:creationId xmlns:a16="http://schemas.microsoft.com/office/drawing/2014/main" id="{259D6AF6-E31C-B04A-985C-2997A516D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7" name="Rectangle 318">
                <a:extLst>
                  <a:ext uri="{FF2B5EF4-FFF2-40B4-BE49-F238E27FC236}">
                    <a16:creationId xmlns:a16="http://schemas.microsoft.com/office/drawing/2014/main" id="{2A231446-5FA9-CF40-928B-8DF94AD2E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8" name="Rectangle 319">
                <a:extLst>
                  <a:ext uri="{FF2B5EF4-FFF2-40B4-BE49-F238E27FC236}">
                    <a16:creationId xmlns:a16="http://schemas.microsoft.com/office/drawing/2014/main" id="{8323599A-5DB9-4848-8D70-91081A64A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69" name="Rectangle 320">
                <a:extLst>
                  <a:ext uri="{FF2B5EF4-FFF2-40B4-BE49-F238E27FC236}">
                    <a16:creationId xmlns:a16="http://schemas.microsoft.com/office/drawing/2014/main" id="{F497CB89-2EBF-0144-AF05-9D589F900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70" name="Group 321">
                <a:extLst>
                  <a:ext uri="{FF2B5EF4-FFF2-40B4-BE49-F238E27FC236}">
                    <a16:creationId xmlns:a16="http://schemas.microsoft.com/office/drawing/2014/main" id="{BD18992D-86F7-8246-A366-53CBF4FFE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571" name="Rectangle 322">
                  <a:extLst>
                    <a:ext uri="{FF2B5EF4-FFF2-40B4-BE49-F238E27FC236}">
                      <a16:creationId xmlns:a16="http://schemas.microsoft.com/office/drawing/2014/main" id="{D1798245-1945-B24B-957C-B072AF1AF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2" name="Rectangle 323">
                  <a:extLst>
                    <a:ext uri="{FF2B5EF4-FFF2-40B4-BE49-F238E27FC236}">
                      <a16:creationId xmlns:a16="http://schemas.microsoft.com/office/drawing/2014/main" id="{E643A63C-1C57-B945-8DAB-10DAD13D9A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73" name="Text Box 324">
                  <a:extLst>
                    <a:ext uri="{FF2B5EF4-FFF2-40B4-BE49-F238E27FC236}">
                      <a16:creationId xmlns:a16="http://schemas.microsoft.com/office/drawing/2014/main" id="{A6BFAAD3-2439-FF41-9F7B-7FAA3A2AA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34" name="Group 337">
            <a:extLst>
              <a:ext uri="{FF2B5EF4-FFF2-40B4-BE49-F238E27FC236}">
                <a16:creationId xmlns:a16="http://schemas.microsoft.com/office/drawing/2014/main" id="{BDBCD45F-1F7A-9543-8559-5895A90FD148}"/>
              </a:ext>
            </a:extLst>
          </p:cNvPr>
          <p:cNvGrpSpPr>
            <a:grpSpLocks/>
          </p:cNvGrpSpPr>
          <p:nvPr/>
        </p:nvGrpSpPr>
        <p:grpSpPr bwMode="auto"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735" name="Group 338">
              <a:extLst>
                <a:ext uri="{FF2B5EF4-FFF2-40B4-BE49-F238E27FC236}">
                  <a16:creationId xmlns:a16="http://schemas.microsoft.com/office/drawing/2014/main" id="{0241F242-E3E0-E04C-9D42-A8DA1F4635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754" name="Rectangle 339">
                <a:extLst>
                  <a:ext uri="{FF2B5EF4-FFF2-40B4-BE49-F238E27FC236}">
                    <a16:creationId xmlns:a16="http://schemas.microsoft.com/office/drawing/2014/main" id="{40719677-5F13-A547-B939-37B964C39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5" name="Rectangle 340">
                <a:extLst>
                  <a:ext uri="{FF2B5EF4-FFF2-40B4-BE49-F238E27FC236}">
                    <a16:creationId xmlns:a16="http://schemas.microsoft.com/office/drawing/2014/main" id="{8FBD903F-689E-1E4F-A4E8-B865330E9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36" name="Group 341">
              <a:extLst>
                <a:ext uri="{FF2B5EF4-FFF2-40B4-BE49-F238E27FC236}">
                  <a16:creationId xmlns:a16="http://schemas.microsoft.com/office/drawing/2014/main" id="{D3A49F13-3F7D-AF43-A7B5-75D42D3F0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751" name="Rectangle 342">
                <a:extLst>
                  <a:ext uri="{FF2B5EF4-FFF2-40B4-BE49-F238E27FC236}">
                    <a16:creationId xmlns:a16="http://schemas.microsoft.com/office/drawing/2014/main" id="{6560040F-827B-4144-9A62-12A938DFB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2" name="Rectangle 343">
                <a:extLst>
                  <a:ext uri="{FF2B5EF4-FFF2-40B4-BE49-F238E27FC236}">
                    <a16:creationId xmlns:a16="http://schemas.microsoft.com/office/drawing/2014/main" id="{4979BB7B-93B5-3A44-9BF4-72A3A854B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3" name="Text Box 344">
                <a:extLst>
                  <a:ext uri="{FF2B5EF4-FFF2-40B4-BE49-F238E27FC236}">
                    <a16:creationId xmlns:a16="http://schemas.microsoft.com/office/drawing/2014/main" id="{C02CFF55-650B-AD4A-92D7-CDA2D2C4C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7" name="Group 345">
              <a:extLst>
                <a:ext uri="{FF2B5EF4-FFF2-40B4-BE49-F238E27FC236}">
                  <a16:creationId xmlns:a16="http://schemas.microsoft.com/office/drawing/2014/main" id="{B6AC2CCC-A76E-2445-8246-899C8784EA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748" name="Rectangle 346">
                <a:extLst>
                  <a:ext uri="{FF2B5EF4-FFF2-40B4-BE49-F238E27FC236}">
                    <a16:creationId xmlns:a16="http://schemas.microsoft.com/office/drawing/2014/main" id="{91D927BE-A5DA-AB48-AF73-32631E45B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9" name="Rectangle 347">
                <a:extLst>
                  <a:ext uri="{FF2B5EF4-FFF2-40B4-BE49-F238E27FC236}">
                    <a16:creationId xmlns:a16="http://schemas.microsoft.com/office/drawing/2014/main" id="{7BE391C6-43DB-3043-B89D-6DEE17F0E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50" name="Text Box 348">
                <a:extLst>
                  <a:ext uri="{FF2B5EF4-FFF2-40B4-BE49-F238E27FC236}">
                    <a16:creationId xmlns:a16="http://schemas.microsoft.com/office/drawing/2014/main" id="{78193E8E-5EDB-3C4B-908D-01FFF86C6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</a:t>
                </a:r>
              </a:p>
            </p:txBody>
          </p:sp>
        </p:grpSp>
        <p:grpSp>
          <p:nvGrpSpPr>
            <p:cNvPr id="738" name="Group 349">
              <a:extLst>
                <a:ext uri="{FF2B5EF4-FFF2-40B4-BE49-F238E27FC236}">
                  <a16:creationId xmlns:a16="http://schemas.microsoft.com/office/drawing/2014/main" id="{63AF8189-9A3F-D542-9CEC-58D39BCAE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739" name="Rectangle 350">
                <a:extLst>
                  <a:ext uri="{FF2B5EF4-FFF2-40B4-BE49-F238E27FC236}">
                    <a16:creationId xmlns:a16="http://schemas.microsoft.com/office/drawing/2014/main" id="{A020A05E-94BF-C640-A8CB-AF123AA2F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0" name="Rectangle 351">
                <a:extLst>
                  <a:ext uri="{FF2B5EF4-FFF2-40B4-BE49-F238E27FC236}">
                    <a16:creationId xmlns:a16="http://schemas.microsoft.com/office/drawing/2014/main" id="{22E1DFE5-9FD3-AA4B-BDC5-018CD8E70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1" name="Rectangle 352">
                <a:extLst>
                  <a:ext uri="{FF2B5EF4-FFF2-40B4-BE49-F238E27FC236}">
                    <a16:creationId xmlns:a16="http://schemas.microsoft.com/office/drawing/2014/main" id="{0849A1A5-14E0-374C-BA02-9C63B614DB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2" name="Rectangle 353">
                <a:extLst>
                  <a:ext uri="{FF2B5EF4-FFF2-40B4-BE49-F238E27FC236}">
                    <a16:creationId xmlns:a16="http://schemas.microsoft.com/office/drawing/2014/main" id="{82BE04FB-4B53-BA46-B018-3B9000714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43" name="Rectangle 354">
                <a:extLst>
                  <a:ext uri="{FF2B5EF4-FFF2-40B4-BE49-F238E27FC236}">
                    <a16:creationId xmlns:a16="http://schemas.microsoft.com/office/drawing/2014/main" id="{13D8F146-B1F3-FA41-A508-298A5DADE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4" name="Group 355">
                <a:extLst>
                  <a:ext uri="{FF2B5EF4-FFF2-40B4-BE49-F238E27FC236}">
                    <a16:creationId xmlns:a16="http://schemas.microsoft.com/office/drawing/2014/main" id="{87B22912-5DB4-CC4E-8302-A587515DDD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745" name="Rectangle 356">
                  <a:extLst>
                    <a:ext uri="{FF2B5EF4-FFF2-40B4-BE49-F238E27FC236}">
                      <a16:creationId xmlns:a16="http://schemas.microsoft.com/office/drawing/2014/main" id="{E761A945-3F5E-CA4E-A896-C01C89521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6" name="Rectangle 357">
                  <a:extLst>
                    <a:ext uri="{FF2B5EF4-FFF2-40B4-BE49-F238E27FC236}">
                      <a16:creationId xmlns:a16="http://schemas.microsoft.com/office/drawing/2014/main" id="{84134D3E-13F8-6042-9D38-AF73D970B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47" name="Text Box 358">
                  <a:extLst>
                    <a:ext uri="{FF2B5EF4-FFF2-40B4-BE49-F238E27FC236}">
                      <a16:creationId xmlns:a16="http://schemas.microsoft.com/office/drawing/2014/main" id="{360C0654-D2F5-A249-98C0-8B4B35A822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SYN</a:t>
                  </a:r>
                </a:p>
              </p:txBody>
            </p:sp>
          </p:grpSp>
        </p:grpSp>
      </p:grpSp>
      <p:sp>
        <p:nvSpPr>
          <p:cNvPr id="756" name="Rectangle 359">
            <a:extLst>
              <a:ext uri="{FF2B5EF4-FFF2-40B4-BE49-F238E27FC236}">
                <a16:creationId xmlns:a16="http://schemas.microsoft.com/office/drawing/2014/main" id="{A9BE400C-E7A8-814F-9EFA-D314343CF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757" name="Group 391">
            <a:extLst>
              <a:ext uri="{FF2B5EF4-FFF2-40B4-BE49-F238E27FC236}">
                <a16:creationId xmlns:a16="http://schemas.microsoft.com/office/drawing/2014/main" id="{17C83498-6185-2647-828E-58DDFAF371A4}"/>
              </a:ext>
            </a:extLst>
          </p:cNvPr>
          <p:cNvGrpSpPr>
            <a:grpSpLocks/>
          </p:cNvGrpSpPr>
          <p:nvPr/>
        </p:nvGrpSpPr>
        <p:grpSpPr bwMode="auto"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758" name="Group 361">
              <a:extLst>
                <a:ext uri="{FF2B5EF4-FFF2-40B4-BE49-F238E27FC236}">
                  <a16:creationId xmlns:a16="http://schemas.microsoft.com/office/drawing/2014/main" id="{18FD13CD-0315-B647-B6AF-39F23BA87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810" name="Rectangle 362">
                <a:extLst>
                  <a:ext uri="{FF2B5EF4-FFF2-40B4-BE49-F238E27FC236}">
                    <a16:creationId xmlns:a16="http://schemas.microsoft.com/office/drawing/2014/main" id="{9C3274D0-8E72-FF4D-AA28-A8EAE39D6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11" name="Rectangle 363">
                <a:extLst>
                  <a:ext uri="{FF2B5EF4-FFF2-40B4-BE49-F238E27FC236}">
                    <a16:creationId xmlns:a16="http://schemas.microsoft.com/office/drawing/2014/main" id="{2A85A536-6D67-544C-8670-9B17244FB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759" name="Group 382">
              <a:extLst>
                <a:ext uri="{FF2B5EF4-FFF2-40B4-BE49-F238E27FC236}">
                  <a16:creationId xmlns:a16="http://schemas.microsoft.com/office/drawing/2014/main" id="{A64FBDF6-0E86-E740-A72D-FB97797F5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807" name="Rectangle 365">
                <a:extLst>
                  <a:ext uri="{FF2B5EF4-FFF2-40B4-BE49-F238E27FC236}">
                    <a16:creationId xmlns:a16="http://schemas.microsoft.com/office/drawing/2014/main" id="{8E976F92-FA7A-AB47-9B21-9CC5C1911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8" name="Rectangle 366">
                <a:extLst>
                  <a:ext uri="{FF2B5EF4-FFF2-40B4-BE49-F238E27FC236}">
                    <a16:creationId xmlns:a16="http://schemas.microsoft.com/office/drawing/2014/main" id="{6AD327EE-B6BC-D741-A7C2-B834A5D59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9" name="Text Box 367">
                <a:extLst>
                  <a:ext uri="{FF2B5EF4-FFF2-40B4-BE49-F238E27FC236}">
                    <a16:creationId xmlns:a16="http://schemas.microsoft.com/office/drawing/2014/main" id="{96F9A0CD-789B-D04C-9566-4A2973C5EF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760" name="Rectangle 373">
              <a:extLst>
                <a:ext uri="{FF2B5EF4-FFF2-40B4-BE49-F238E27FC236}">
                  <a16:creationId xmlns:a16="http://schemas.microsoft.com/office/drawing/2014/main" id="{F2EBED54-BD1B-ED40-89CC-56E9651C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1" name="Rectangle 374">
              <a:extLst>
                <a:ext uri="{FF2B5EF4-FFF2-40B4-BE49-F238E27FC236}">
                  <a16:creationId xmlns:a16="http://schemas.microsoft.com/office/drawing/2014/main" id="{74AF0931-1E02-754D-9005-03A58D5C2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2" name="Rectangle 375">
              <a:extLst>
                <a:ext uri="{FF2B5EF4-FFF2-40B4-BE49-F238E27FC236}">
                  <a16:creationId xmlns:a16="http://schemas.microsoft.com/office/drawing/2014/main" id="{9DE1570C-335C-9C44-9681-536C219A3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3" name="Rectangle 376">
              <a:extLst>
                <a:ext uri="{FF2B5EF4-FFF2-40B4-BE49-F238E27FC236}">
                  <a16:creationId xmlns:a16="http://schemas.microsoft.com/office/drawing/2014/main" id="{1A5BAEF7-331F-F14B-B97F-78D5BE86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4" name="Rectangle 377">
              <a:extLst>
                <a:ext uri="{FF2B5EF4-FFF2-40B4-BE49-F238E27FC236}">
                  <a16:creationId xmlns:a16="http://schemas.microsoft.com/office/drawing/2014/main" id="{84336569-B3A7-6A49-A82B-99D5EC33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65" name="Group 383">
              <a:extLst>
                <a:ext uri="{FF2B5EF4-FFF2-40B4-BE49-F238E27FC236}">
                  <a16:creationId xmlns:a16="http://schemas.microsoft.com/office/drawing/2014/main" id="{28790B64-9067-B544-9439-EB76C10C1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804" name="Rectangle 384">
                <a:extLst>
                  <a:ext uri="{FF2B5EF4-FFF2-40B4-BE49-F238E27FC236}">
                    <a16:creationId xmlns:a16="http://schemas.microsoft.com/office/drawing/2014/main" id="{BEF7727E-C16B-5F45-BAA7-AE952E893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5" name="Rectangle 385">
                <a:extLst>
                  <a:ext uri="{FF2B5EF4-FFF2-40B4-BE49-F238E27FC236}">
                    <a16:creationId xmlns:a16="http://schemas.microsoft.com/office/drawing/2014/main" id="{FB8C79D1-4376-1A40-B6C0-F73357935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6" name="Text Box 386">
                <a:extLst>
                  <a:ext uri="{FF2B5EF4-FFF2-40B4-BE49-F238E27FC236}">
                    <a16:creationId xmlns:a16="http://schemas.microsoft.com/office/drawing/2014/main" id="{7D800199-8CF4-F44C-B339-C1A262289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766" name="Group 387">
              <a:extLst>
                <a:ext uri="{FF2B5EF4-FFF2-40B4-BE49-F238E27FC236}">
                  <a16:creationId xmlns:a16="http://schemas.microsoft.com/office/drawing/2014/main" id="{A3096BC9-64B5-ED4E-A43F-70809FA8A1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801" name="Rectangle 388">
                <a:extLst>
                  <a:ext uri="{FF2B5EF4-FFF2-40B4-BE49-F238E27FC236}">
                    <a16:creationId xmlns:a16="http://schemas.microsoft.com/office/drawing/2014/main" id="{F61F578C-8BF0-8341-943D-39CDE967F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2" name="Rectangle 389">
                <a:extLst>
                  <a:ext uri="{FF2B5EF4-FFF2-40B4-BE49-F238E27FC236}">
                    <a16:creationId xmlns:a16="http://schemas.microsoft.com/office/drawing/2014/main" id="{E8B4EC9C-05C8-C142-955E-B40BA2278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03" name="Text Box 390">
                <a:extLst>
                  <a:ext uri="{FF2B5EF4-FFF2-40B4-BE49-F238E27FC236}">
                    <a16:creationId xmlns:a16="http://schemas.microsoft.com/office/drawing/2014/main" id="{AEB443BC-BE15-5740-B309-D2DC97FAE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12" name="Group 423">
            <a:extLst>
              <a:ext uri="{FF2B5EF4-FFF2-40B4-BE49-F238E27FC236}">
                <a16:creationId xmlns:a16="http://schemas.microsoft.com/office/drawing/2014/main" id="{A6880A50-5449-0E46-A5C1-4F3EDBB5D53B}"/>
              </a:ext>
            </a:extLst>
          </p:cNvPr>
          <p:cNvGrpSpPr>
            <a:grpSpLocks/>
          </p:cNvGrpSpPr>
          <p:nvPr/>
        </p:nvGrpSpPr>
        <p:grpSpPr bwMode="auto"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813" name="Group 393">
              <a:extLst>
                <a:ext uri="{FF2B5EF4-FFF2-40B4-BE49-F238E27FC236}">
                  <a16:creationId xmlns:a16="http://schemas.microsoft.com/office/drawing/2014/main" id="{C0CC2508-5523-1E46-8737-BE4E4E429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831" name="Rectangle 394">
                <a:extLst>
                  <a:ext uri="{FF2B5EF4-FFF2-40B4-BE49-F238E27FC236}">
                    <a16:creationId xmlns:a16="http://schemas.microsoft.com/office/drawing/2014/main" id="{90649956-CFA3-AB44-82F9-1A40A1314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2" name="Rectangle 395">
                <a:extLst>
                  <a:ext uri="{FF2B5EF4-FFF2-40B4-BE49-F238E27FC236}">
                    <a16:creationId xmlns:a16="http://schemas.microsoft.com/office/drawing/2014/main" id="{8BD70DAB-651C-5047-B975-B174CE645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814" name="Group 396">
              <a:extLst>
                <a:ext uri="{FF2B5EF4-FFF2-40B4-BE49-F238E27FC236}">
                  <a16:creationId xmlns:a16="http://schemas.microsoft.com/office/drawing/2014/main" id="{40C19D6E-09EE-3045-9039-85D4B044B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828" name="Rectangle 397">
                <a:extLst>
                  <a:ext uri="{FF2B5EF4-FFF2-40B4-BE49-F238E27FC236}">
                    <a16:creationId xmlns:a16="http://schemas.microsoft.com/office/drawing/2014/main" id="{66D59E5F-377E-C549-9CE6-0433DF2E0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9" name="Rectangle 398">
                <a:extLst>
                  <a:ext uri="{FF2B5EF4-FFF2-40B4-BE49-F238E27FC236}">
                    <a16:creationId xmlns:a16="http://schemas.microsoft.com/office/drawing/2014/main" id="{D1732789-3643-5E46-94EF-A715FF8A5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30" name="Text Box 399">
                <a:extLst>
                  <a:ext uri="{FF2B5EF4-FFF2-40B4-BE49-F238E27FC236}">
                    <a16:creationId xmlns:a16="http://schemas.microsoft.com/office/drawing/2014/main" id="{D256CEEF-EDB6-0E44-963C-AB56839D6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sp>
          <p:nvSpPr>
            <p:cNvPr id="815" name="Rectangle 400">
              <a:extLst>
                <a:ext uri="{FF2B5EF4-FFF2-40B4-BE49-F238E27FC236}">
                  <a16:creationId xmlns:a16="http://schemas.microsoft.com/office/drawing/2014/main" id="{CAD9F45E-35B7-F24A-8A08-33EC261E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6" name="Rectangle 401">
              <a:extLst>
                <a:ext uri="{FF2B5EF4-FFF2-40B4-BE49-F238E27FC236}">
                  <a16:creationId xmlns:a16="http://schemas.microsoft.com/office/drawing/2014/main" id="{6A723820-5A3C-934C-8004-55656E64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7" name="Rectangle 402">
              <a:extLst>
                <a:ext uri="{FF2B5EF4-FFF2-40B4-BE49-F238E27FC236}">
                  <a16:creationId xmlns:a16="http://schemas.microsoft.com/office/drawing/2014/main" id="{6334C52D-28B6-7248-A490-DD6B1607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8" name="Rectangle 403">
              <a:extLst>
                <a:ext uri="{FF2B5EF4-FFF2-40B4-BE49-F238E27FC236}">
                  <a16:creationId xmlns:a16="http://schemas.microsoft.com/office/drawing/2014/main" id="{43965A11-3A3A-9842-98E9-480DC62F6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19" name="Rectangle 404">
              <a:extLst>
                <a:ext uri="{FF2B5EF4-FFF2-40B4-BE49-F238E27FC236}">
                  <a16:creationId xmlns:a16="http://schemas.microsoft.com/office/drawing/2014/main" id="{CF02A561-A967-8146-9791-21417B4A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20" name="Group 405">
              <a:extLst>
                <a:ext uri="{FF2B5EF4-FFF2-40B4-BE49-F238E27FC236}">
                  <a16:creationId xmlns:a16="http://schemas.microsoft.com/office/drawing/2014/main" id="{931BB545-418C-D04E-BE16-C1DDB3B30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825" name="Rectangle 406">
                <a:extLst>
                  <a:ext uri="{FF2B5EF4-FFF2-40B4-BE49-F238E27FC236}">
                    <a16:creationId xmlns:a16="http://schemas.microsoft.com/office/drawing/2014/main" id="{F4D73D91-C3AE-5048-A766-146F05C8D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6" name="Rectangle 407">
                <a:extLst>
                  <a:ext uri="{FF2B5EF4-FFF2-40B4-BE49-F238E27FC236}">
                    <a16:creationId xmlns:a16="http://schemas.microsoft.com/office/drawing/2014/main" id="{06CF0FC6-D090-2D4F-8B68-D98E606A3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7" name="Text Box 408">
                <a:extLst>
                  <a:ext uri="{FF2B5EF4-FFF2-40B4-BE49-F238E27FC236}">
                    <a16:creationId xmlns:a16="http://schemas.microsoft.com/office/drawing/2014/main" id="{B109233B-D33D-6A48-8899-85AA2DD4C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  <p:grpSp>
          <p:nvGrpSpPr>
            <p:cNvPr id="821" name="Group 409">
              <a:extLst>
                <a:ext uri="{FF2B5EF4-FFF2-40B4-BE49-F238E27FC236}">
                  <a16:creationId xmlns:a16="http://schemas.microsoft.com/office/drawing/2014/main" id="{CD622C02-5474-6A42-8C31-C4287EECC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822" name="Rectangle 410">
                <a:extLst>
                  <a:ext uri="{FF2B5EF4-FFF2-40B4-BE49-F238E27FC236}">
                    <a16:creationId xmlns:a16="http://schemas.microsoft.com/office/drawing/2014/main" id="{C53E0714-5945-D949-987E-678D2F53E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3" name="Rectangle 411">
                <a:extLst>
                  <a:ext uri="{FF2B5EF4-FFF2-40B4-BE49-F238E27FC236}">
                    <a16:creationId xmlns:a16="http://schemas.microsoft.com/office/drawing/2014/main" id="{74E3AA68-A459-0A4D-A8C4-09CDD067B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24" name="Text Box 412">
                <a:extLst>
                  <a:ext uri="{FF2B5EF4-FFF2-40B4-BE49-F238E27FC236}">
                    <a16:creationId xmlns:a16="http://schemas.microsoft.com/office/drawing/2014/main" id="{8CCC7B6F-8CBE-7B40-BA63-57B01F1C6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grpSp>
        <p:nvGrpSpPr>
          <p:cNvPr id="833" name="Group 422">
            <a:extLst>
              <a:ext uri="{FF2B5EF4-FFF2-40B4-BE49-F238E27FC236}">
                <a16:creationId xmlns:a16="http://schemas.microsoft.com/office/drawing/2014/main" id="{4A286599-58F8-7C4A-A7A6-AE8BCFB5D157}"/>
              </a:ext>
            </a:extLst>
          </p:cNvPr>
          <p:cNvGrpSpPr>
            <a:grpSpLocks/>
          </p:cNvGrpSpPr>
          <p:nvPr/>
        </p:nvGrpSpPr>
        <p:grpSpPr bwMode="auto"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834" name="Rectangle 413">
              <a:extLst>
                <a:ext uri="{FF2B5EF4-FFF2-40B4-BE49-F238E27FC236}">
                  <a16:creationId xmlns:a16="http://schemas.microsoft.com/office/drawing/2014/main" id="{FD8A8249-C601-C946-91D0-25E0C9B3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5" name="Rectangle 414">
              <a:extLst>
                <a:ext uri="{FF2B5EF4-FFF2-40B4-BE49-F238E27FC236}">
                  <a16:creationId xmlns:a16="http://schemas.microsoft.com/office/drawing/2014/main" id="{9BE238B3-D908-7344-ACF3-4F7D0E8B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6" name="Rectangle 415">
              <a:extLst>
                <a:ext uri="{FF2B5EF4-FFF2-40B4-BE49-F238E27FC236}">
                  <a16:creationId xmlns:a16="http://schemas.microsoft.com/office/drawing/2014/main" id="{D85BA8BC-478D-F344-8115-DC7B5B39F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7" name="Rectangle 416">
              <a:extLst>
                <a:ext uri="{FF2B5EF4-FFF2-40B4-BE49-F238E27FC236}">
                  <a16:creationId xmlns:a16="http://schemas.microsoft.com/office/drawing/2014/main" id="{7E72D931-C69A-D547-A589-54D81181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38" name="Rectangle 417">
              <a:extLst>
                <a:ext uri="{FF2B5EF4-FFF2-40B4-BE49-F238E27FC236}">
                  <a16:creationId xmlns:a16="http://schemas.microsoft.com/office/drawing/2014/main" id="{96929BF6-5BEC-064E-823F-64C7B6097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839" name="Group 418">
              <a:extLst>
                <a:ext uri="{FF2B5EF4-FFF2-40B4-BE49-F238E27FC236}">
                  <a16:creationId xmlns:a16="http://schemas.microsoft.com/office/drawing/2014/main" id="{B9FE97D1-EB90-084D-832B-370177733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840" name="Rectangle 419">
                <a:extLst>
                  <a:ext uri="{FF2B5EF4-FFF2-40B4-BE49-F238E27FC236}">
                    <a16:creationId xmlns:a16="http://schemas.microsoft.com/office/drawing/2014/main" id="{A7398EAD-94A6-2C46-88ED-F3EAEE4C7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1" name="Rectangle 420">
                <a:extLst>
                  <a:ext uri="{FF2B5EF4-FFF2-40B4-BE49-F238E27FC236}">
                    <a16:creationId xmlns:a16="http://schemas.microsoft.com/office/drawing/2014/main" id="{4C167B55-EB55-FD4C-A289-D74D3CBC3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2" name="Text Box 421">
                <a:extLst>
                  <a:ext uri="{FF2B5EF4-FFF2-40B4-BE49-F238E27FC236}">
                    <a16:creationId xmlns:a16="http://schemas.microsoft.com/office/drawing/2014/main" id="{B28E28A9-E5F1-E142-B8BF-E0874F48D6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SYNACK</a:t>
                </a:r>
              </a:p>
            </p:txBody>
          </p:sp>
        </p:grpSp>
      </p:grpSp>
      <p:sp>
        <p:nvSpPr>
          <p:cNvPr id="843" name="Rectangle 424">
            <a:extLst>
              <a:ext uri="{FF2B5EF4-FFF2-40B4-BE49-F238E27FC236}">
                <a16:creationId xmlns:a16="http://schemas.microsoft.com/office/drawing/2014/main" id="{6E37BF3E-D4DC-974D-992C-BCA1B9A0E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TCP SYNACK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(step 2 in TCP 3-way handshake)</a:t>
            </a:r>
            <a:endParaRPr lang="en-US" sz="28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878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C 0.00052 0.02477 -0.0017 0.01806 -0.00117 0.04468 L 0.30299 0.04584 C 0.25677 0.14121 0.25455 0.14862 0.20924 0.23473 C 0.26836 0.18542 0.34922 0.13797 0.40846 0.08843 C 0.35976 0.20903 0.30924 0.34121 0.2612 0.46181 L 0.02838 0.46274 C 0.02838 0.42547 0.02786 0.42223 0.02786 0.38588 " pathEditMode="relative" rAng="0" ptsTypes="AAAAAAAA">
                                      <p:cBhvr>
                                        <p:cTn id="29" dur="30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65" y="2312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2 L -0.00052 0.09421 L 0.25287 0.09121 L 0.39297 -0.29166 L 0.18503 -0.15208 L 0.28034 -0.33079 L -0.02916 -0.3331 C -0.02916 -0.3618 -0.02916 -0.3618 -0.02877 -0.39051 " pathEditMode="relative" rAng="0" ptsTypes="AAAAAAAA">
                                      <p:cBhvr>
                                        <p:cTn id="66" dur="3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42" y="-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" grpId="0"/>
      <p:bldP spid="548" grpId="0"/>
      <p:bldP spid="549" grpId="0"/>
      <p:bldP spid="8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C08B47-1C0E-5D48-A9ED-A80A9C43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6" y="303903"/>
            <a:ext cx="10999694" cy="894622"/>
          </a:xfrm>
        </p:spPr>
        <p:txBody>
          <a:bodyPr>
            <a:noAutofit/>
          </a:bodyPr>
          <a:lstStyle/>
          <a:p>
            <a:r>
              <a:rPr lang="en-US" b="0" dirty="0">
                <a:latin typeface="+mn-lt"/>
              </a:rPr>
              <a:t>A day in the life… HTTP request/reply </a:t>
            </a:r>
            <a:endParaRPr lang="en-US" sz="3200" b="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B350A-665A-4B4E-8611-F7A0C3B2D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Link Layer: 6-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95" name="Freeform 3">
            <a:extLst>
              <a:ext uri="{FF2B5EF4-FFF2-40B4-BE49-F238E27FC236}">
                <a16:creationId xmlns:a16="http://schemas.microsoft.com/office/drawing/2014/main" id="{DF7BB4DC-D674-5D48-AD3D-92259D4E8719}"/>
              </a:ext>
            </a:extLst>
          </p:cNvPr>
          <p:cNvSpPr>
            <a:spLocks/>
          </p:cNvSpPr>
          <p:nvPr/>
        </p:nvSpPr>
        <p:spPr bwMode="auto">
          <a:xfrm>
            <a:off x="691870" y="18782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7" name="Line 36">
            <a:extLst>
              <a:ext uri="{FF2B5EF4-FFF2-40B4-BE49-F238E27FC236}">
                <a16:creationId xmlns:a16="http://schemas.microsoft.com/office/drawing/2014/main" id="{57A4B698-E5A9-CC49-A803-B00E5B0F4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3832" y="2949855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8" name="Line 43">
            <a:extLst>
              <a:ext uri="{FF2B5EF4-FFF2-40B4-BE49-F238E27FC236}">
                <a16:creationId xmlns:a16="http://schemas.microsoft.com/office/drawing/2014/main" id="{4299F198-F6BC-D84B-A132-247DE12D8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4170" y="3122892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29" name="Line 44">
            <a:extLst>
              <a:ext uri="{FF2B5EF4-FFF2-40B4-BE49-F238E27FC236}">
                <a16:creationId xmlns:a16="http://schemas.microsoft.com/office/drawing/2014/main" id="{DC9B9DDD-57B4-5C47-B709-CC1E60CA5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3057" y="2806980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30" name="Line 48">
            <a:extLst>
              <a:ext uri="{FF2B5EF4-FFF2-40B4-BE49-F238E27FC236}">
                <a16:creationId xmlns:a16="http://schemas.microsoft.com/office/drawing/2014/main" id="{4DEE8A35-1100-9F4E-9ADC-43B2758E1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8532" y="3341967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4D6B2B90-1080-3C45-8723-93F56B08E56C}"/>
              </a:ext>
            </a:extLst>
          </p:cNvPr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B1476A90-F591-974E-B11C-39A30B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3" name="Freeform 582">
              <a:extLst>
                <a:ext uri="{FF2B5EF4-FFF2-40B4-BE49-F238E27FC236}">
                  <a16:creationId xmlns:a16="http://schemas.microsoft.com/office/drawing/2014/main" id="{FAF65266-E375-3A4E-8042-0B0D6B8CFA6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1FA9C68-339B-614C-9E34-CDEAC150A5D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D8C9439F-A149-D942-929A-18B7B9A8DCF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0C0CC8C6-CE81-EF42-BA4E-3A45D13E6CD2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3E8C4D08-870E-A742-950E-F94FEE11959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AF1A2733-0B79-E940-8171-436600A9A36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8" name="Rectangle 37">
            <a:extLst>
              <a:ext uri="{FF2B5EF4-FFF2-40B4-BE49-F238E27FC236}">
                <a16:creationId xmlns:a16="http://schemas.microsoft.com/office/drawing/2014/main" id="{6E62C662-849A-5546-97FB-27C419E31E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648281" y="3003260"/>
            <a:ext cx="134168" cy="25558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39" name="Rectangle 37">
            <a:extLst>
              <a:ext uri="{FF2B5EF4-FFF2-40B4-BE49-F238E27FC236}">
                <a16:creationId xmlns:a16="http://schemas.microsoft.com/office/drawing/2014/main" id="{CE5D4DD5-02BB-9C42-86C9-F0B5A66353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22564" y="4176324"/>
            <a:ext cx="140795" cy="179874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sp>
        <p:nvSpPr>
          <p:cNvPr id="672" name="Rectangle 37">
            <a:extLst>
              <a:ext uri="{FF2B5EF4-FFF2-40B4-BE49-F238E27FC236}">
                <a16:creationId xmlns:a16="http://schemas.microsoft.com/office/drawing/2014/main" id="{9481655E-53B9-E148-87BB-DA888D40383A}"/>
              </a:ext>
            </a:extLst>
          </p:cNvPr>
          <p:cNvSpPr>
            <a:spLocks noChangeArrowheads="1"/>
          </p:cNvSpPr>
          <p:nvPr/>
        </p:nvSpPr>
        <p:spPr bwMode="auto">
          <a:xfrm rot="2603620">
            <a:off x="3123075" y="3881648"/>
            <a:ext cx="140795" cy="235527"/>
          </a:xfrm>
          <a:prstGeom prst="rect">
            <a:avLst/>
          </a:prstGeom>
          <a:gradFill rotWithShape="1"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</a:gsLst>
            <a:lin ang="0" scaled="1"/>
          </a:gradFill>
          <a:ln w="9525">
            <a:solidFill>
              <a:srgbClr val="008000">
                <a:alpha val="15000"/>
              </a:srgb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charset="0"/>
            </a:endParaRPr>
          </a:p>
        </p:txBody>
      </p: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E25D2C38-52A6-D74C-B8F5-760511B66010}"/>
              </a:ext>
            </a:extLst>
          </p:cNvPr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90" name="Freeform 589">
              <a:extLst>
                <a:ext uri="{FF2B5EF4-FFF2-40B4-BE49-F238E27FC236}">
                  <a16:creationId xmlns:a16="http://schemas.microsoft.com/office/drawing/2014/main" id="{B0A245DD-4B67-F546-BF8C-E3D0A2C89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70CB17FC-C529-3648-AFDA-8721418A50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2" name="Group 591">
              <a:extLst>
                <a:ext uri="{FF2B5EF4-FFF2-40B4-BE49-F238E27FC236}">
                  <a16:creationId xmlns:a16="http://schemas.microsoft.com/office/drawing/2014/main" id="{D413B80D-C7DB-534C-8DA8-F00D300DBC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18E03FC9-7974-9640-9835-27B0131CD7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B02F09FE-2B85-5F4C-B1D3-7285C2B56B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1154C3FD-FF9C-E343-A60C-430A6B3F38A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978879B9-5CF4-0C42-8D6C-4676831E90D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7" name="Group 248">
            <a:extLst>
              <a:ext uri="{FF2B5EF4-FFF2-40B4-BE49-F238E27FC236}">
                <a16:creationId xmlns:a16="http://schemas.microsoft.com/office/drawing/2014/main" id="{BBC0582A-3E28-C146-B822-8892A6C507A6}"/>
              </a:ext>
            </a:extLst>
          </p:cNvPr>
          <p:cNvGrpSpPr>
            <a:grpSpLocks/>
          </p:cNvGrpSpPr>
          <p:nvPr/>
        </p:nvGrpSpPr>
        <p:grpSpPr bwMode="auto"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68" name="Freeform 148">
              <a:extLst>
                <a:ext uri="{FF2B5EF4-FFF2-40B4-BE49-F238E27FC236}">
                  <a16:creationId xmlns:a16="http://schemas.microsoft.com/office/drawing/2014/main" id="{3CCCBBB4-63BD-EA43-A39D-906E833AD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9" name="Rectangle 149">
              <a:extLst>
                <a:ext uri="{FF2B5EF4-FFF2-40B4-BE49-F238E27FC236}">
                  <a16:creationId xmlns:a16="http://schemas.microsoft.com/office/drawing/2014/main" id="{0974CB1E-EE6F-9F45-B007-E10FFC92A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0" name="Freeform 150">
              <a:extLst>
                <a:ext uri="{FF2B5EF4-FFF2-40B4-BE49-F238E27FC236}">
                  <a16:creationId xmlns:a16="http://schemas.microsoft.com/office/drawing/2014/main" id="{D1A9E57E-DC2A-1D4B-BD1F-082302E97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1" name="Freeform 151">
              <a:extLst>
                <a:ext uri="{FF2B5EF4-FFF2-40B4-BE49-F238E27FC236}">
                  <a16:creationId xmlns:a16="http://schemas.microsoft.com/office/drawing/2014/main" id="{ECE9DDFF-83C2-2B4C-ABB2-610424C9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2" name="Rectangle 152">
              <a:extLst>
                <a:ext uri="{FF2B5EF4-FFF2-40B4-BE49-F238E27FC236}">
                  <a16:creationId xmlns:a16="http://schemas.microsoft.com/office/drawing/2014/main" id="{E6ECB8C9-90DF-DD48-ABC0-7756BD8A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3" name="Group 153">
              <a:extLst>
                <a:ext uri="{FF2B5EF4-FFF2-40B4-BE49-F238E27FC236}">
                  <a16:creationId xmlns:a16="http://schemas.microsoft.com/office/drawing/2014/main" id="{DE8B4D5B-13BE-A642-8255-4AD348F07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8" name="AutoShape 154">
                <a:extLst>
                  <a:ext uri="{FF2B5EF4-FFF2-40B4-BE49-F238E27FC236}">
                    <a16:creationId xmlns:a16="http://schemas.microsoft.com/office/drawing/2014/main" id="{EBB08B72-91CC-634D-9721-24C2FA8C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9" name="AutoShape 155">
                <a:extLst>
                  <a:ext uri="{FF2B5EF4-FFF2-40B4-BE49-F238E27FC236}">
                    <a16:creationId xmlns:a16="http://schemas.microsoft.com/office/drawing/2014/main" id="{6232554D-4EC4-3A4E-BADD-0E979EDE0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4" name="Rectangle 156">
              <a:extLst>
                <a:ext uri="{FF2B5EF4-FFF2-40B4-BE49-F238E27FC236}">
                  <a16:creationId xmlns:a16="http://schemas.microsoft.com/office/drawing/2014/main" id="{2546A6DD-1D0C-7842-9D41-F06F1C538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5" name="Group 157">
              <a:extLst>
                <a:ext uri="{FF2B5EF4-FFF2-40B4-BE49-F238E27FC236}">
                  <a16:creationId xmlns:a16="http://schemas.microsoft.com/office/drawing/2014/main" id="{34703394-632C-984A-A448-ECD8882A2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96" name="AutoShape 158">
                <a:extLst>
                  <a:ext uri="{FF2B5EF4-FFF2-40B4-BE49-F238E27FC236}">
                    <a16:creationId xmlns:a16="http://schemas.microsoft.com/office/drawing/2014/main" id="{76033BA2-2C0A-D044-87F7-4C68D7CC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7" name="AutoShape 159">
                <a:extLst>
                  <a:ext uri="{FF2B5EF4-FFF2-40B4-BE49-F238E27FC236}">
                    <a16:creationId xmlns:a16="http://schemas.microsoft.com/office/drawing/2014/main" id="{51AF1619-376A-ED4A-B696-DEA3DCB63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6" name="Rectangle 160">
              <a:extLst>
                <a:ext uri="{FF2B5EF4-FFF2-40B4-BE49-F238E27FC236}">
                  <a16:creationId xmlns:a16="http://schemas.microsoft.com/office/drawing/2014/main" id="{8DF2F679-CA89-2342-9682-EB7F28F1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7" name="Rectangle 161">
              <a:extLst>
                <a:ext uri="{FF2B5EF4-FFF2-40B4-BE49-F238E27FC236}">
                  <a16:creationId xmlns:a16="http://schemas.microsoft.com/office/drawing/2014/main" id="{8B243454-074D-8346-AFE1-3BB5C3E64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78" name="Group 162">
              <a:extLst>
                <a:ext uri="{FF2B5EF4-FFF2-40B4-BE49-F238E27FC236}">
                  <a16:creationId xmlns:a16="http://schemas.microsoft.com/office/drawing/2014/main" id="{F952B7CD-AD2D-9742-9EE1-E9F5E9B22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94" name="AutoShape 163">
                <a:extLst>
                  <a:ext uri="{FF2B5EF4-FFF2-40B4-BE49-F238E27FC236}">
                    <a16:creationId xmlns:a16="http://schemas.microsoft.com/office/drawing/2014/main" id="{20016974-868C-BD4F-9665-1B53F78C8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5" name="AutoShape 164">
                <a:extLst>
                  <a:ext uri="{FF2B5EF4-FFF2-40B4-BE49-F238E27FC236}">
                    <a16:creationId xmlns:a16="http://schemas.microsoft.com/office/drawing/2014/main" id="{A88B0A1E-CC2B-3B46-B6A2-53F0C4120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79" name="Freeform 165">
              <a:extLst>
                <a:ext uri="{FF2B5EF4-FFF2-40B4-BE49-F238E27FC236}">
                  <a16:creationId xmlns:a16="http://schemas.microsoft.com/office/drawing/2014/main" id="{2D7267B4-3F73-B744-90B8-E9BCE3D68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80" name="Group 166">
              <a:extLst>
                <a:ext uri="{FF2B5EF4-FFF2-40B4-BE49-F238E27FC236}">
                  <a16:creationId xmlns:a16="http://schemas.microsoft.com/office/drawing/2014/main" id="{389A7FB0-2CC9-7D49-A293-D5C9D206E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92" name="AutoShape 167">
                <a:extLst>
                  <a:ext uri="{FF2B5EF4-FFF2-40B4-BE49-F238E27FC236}">
                    <a16:creationId xmlns:a16="http://schemas.microsoft.com/office/drawing/2014/main" id="{1C60BF9E-DC7B-F846-9F0E-B2E13E483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93" name="AutoShape 168">
                <a:extLst>
                  <a:ext uri="{FF2B5EF4-FFF2-40B4-BE49-F238E27FC236}">
                    <a16:creationId xmlns:a16="http://schemas.microsoft.com/office/drawing/2014/main" id="{15DF1283-BAAE-5A42-AEA0-93EC39A2C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81" name="Rectangle 169">
              <a:extLst>
                <a:ext uri="{FF2B5EF4-FFF2-40B4-BE49-F238E27FC236}">
                  <a16:creationId xmlns:a16="http://schemas.microsoft.com/office/drawing/2014/main" id="{B78E8FF1-3A93-F04F-8BBF-F7DC1ED6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2" name="Freeform 170">
              <a:extLst>
                <a:ext uri="{FF2B5EF4-FFF2-40B4-BE49-F238E27FC236}">
                  <a16:creationId xmlns:a16="http://schemas.microsoft.com/office/drawing/2014/main" id="{8358E42F-2052-D34A-8961-6C954E823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3" name="Freeform 171">
              <a:extLst>
                <a:ext uri="{FF2B5EF4-FFF2-40B4-BE49-F238E27FC236}">
                  <a16:creationId xmlns:a16="http://schemas.microsoft.com/office/drawing/2014/main" id="{E15908DC-3FEB-A24B-86BC-8C1DC62E3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4" name="Oval 172">
              <a:extLst>
                <a:ext uri="{FF2B5EF4-FFF2-40B4-BE49-F238E27FC236}">
                  <a16:creationId xmlns:a16="http://schemas.microsoft.com/office/drawing/2014/main" id="{55D3D4C7-0F27-7847-9BA6-976BE282C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5" name="Freeform 173">
              <a:extLst>
                <a:ext uri="{FF2B5EF4-FFF2-40B4-BE49-F238E27FC236}">
                  <a16:creationId xmlns:a16="http://schemas.microsoft.com/office/drawing/2014/main" id="{F5D28E4C-64C9-9241-87AF-620E7F691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6" name="AutoShape 174">
              <a:extLst>
                <a:ext uri="{FF2B5EF4-FFF2-40B4-BE49-F238E27FC236}">
                  <a16:creationId xmlns:a16="http://schemas.microsoft.com/office/drawing/2014/main" id="{426EB745-6167-D14B-A776-4448FAAB1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7" name="AutoShape 175">
              <a:extLst>
                <a:ext uri="{FF2B5EF4-FFF2-40B4-BE49-F238E27FC236}">
                  <a16:creationId xmlns:a16="http://schemas.microsoft.com/office/drawing/2014/main" id="{0292EAF2-9AF0-A84A-A39E-10D96929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8" name="Oval 176">
              <a:extLst>
                <a:ext uri="{FF2B5EF4-FFF2-40B4-BE49-F238E27FC236}">
                  <a16:creationId xmlns:a16="http://schemas.microsoft.com/office/drawing/2014/main" id="{CF51263E-374B-244C-8313-AC3747A05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9" name="Oval 177">
              <a:extLst>
                <a:ext uri="{FF2B5EF4-FFF2-40B4-BE49-F238E27FC236}">
                  <a16:creationId xmlns:a16="http://schemas.microsoft.com/office/drawing/2014/main" id="{6084D4F4-9EA7-F048-99DE-9AD5FDE1E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0" name="Oval 178">
              <a:extLst>
                <a:ext uri="{FF2B5EF4-FFF2-40B4-BE49-F238E27FC236}">
                  <a16:creationId xmlns:a16="http://schemas.microsoft.com/office/drawing/2014/main" id="{D953B547-8892-2A44-B775-A5EE550E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1" name="Rectangle 179">
              <a:extLst>
                <a:ext uri="{FF2B5EF4-FFF2-40B4-BE49-F238E27FC236}">
                  <a16:creationId xmlns:a16="http://schemas.microsoft.com/office/drawing/2014/main" id="{326922C6-F013-6B47-915C-187F1C8FF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404" name="Group 276">
            <a:extLst>
              <a:ext uri="{FF2B5EF4-FFF2-40B4-BE49-F238E27FC236}">
                <a16:creationId xmlns:a16="http://schemas.microsoft.com/office/drawing/2014/main" id="{51C6E466-A1A9-2A4E-92E4-8816C1F17376}"/>
              </a:ext>
            </a:extLst>
          </p:cNvPr>
          <p:cNvGrpSpPr>
            <a:grpSpLocks/>
          </p:cNvGrpSpPr>
          <p:nvPr/>
        </p:nvGrpSpPr>
        <p:grpSpPr bwMode="auto"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405" name="Group 54">
              <a:extLst>
                <a:ext uri="{FF2B5EF4-FFF2-40B4-BE49-F238E27FC236}">
                  <a16:creationId xmlns:a16="http://schemas.microsoft.com/office/drawing/2014/main" id="{AD9780B1-15CB-5543-B6E4-4E067E0AE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423" name="Rectangle 55">
                <a:extLst>
                  <a:ext uri="{FF2B5EF4-FFF2-40B4-BE49-F238E27FC236}">
                    <a16:creationId xmlns:a16="http://schemas.microsoft.com/office/drawing/2014/main" id="{747308DA-08E3-F647-A4FE-F53AA331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4" name="Text Box 56">
                <a:extLst>
                  <a:ext uri="{FF2B5EF4-FFF2-40B4-BE49-F238E27FC236}">
                    <a16:creationId xmlns:a16="http://schemas.microsoft.com/office/drawing/2014/main" id="{8DDA48C8-F1B8-3D4B-9243-90AD2C6DF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DNS</a:t>
                </a:r>
              </a:p>
            </p:txBody>
          </p:sp>
        </p:grpSp>
        <p:grpSp>
          <p:nvGrpSpPr>
            <p:cNvPr id="406" name="Group 59">
              <a:extLst>
                <a:ext uri="{FF2B5EF4-FFF2-40B4-BE49-F238E27FC236}">
                  <a16:creationId xmlns:a16="http://schemas.microsoft.com/office/drawing/2014/main" id="{4F8080DC-ECC7-B749-BDD0-FDD71938B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418" name="Group 60">
                <a:extLst>
                  <a:ext uri="{FF2B5EF4-FFF2-40B4-BE49-F238E27FC236}">
                    <a16:creationId xmlns:a16="http://schemas.microsoft.com/office/drawing/2014/main" id="{61E6282E-90CC-384D-965A-D5A439F93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421" name="Rectangle 61">
                  <a:extLst>
                    <a:ext uri="{FF2B5EF4-FFF2-40B4-BE49-F238E27FC236}">
                      <a16:creationId xmlns:a16="http://schemas.microsoft.com/office/drawing/2014/main" id="{ECB8DEAD-01C9-AB45-B72E-A484126572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Text Box 62">
                  <a:extLst>
                    <a:ext uri="{FF2B5EF4-FFF2-40B4-BE49-F238E27FC236}">
                      <a16:creationId xmlns:a16="http://schemas.microsoft.com/office/drawing/2014/main" id="{790558CC-63C0-D640-8147-A79BA4249F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sp>
            <p:nvSpPr>
              <p:cNvPr id="419" name="Rectangle 63">
                <a:extLst>
                  <a:ext uri="{FF2B5EF4-FFF2-40B4-BE49-F238E27FC236}">
                    <a16:creationId xmlns:a16="http://schemas.microsoft.com/office/drawing/2014/main" id="{F5DC526A-59E3-654D-8A44-E4FD8EF5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64">
                <a:extLst>
                  <a:ext uri="{FF2B5EF4-FFF2-40B4-BE49-F238E27FC236}">
                    <a16:creationId xmlns:a16="http://schemas.microsoft.com/office/drawing/2014/main" id="{245CE827-FBBA-0247-857D-C7827D072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07" name="Group 65">
              <a:extLst>
                <a:ext uri="{FF2B5EF4-FFF2-40B4-BE49-F238E27FC236}">
                  <a16:creationId xmlns:a16="http://schemas.microsoft.com/office/drawing/2014/main" id="{15F4C111-5623-584F-913F-256111096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412" name="Group 66">
                <a:extLst>
                  <a:ext uri="{FF2B5EF4-FFF2-40B4-BE49-F238E27FC236}">
                    <a16:creationId xmlns:a16="http://schemas.microsoft.com/office/drawing/2014/main" id="{E087F74B-C76E-324D-BC2A-9DF19D12B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416" name="Rectangle 67">
                  <a:extLst>
                    <a:ext uri="{FF2B5EF4-FFF2-40B4-BE49-F238E27FC236}">
                      <a16:creationId xmlns:a16="http://schemas.microsoft.com/office/drawing/2014/main" id="{79931AC2-B756-844F-8B0A-D4AE323FC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7" name="Text Box 68">
                  <a:extLst>
                    <a:ext uri="{FF2B5EF4-FFF2-40B4-BE49-F238E27FC236}">
                      <a16:creationId xmlns:a16="http://schemas.microsoft.com/office/drawing/2014/main" id="{090733E3-62AE-8D4A-B199-3E54FE059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DNS</a:t>
                  </a:r>
                </a:p>
              </p:txBody>
            </p:sp>
          </p:grpSp>
          <p:grpSp>
            <p:nvGrpSpPr>
              <p:cNvPr id="413" name="Group 69">
                <a:extLst>
                  <a:ext uri="{FF2B5EF4-FFF2-40B4-BE49-F238E27FC236}">
                    <a16:creationId xmlns:a16="http://schemas.microsoft.com/office/drawing/2014/main" id="{66E9D74C-5677-6F4F-89BA-6D54E258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414" name="Rectangle 70">
                  <a:extLst>
                    <a:ext uri="{FF2B5EF4-FFF2-40B4-BE49-F238E27FC236}">
                      <a16:creationId xmlns:a16="http://schemas.microsoft.com/office/drawing/2014/main" id="{0161C2AA-FEFC-C041-9E7E-268E6DE5A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5" name="Rectangle 71">
                  <a:extLst>
                    <a:ext uri="{FF2B5EF4-FFF2-40B4-BE49-F238E27FC236}">
                      <a16:creationId xmlns:a16="http://schemas.microsoft.com/office/drawing/2014/main" id="{3CD27586-D015-EA44-85D6-CD5CD84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08" name="Group 72">
              <a:extLst>
                <a:ext uri="{FF2B5EF4-FFF2-40B4-BE49-F238E27FC236}">
                  <a16:creationId xmlns:a16="http://schemas.microsoft.com/office/drawing/2014/main" id="{60AC4F1B-9923-B042-A804-547AE196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410" name="Rectangle 73">
                <a:extLst>
                  <a:ext uri="{FF2B5EF4-FFF2-40B4-BE49-F238E27FC236}">
                    <a16:creationId xmlns:a16="http://schemas.microsoft.com/office/drawing/2014/main" id="{6BFA39D2-A95F-1A42-AABE-822C47AB3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1" name="Rectangle 74">
                <a:extLst>
                  <a:ext uri="{FF2B5EF4-FFF2-40B4-BE49-F238E27FC236}">
                    <a16:creationId xmlns:a16="http://schemas.microsoft.com/office/drawing/2014/main" id="{7920D845-4AF7-1A4B-B83D-F6E562312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09" name="AutoShape 89">
              <a:extLst>
                <a:ext uri="{FF2B5EF4-FFF2-40B4-BE49-F238E27FC236}">
                  <a16:creationId xmlns:a16="http://schemas.microsoft.com/office/drawing/2014/main" id="{20655E62-4CCD-E046-A993-525D3A999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48" name="Freeform 406">
            <a:extLst>
              <a:ext uri="{FF2B5EF4-FFF2-40B4-BE49-F238E27FC236}">
                <a16:creationId xmlns:a16="http://schemas.microsoft.com/office/drawing/2014/main" id="{54BF1E4D-3404-E64B-B107-B9844493CA09}"/>
              </a:ext>
            </a:extLst>
          </p:cNvPr>
          <p:cNvSpPr>
            <a:spLocks/>
          </p:cNvSpPr>
          <p:nvPr/>
        </p:nvSpPr>
        <p:spPr bwMode="auto">
          <a:xfrm>
            <a:off x="4781673" y="1792392"/>
            <a:ext cx="3486028" cy="2590938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connsiteX0" fmla="*/ 326 w 9852"/>
              <a:gd name="connsiteY0" fmla="*/ 3101 h 9830"/>
              <a:gd name="connsiteX1" fmla="*/ 49 w 9852"/>
              <a:gd name="connsiteY1" fmla="*/ 3981 h 9830"/>
              <a:gd name="connsiteX2" fmla="*/ 21 w 9852"/>
              <a:gd name="connsiteY2" fmla="*/ 4956 h 9830"/>
              <a:gd name="connsiteX3" fmla="*/ 269 w 9852"/>
              <a:gd name="connsiteY3" fmla="*/ 5662 h 9830"/>
              <a:gd name="connsiteX4" fmla="*/ 657 w 9852"/>
              <a:gd name="connsiteY4" fmla="*/ 6741 h 9830"/>
              <a:gd name="connsiteX5" fmla="*/ 1125 w 9852"/>
              <a:gd name="connsiteY5" fmla="*/ 7148 h 9830"/>
              <a:gd name="connsiteX6" fmla="*/ 2222 w 9852"/>
              <a:gd name="connsiteY6" fmla="*/ 8049 h 9830"/>
              <a:gd name="connsiteX7" fmla="*/ 4680 w 9852"/>
              <a:gd name="connsiteY7" fmla="*/ 8347 h 9830"/>
              <a:gd name="connsiteX8" fmla="*/ 6812 w 9852"/>
              <a:gd name="connsiteY8" fmla="*/ 9729 h 9830"/>
              <a:gd name="connsiteX9" fmla="*/ 7864 w 9852"/>
              <a:gd name="connsiteY9" fmla="*/ 9630 h 9830"/>
              <a:gd name="connsiteX10" fmla="*/ 9670 w 9852"/>
              <a:gd name="connsiteY10" fmla="*/ 8874 h 9830"/>
              <a:gd name="connsiteX11" fmla="*/ 9752 w 9852"/>
              <a:gd name="connsiteY11" fmla="*/ 7457 h 9830"/>
              <a:gd name="connsiteX12" fmla="*/ 9332 w 9852"/>
              <a:gd name="connsiteY12" fmla="*/ 6408 h 9830"/>
              <a:gd name="connsiteX13" fmla="*/ 9552 w 9852"/>
              <a:gd name="connsiteY13" fmla="*/ 4150 h 9830"/>
              <a:gd name="connsiteX14" fmla="*/ 9523 w 9852"/>
              <a:gd name="connsiteY14" fmla="*/ 3205 h 9830"/>
              <a:gd name="connsiteX15" fmla="*/ 8859 w 9852"/>
              <a:gd name="connsiteY15" fmla="*/ 2226 h 9830"/>
              <a:gd name="connsiteX16" fmla="*/ 7811 w 9852"/>
              <a:gd name="connsiteY16" fmla="*/ 778 h 9830"/>
              <a:gd name="connsiteX17" fmla="*/ 6511 w 9852"/>
              <a:gd name="connsiteY17" fmla="*/ 137 h 9830"/>
              <a:gd name="connsiteX18" fmla="*/ 4994 w 9852"/>
              <a:gd name="connsiteY18" fmla="*/ 38 h 9830"/>
              <a:gd name="connsiteX19" fmla="*/ 3722 w 9852"/>
              <a:gd name="connsiteY19" fmla="*/ 609 h 9830"/>
              <a:gd name="connsiteX20" fmla="*/ 1929 w 9852"/>
              <a:gd name="connsiteY20" fmla="*/ 1251 h 9830"/>
              <a:gd name="connsiteX21" fmla="*/ 848 w 9852"/>
              <a:gd name="connsiteY21" fmla="*/ 1823 h 9830"/>
              <a:gd name="connsiteX22" fmla="*/ 326 w 9852"/>
              <a:gd name="connsiteY22" fmla="*/ 3101 h 9830"/>
              <a:gd name="connsiteX0" fmla="*/ 331 w 9999"/>
              <a:gd name="connsiteY0" fmla="*/ 3155 h 9906"/>
              <a:gd name="connsiteX1" fmla="*/ 50 w 9999"/>
              <a:gd name="connsiteY1" fmla="*/ 4050 h 9906"/>
              <a:gd name="connsiteX2" fmla="*/ 21 w 9999"/>
              <a:gd name="connsiteY2" fmla="*/ 5042 h 9906"/>
              <a:gd name="connsiteX3" fmla="*/ 273 w 9999"/>
              <a:gd name="connsiteY3" fmla="*/ 5760 h 9906"/>
              <a:gd name="connsiteX4" fmla="*/ 667 w 9999"/>
              <a:gd name="connsiteY4" fmla="*/ 6858 h 9906"/>
              <a:gd name="connsiteX5" fmla="*/ 1142 w 9999"/>
              <a:gd name="connsiteY5" fmla="*/ 7272 h 9906"/>
              <a:gd name="connsiteX6" fmla="*/ 2255 w 9999"/>
              <a:gd name="connsiteY6" fmla="*/ 8188 h 9906"/>
              <a:gd name="connsiteX7" fmla="*/ 4750 w 9999"/>
              <a:gd name="connsiteY7" fmla="*/ 8491 h 9906"/>
              <a:gd name="connsiteX8" fmla="*/ 6914 w 9999"/>
              <a:gd name="connsiteY8" fmla="*/ 9897 h 9906"/>
              <a:gd name="connsiteX9" fmla="*/ 9815 w 9999"/>
              <a:gd name="connsiteY9" fmla="*/ 9027 h 9906"/>
              <a:gd name="connsiteX10" fmla="*/ 9898 w 9999"/>
              <a:gd name="connsiteY10" fmla="*/ 7586 h 9906"/>
              <a:gd name="connsiteX11" fmla="*/ 9472 w 9999"/>
              <a:gd name="connsiteY11" fmla="*/ 6519 h 9906"/>
              <a:gd name="connsiteX12" fmla="*/ 9695 w 9999"/>
              <a:gd name="connsiteY12" fmla="*/ 4222 h 9906"/>
              <a:gd name="connsiteX13" fmla="*/ 9666 w 9999"/>
              <a:gd name="connsiteY13" fmla="*/ 3260 h 9906"/>
              <a:gd name="connsiteX14" fmla="*/ 8992 w 9999"/>
              <a:gd name="connsiteY14" fmla="*/ 2264 h 9906"/>
              <a:gd name="connsiteX15" fmla="*/ 7928 w 9999"/>
              <a:gd name="connsiteY15" fmla="*/ 791 h 9906"/>
              <a:gd name="connsiteX16" fmla="*/ 6609 w 9999"/>
              <a:gd name="connsiteY16" fmla="*/ 139 h 9906"/>
              <a:gd name="connsiteX17" fmla="*/ 5069 w 9999"/>
              <a:gd name="connsiteY17" fmla="*/ 39 h 9906"/>
              <a:gd name="connsiteX18" fmla="*/ 3778 w 9999"/>
              <a:gd name="connsiteY18" fmla="*/ 620 h 9906"/>
              <a:gd name="connsiteX19" fmla="*/ 1958 w 9999"/>
              <a:gd name="connsiteY19" fmla="*/ 1273 h 9906"/>
              <a:gd name="connsiteX20" fmla="*/ 861 w 9999"/>
              <a:gd name="connsiteY20" fmla="*/ 1855 h 9906"/>
              <a:gd name="connsiteX21" fmla="*/ 331 w 9999"/>
              <a:gd name="connsiteY21" fmla="*/ 3155 h 9906"/>
              <a:gd name="connsiteX0" fmla="*/ 331 w 9946"/>
              <a:gd name="connsiteY0" fmla="*/ 3185 h 10000"/>
              <a:gd name="connsiteX1" fmla="*/ 50 w 9946"/>
              <a:gd name="connsiteY1" fmla="*/ 4088 h 10000"/>
              <a:gd name="connsiteX2" fmla="*/ 21 w 9946"/>
              <a:gd name="connsiteY2" fmla="*/ 5090 h 10000"/>
              <a:gd name="connsiteX3" fmla="*/ 273 w 9946"/>
              <a:gd name="connsiteY3" fmla="*/ 5815 h 10000"/>
              <a:gd name="connsiteX4" fmla="*/ 667 w 9946"/>
              <a:gd name="connsiteY4" fmla="*/ 6923 h 10000"/>
              <a:gd name="connsiteX5" fmla="*/ 1142 w 9946"/>
              <a:gd name="connsiteY5" fmla="*/ 7341 h 10000"/>
              <a:gd name="connsiteX6" fmla="*/ 2255 w 9946"/>
              <a:gd name="connsiteY6" fmla="*/ 8266 h 10000"/>
              <a:gd name="connsiteX7" fmla="*/ 4750 w 9946"/>
              <a:gd name="connsiteY7" fmla="*/ 8572 h 10000"/>
              <a:gd name="connsiteX8" fmla="*/ 6915 w 9946"/>
              <a:gd name="connsiteY8" fmla="*/ 9991 h 10000"/>
              <a:gd name="connsiteX9" fmla="*/ 9816 w 9946"/>
              <a:gd name="connsiteY9" fmla="*/ 9113 h 10000"/>
              <a:gd name="connsiteX10" fmla="*/ 9473 w 9946"/>
              <a:gd name="connsiteY10" fmla="*/ 6581 h 10000"/>
              <a:gd name="connsiteX11" fmla="*/ 9696 w 9946"/>
              <a:gd name="connsiteY11" fmla="*/ 4262 h 10000"/>
              <a:gd name="connsiteX12" fmla="*/ 9667 w 9946"/>
              <a:gd name="connsiteY12" fmla="*/ 3291 h 10000"/>
              <a:gd name="connsiteX13" fmla="*/ 8993 w 9946"/>
              <a:gd name="connsiteY13" fmla="*/ 2285 h 10000"/>
              <a:gd name="connsiteX14" fmla="*/ 7929 w 9946"/>
              <a:gd name="connsiteY14" fmla="*/ 799 h 10000"/>
              <a:gd name="connsiteX15" fmla="*/ 6610 w 9946"/>
              <a:gd name="connsiteY15" fmla="*/ 140 h 10000"/>
              <a:gd name="connsiteX16" fmla="*/ 5070 w 9946"/>
              <a:gd name="connsiteY16" fmla="*/ 39 h 10000"/>
              <a:gd name="connsiteX17" fmla="*/ 3778 w 9946"/>
              <a:gd name="connsiteY17" fmla="*/ 626 h 10000"/>
              <a:gd name="connsiteX18" fmla="*/ 1958 w 9946"/>
              <a:gd name="connsiteY18" fmla="*/ 1285 h 10000"/>
              <a:gd name="connsiteX19" fmla="*/ 861 w 9946"/>
              <a:gd name="connsiteY19" fmla="*/ 1873 h 10000"/>
              <a:gd name="connsiteX20" fmla="*/ 331 w 9946"/>
              <a:gd name="connsiteY20" fmla="*/ 3185 h 10000"/>
              <a:gd name="connsiteX0" fmla="*/ 333 w 10000"/>
              <a:gd name="connsiteY0" fmla="*/ 3185 h 10000"/>
              <a:gd name="connsiteX1" fmla="*/ 50 w 10000"/>
              <a:gd name="connsiteY1" fmla="*/ 4088 h 10000"/>
              <a:gd name="connsiteX2" fmla="*/ 21 w 10000"/>
              <a:gd name="connsiteY2" fmla="*/ 5090 h 10000"/>
              <a:gd name="connsiteX3" fmla="*/ 274 w 10000"/>
              <a:gd name="connsiteY3" fmla="*/ 5815 h 10000"/>
              <a:gd name="connsiteX4" fmla="*/ 671 w 10000"/>
              <a:gd name="connsiteY4" fmla="*/ 6923 h 10000"/>
              <a:gd name="connsiteX5" fmla="*/ 1148 w 10000"/>
              <a:gd name="connsiteY5" fmla="*/ 7341 h 10000"/>
              <a:gd name="connsiteX6" fmla="*/ 2267 w 10000"/>
              <a:gd name="connsiteY6" fmla="*/ 8266 h 10000"/>
              <a:gd name="connsiteX7" fmla="*/ 4776 w 10000"/>
              <a:gd name="connsiteY7" fmla="*/ 8572 h 10000"/>
              <a:gd name="connsiteX8" fmla="*/ 6953 w 10000"/>
              <a:gd name="connsiteY8" fmla="*/ 9991 h 10000"/>
              <a:gd name="connsiteX9" fmla="*/ 9869 w 10000"/>
              <a:gd name="connsiteY9" fmla="*/ 9113 h 10000"/>
              <a:gd name="connsiteX10" fmla="*/ 9524 w 10000"/>
              <a:gd name="connsiteY10" fmla="*/ 6581 h 10000"/>
              <a:gd name="connsiteX11" fmla="*/ 9749 w 10000"/>
              <a:gd name="connsiteY11" fmla="*/ 4262 h 10000"/>
              <a:gd name="connsiteX12" fmla="*/ 9042 w 10000"/>
              <a:gd name="connsiteY12" fmla="*/ 2285 h 10000"/>
              <a:gd name="connsiteX13" fmla="*/ 7972 w 10000"/>
              <a:gd name="connsiteY13" fmla="*/ 799 h 10000"/>
              <a:gd name="connsiteX14" fmla="*/ 6646 w 10000"/>
              <a:gd name="connsiteY14" fmla="*/ 140 h 10000"/>
              <a:gd name="connsiteX15" fmla="*/ 5098 w 10000"/>
              <a:gd name="connsiteY15" fmla="*/ 39 h 10000"/>
              <a:gd name="connsiteX16" fmla="*/ 3799 w 10000"/>
              <a:gd name="connsiteY16" fmla="*/ 626 h 10000"/>
              <a:gd name="connsiteX17" fmla="*/ 1969 w 10000"/>
              <a:gd name="connsiteY17" fmla="*/ 1285 h 10000"/>
              <a:gd name="connsiteX18" fmla="*/ 866 w 10000"/>
              <a:gd name="connsiteY18" fmla="*/ 1873 h 10000"/>
              <a:gd name="connsiteX19" fmla="*/ 333 w 10000"/>
              <a:gd name="connsiteY19" fmla="*/ 3185 h 10000"/>
              <a:gd name="connsiteX0" fmla="*/ 333 w 10000"/>
              <a:gd name="connsiteY0" fmla="*/ 3268 h 10083"/>
              <a:gd name="connsiteX1" fmla="*/ 50 w 10000"/>
              <a:gd name="connsiteY1" fmla="*/ 4171 h 10083"/>
              <a:gd name="connsiteX2" fmla="*/ 21 w 10000"/>
              <a:gd name="connsiteY2" fmla="*/ 5173 h 10083"/>
              <a:gd name="connsiteX3" fmla="*/ 274 w 10000"/>
              <a:gd name="connsiteY3" fmla="*/ 5898 h 10083"/>
              <a:gd name="connsiteX4" fmla="*/ 671 w 10000"/>
              <a:gd name="connsiteY4" fmla="*/ 7006 h 10083"/>
              <a:gd name="connsiteX5" fmla="*/ 1148 w 10000"/>
              <a:gd name="connsiteY5" fmla="*/ 7424 h 10083"/>
              <a:gd name="connsiteX6" fmla="*/ 2267 w 10000"/>
              <a:gd name="connsiteY6" fmla="*/ 8349 h 10083"/>
              <a:gd name="connsiteX7" fmla="*/ 4776 w 10000"/>
              <a:gd name="connsiteY7" fmla="*/ 8655 h 10083"/>
              <a:gd name="connsiteX8" fmla="*/ 6953 w 10000"/>
              <a:gd name="connsiteY8" fmla="*/ 10074 h 10083"/>
              <a:gd name="connsiteX9" fmla="*/ 9869 w 10000"/>
              <a:gd name="connsiteY9" fmla="*/ 9196 h 10083"/>
              <a:gd name="connsiteX10" fmla="*/ 9524 w 10000"/>
              <a:gd name="connsiteY10" fmla="*/ 6664 h 10083"/>
              <a:gd name="connsiteX11" fmla="*/ 9749 w 10000"/>
              <a:gd name="connsiteY11" fmla="*/ 4345 h 10083"/>
              <a:gd name="connsiteX12" fmla="*/ 9042 w 10000"/>
              <a:gd name="connsiteY12" fmla="*/ 2368 h 10083"/>
              <a:gd name="connsiteX13" fmla="*/ 6646 w 10000"/>
              <a:gd name="connsiteY13" fmla="*/ 223 h 10083"/>
              <a:gd name="connsiteX14" fmla="*/ 5098 w 10000"/>
              <a:gd name="connsiteY14" fmla="*/ 122 h 10083"/>
              <a:gd name="connsiteX15" fmla="*/ 3799 w 10000"/>
              <a:gd name="connsiteY15" fmla="*/ 709 h 10083"/>
              <a:gd name="connsiteX16" fmla="*/ 1969 w 10000"/>
              <a:gd name="connsiteY16" fmla="*/ 1368 h 10083"/>
              <a:gd name="connsiteX17" fmla="*/ 866 w 10000"/>
              <a:gd name="connsiteY17" fmla="*/ 1956 h 10083"/>
              <a:gd name="connsiteX18" fmla="*/ 333 w 10000"/>
              <a:gd name="connsiteY18" fmla="*/ 3268 h 10083"/>
              <a:gd name="connsiteX0" fmla="*/ 333 w 10000"/>
              <a:gd name="connsiteY0" fmla="*/ 3214 h 10029"/>
              <a:gd name="connsiteX1" fmla="*/ 50 w 10000"/>
              <a:gd name="connsiteY1" fmla="*/ 4117 h 10029"/>
              <a:gd name="connsiteX2" fmla="*/ 21 w 10000"/>
              <a:gd name="connsiteY2" fmla="*/ 5119 h 10029"/>
              <a:gd name="connsiteX3" fmla="*/ 274 w 10000"/>
              <a:gd name="connsiteY3" fmla="*/ 5844 h 10029"/>
              <a:gd name="connsiteX4" fmla="*/ 671 w 10000"/>
              <a:gd name="connsiteY4" fmla="*/ 6952 h 10029"/>
              <a:gd name="connsiteX5" fmla="*/ 1148 w 10000"/>
              <a:gd name="connsiteY5" fmla="*/ 7370 h 10029"/>
              <a:gd name="connsiteX6" fmla="*/ 2267 w 10000"/>
              <a:gd name="connsiteY6" fmla="*/ 8295 h 10029"/>
              <a:gd name="connsiteX7" fmla="*/ 4776 w 10000"/>
              <a:gd name="connsiteY7" fmla="*/ 8601 h 10029"/>
              <a:gd name="connsiteX8" fmla="*/ 6953 w 10000"/>
              <a:gd name="connsiteY8" fmla="*/ 10020 h 10029"/>
              <a:gd name="connsiteX9" fmla="*/ 9869 w 10000"/>
              <a:gd name="connsiteY9" fmla="*/ 9142 h 10029"/>
              <a:gd name="connsiteX10" fmla="*/ 9524 w 10000"/>
              <a:gd name="connsiteY10" fmla="*/ 6610 h 10029"/>
              <a:gd name="connsiteX11" fmla="*/ 9749 w 10000"/>
              <a:gd name="connsiteY11" fmla="*/ 4291 h 10029"/>
              <a:gd name="connsiteX12" fmla="*/ 9042 w 10000"/>
              <a:gd name="connsiteY12" fmla="*/ 2314 h 10029"/>
              <a:gd name="connsiteX13" fmla="*/ 5098 w 10000"/>
              <a:gd name="connsiteY13" fmla="*/ 68 h 10029"/>
              <a:gd name="connsiteX14" fmla="*/ 3799 w 10000"/>
              <a:gd name="connsiteY14" fmla="*/ 655 h 10029"/>
              <a:gd name="connsiteX15" fmla="*/ 1969 w 10000"/>
              <a:gd name="connsiteY15" fmla="*/ 1314 h 10029"/>
              <a:gd name="connsiteX16" fmla="*/ 866 w 10000"/>
              <a:gd name="connsiteY16" fmla="*/ 1902 h 10029"/>
              <a:gd name="connsiteX17" fmla="*/ 333 w 10000"/>
              <a:gd name="connsiteY17" fmla="*/ 3214 h 10029"/>
              <a:gd name="connsiteX0" fmla="*/ 333 w 10000"/>
              <a:gd name="connsiteY0" fmla="*/ 2561 h 9376"/>
              <a:gd name="connsiteX1" fmla="*/ 50 w 10000"/>
              <a:gd name="connsiteY1" fmla="*/ 3464 h 9376"/>
              <a:gd name="connsiteX2" fmla="*/ 21 w 10000"/>
              <a:gd name="connsiteY2" fmla="*/ 4466 h 9376"/>
              <a:gd name="connsiteX3" fmla="*/ 274 w 10000"/>
              <a:gd name="connsiteY3" fmla="*/ 5191 h 9376"/>
              <a:gd name="connsiteX4" fmla="*/ 671 w 10000"/>
              <a:gd name="connsiteY4" fmla="*/ 6299 h 9376"/>
              <a:gd name="connsiteX5" fmla="*/ 1148 w 10000"/>
              <a:gd name="connsiteY5" fmla="*/ 6717 h 9376"/>
              <a:gd name="connsiteX6" fmla="*/ 2267 w 10000"/>
              <a:gd name="connsiteY6" fmla="*/ 7642 h 9376"/>
              <a:gd name="connsiteX7" fmla="*/ 4776 w 10000"/>
              <a:gd name="connsiteY7" fmla="*/ 7948 h 9376"/>
              <a:gd name="connsiteX8" fmla="*/ 6953 w 10000"/>
              <a:gd name="connsiteY8" fmla="*/ 9367 h 9376"/>
              <a:gd name="connsiteX9" fmla="*/ 9869 w 10000"/>
              <a:gd name="connsiteY9" fmla="*/ 8489 h 9376"/>
              <a:gd name="connsiteX10" fmla="*/ 9524 w 10000"/>
              <a:gd name="connsiteY10" fmla="*/ 5957 h 9376"/>
              <a:gd name="connsiteX11" fmla="*/ 9749 w 10000"/>
              <a:gd name="connsiteY11" fmla="*/ 3638 h 9376"/>
              <a:gd name="connsiteX12" fmla="*/ 9042 w 10000"/>
              <a:gd name="connsiteY12" fmla="*/ 1661 h 9376"/>
              <a:gd name="connsiteX13" fmla="*/ 6085 w 10000"/>
              <a:gd name="connsiteY13" fmla="*/ 540 h 9376"/>
              <a:gd name="connsiteX14" fmla="*/ 3799 w 10000"/>
              <a:gd name="connsiteY14" fmla="*/ 2 h 9376"/>
              <a:gd name="connsiteX15" fmla="*/ 1969 w 10000"/>
              <a:gd name="connsiteY15" fmla="*/ 661 h 9376"/>
              <a:gd name="connsiteX16" fmla="*/ 866 w 10000"/>
              <a:gd name="connsiteY16" fmla="*/ 1249 h 9376"/>
              <a:gd name="connsiteX17" fmla="*/ 333 w 10000"/>
              <a:gd name="connsiteY17" fmla="*/ 2561 h 9376"/>
              <a:gd name="connsiteX0" fmla="*/ 333 w 10000"/>
              <a:gd name="connsiteY0" fmla="*/ 2230 h 9498"/>
              <a:gd name="connsiteX1" fmla="*/ 50 w 10000"/>
              <a:gd name="connsiteY1" fmla="*/ 3194 h 9498"/>
              <a:gd name="connsiteX2" fmla="*/ 21 w 10000"/>
              <a:gd name="connsiteY2" fmla="*/ 4262 h 9498"/>
              <a:gd name="connsiteX3" fmla="*/ 274 w 10000"/>
              <a:gd name="connsiteY3" fmla="*/ 5035 h 9498"/>
              <a:gd name="connsiteX4" fmla="*/ 671 w 10000"/>
              <a:gd name="connsiteY4" fmla="*/ 6217 h 9498"/>
              <a:gd name="connsiteX5" fmla="*/ 1148 w 10000"/>
              <a:gd name="connsiteY5" fmla="*/ 6663 h 9498"/>
              <a:gd name="connsiteX6" fmla="*/ 2267 w 10000"/>
              <a:gd name="connsiteY6" fmla="*/ 7650 h 9498"/>
              <a:gd name="connsiteX7" fmla="*/ 4776 w 10000"/>
              <a:gd name="connsiteY7" fmla="*/ 7976 h 9498"/>
              <a:gd name="connsiteX8" fmla="*/ 6953 w 10000"/>
              <a:gd name="connsiteY8" fmla="*/ 9489 h 9498"/>
              <a:gd name="connsiteX9" fmla="*/ 9869 w 10000"/>
              <a:gd name="connsiteY9" fmla="*/ 8553 h 9498"/>
              <a:gd name="connsiteX10" fmla="*/ 9524 w 10000"/>
              <a:gd name="connsiteY10" fmla="*/ 5852 h 9498"/>
              <a:gd name="connsiteX11" fmla="*/ 9749 w 10000"/>
              <a:gd name="connsiteY11" fmla="*/ 3379 h 9498"/>
              <a:gd name="connsiteX12" fmla="*/ 9042 w 10000"/>
              <a:gd name="connsiteY12" fmla="*/ 1271 h 9498"/>
              <a:gd name="connsiteX13" fmla="*/ 6085 w 10000"/>
              <a:gd name="connsiteY13" fmla="*/ 75 h 9498"/>
              <a:gd name="connsiteX14" fmla="*/ 1969 w 10000"/>
              <a:gd name="connsiteY14" fmla="*/ 204 h 9498"/>
              <a:gd name="connsiteX15" fmla="*/ 866 w 10000"/>
              <a:gd name="connsiteY15" fmla="*/ 831 h 9498"/>
              <a:gd name="connsiteX16" fmla="*/ 333 w 10000"/>
              <a:gd name="connsiteY16" fmla="*/ 2230 h 9498"/>
              <a:gd name="connsiteX0" fmla="*/ 333 w 10000"/>
              <a:gd name="connsiteY0" fmla="*/ 2316 h 9969"/>
              <a:gd name="connsiteX1" fmla="*/ 50 w 10000"/>
              <a:gd name="connsiteY1" fmla="*/ 3331 h 9969"/>
              <a:gd name="connsiteX2" fmla="*/ 21 w 10000"/>
              <a:gd name="connsiteY2" fmla="*/ 4455 h 9969"/>
              <a:gd name="connsiteX3" fmla="*/ 274 w 10000"/>
              <a:gd name="connsiteY3" fmla="*/ 5269 h 9969"/>
              <a:gd name="connsiteX4" fmla="*/ 671 w 10000"/>
              <a:gd name="connsiteY4" fmla="*/ 6514 h 9969"/>
              <a:gd name="connsiteX5" fmla="*/ 1148 w 10000"/>
              <a:gd name="connsiteY5" fmla="*/ 6983 h 9969"/>
              <a:gd name="connsiteX6" fmla="*/ 2267 w 10000"/>
              <a:gd name="connsiteY6" fmla="*/ 8022 h 9969"/>
              <a:gd name="connsiteX7" fmla="*/ 4776 w 10000"/>
              <a:gd name="connsiteY7" fmla="*/ 8366 h 9969"/>
              <a:gd name="connsiteX8" fmla="*/ 6953 w 10000"/>
              <a:gd name="connsiteY8" fmla="*/ 9959 h 9969"/>
              <a:gd name="connsiteX9" fmla="*/ 9869 w 10000"/>
              <a:gd name="connsiteY9" fmla="*/ 8973 h 9969"/>
              <a:gd name="connsiteX10" fmla="*/ 9524 w 10000"/>
              <a:gd name="connsiteY10" fmla="*/ 6129 h 9969"/>
              <a:gd name="connsiteX11" fmla="*/ 9749 w 10000"/>
              <a:gd name="connsiteY11" fmla="*/ 3526 h 9969"/>
              <a:gd name="connsiteX12" fmla="*/ 9042 w 10000"/>
              <a:gd name="connsiteY12" fmla="*/ 1306 h 9969"/>
              <a:gd name="connsiteX13" fmla="*/ 6085 w 10000"/>
              <a:gd name="connsiteY13" fmla="*/ 47 h 9969"/>
              <a:gd name="connsiteX14" fmla="*/ 2392 w 10000"/>
              <a:gd name="connsiteY14" fmla="*/ 329 h 9969"/>
              <a:gd name="connsiteX15" fmla="*/ 866 w 10000"/>
              <a:gd name="connsiteY15" fmla="*/ 843 h 9969"/>
              <a:gd name="connsiteX16" fmla="*/ 333 w 10000"/>
              <a:gd name="connsiteY16" fmla="*/ 2316 h 9969"/>
              <a:gd name="connsiteX0" fmla="*/ 333 w 10000"/>
              <a:gd name="connsiteY0" fmla="*/ 2322 h 9999"/>
              <a:gd name="connsiteX1" fmla="*/ 50 w 10000"/>
              <a:gd name="connsiteY1" fmla="*/ 3340 h 9999"/>
              <a:gd name="connsiteX2" fmla="*/ 21 w 10000"/>
              <a:gd name="connsiteY2" fmla="*/ 4468 h 9999"/>
              <a:gd name="connsiteX3" fmla="*/ 274 w 10000"/>
              <a:gd name="connsiteY3" fmla="*/ 5284 h 9999"/>
              <a:gd name="connsiteX4" fmla="*/ 671 w 10000"/>
              <a:gd name="connsiteY4" fmla="*/ 6533 h 9999"/>
              <a:gd name="connsiteX5" fmla="*/ 1148 w 10000"/>
              <a:gd name="connsiteY5" fmla="*/ 7004 h 9999"/>
              <a:gd name="connsiteX6" fmla="*/ 2267 w 10000"/>
              <a:gd name="connsiteY6" fmla="*/ 8046 h 9999"/>
              <a:gd name="connsiteX7" fmla="*/ 4776 w 10000"/>
              <a:gd name="connsiteY7" fmla="*/ 8391 h 9999"/>
              <a:gd name="connsiteX8" fmla="*/ 6953 w 10000"/>
              <a:gd name="connsiteY8" fmla="*/ 9989 h 9999"/>
              <a:gd name="connsiteX9" fmla="*/ 9869 w 10000"/>
              <a:gd name="connsiteY9" fmla="*/ 9000 h 9999"/>
              <a:gd name="connsiteX10" fmla="*/ 9524 w 10000"/>
              <a:gd name="connsiteY10" fmla="*/ 6147 h 9999"/>
              <a:gd name="connsiteX11" fmla="*/ 9749 w 10000"/>
              <a:gd name="connsiteY11" fmla="*/ 3536 h 9999"/>
              <a:gd name="connsiteX12" fmla="*/ 9042 w 10000"/>
              <a:gd name="connsiteY12" fmla="*/ 1309 h 9999"/>
              <a:gd name="connsiteX13" fmla="*/ 6085 w 10000"/>
              <a:gd name="connsiteY13" fmla="*/ 46 h 9999"/>
              <a:gd name="connsiteX14" fmla="*/ 2392 w 10000"/>
              <a:gd name="connsiteY14" fmla="*/ 329 h 9999"/>
              <a:gd name="connsiteX15" fmla="*/ 333 w 10000"/>
              <a:gd name="connsiteY15" fmla="*/ 2322 h 9999"/>
              <a:gd name="connsiteX0" fmla="*/ 315 w 9982"/>
              <a:gd name="connsiteY0" fmla="*/ 2322 h 10000"/>
              <a:gd name="connsiteX1" fmla="*/ 3 w 9982"/>
              <a:gd name="connsiteY1" fmla="*/ 4468 h 10000"/>
              <a:gd name="connsiteX2" fmla="*/ 256 w 9982"/>
              <a:gd name="connsiteY2" fmla="*/ 5285 h 10000"/>
              <a:gd name="connsiteX3" fmla="*/ 653 w 9982"/>
              <a:gd name="connsiteY3" fmla="*/ 6534 h 10000"/>
              <a:gd name="connsiteX4" fmla="*/ 1130 w 9982"/>
              <a:gd name="connsiteY4" fmla="*/ 7005 h 10000"/>
              <a:gd name="connsiteX5" fmla="*/ 2249 w 9982"/>
              <a:gd name="connsiteY5" fmla="*/ 8047 h 10000"/>
              <a:gd name="connsiteX6" fmla="*/ 4758 w 9982"/>
              <a:gd name="connsiteY6" fmla="*/ 8392 h 10000"/>
              <a:gd name="connsiteX7" fmla="*/ 6935 w 9982"/>
              <a:gd name="connsiteY7" fmla="*/ 9990 h 10000"/>
              <a:gd name="connsiteX8" fmla="*/ 9851 w 9982"/>
              <a:gd name="connsiteY8" fmla="*/ 9001 h 10000"/>
              <a:gd name="connsiteX9" fmla="*/ 9506 w 9982"/>
              <a:gd name="connsiteY9" fmla="*/ 6148 h 10000"/>
              <a:gd name="connsiteX10" fmla="*/ 9731 w 9982"/>
              <a:gd name="connsiteY10" fmla="*/ 3536 h 10000"/>
              <a:gd name="connsiteX11" fmla="*/ 9024 w 9982"/>
              <a:gd name="connsiteY11" fmla="*/ 1309 h 10000"/>
              <a:gd name="connsiteX12" fmla="*/ 6067 w 9982"/>
              <a:gd name="connsiteY12" fmla="*/ 46 h 10000"/>
              <a:gd name="connsiteX13" fmla="*/ 2374 w 9982"/>
              <a:gd name="connsiteY13" fmla="*/ 329 h 10000"/>
              <a:gd name="connsiteX14" fmla="*/ 315 w 9982"/>
              <a:gd name="connsiteY14" fmla="*/ 2322 h 10000"/>
              <a:gd name="connsiteX0" fmla="*/ 191 w 9876"/>
              <a:gd name="connsiteY0" fmla="*/ 2322 h 10000"/>
              <a:gd name="connsiteX1" fmla="*/ 131 w 9876"/>
              <a:gd name="connsiteY1" fmla="*/ 5285 h 10000"/>
              <a:gd name="connsiteX2" fmla="*/ 529 w 9876"/>
              <a:gd name="connsiteY2" fmla="*/ 6534 h 10000"/>
              <a:gd name="connsiteX3" fmla="*/ 1007 w 9876"/>
              <a:gd name="connsiteY3" fmla="*/ 7005 h 10000"/>
              <a:gd name="connsiteX4" fmla="*/ 2128 w 9876"/>
              <a:gd name="connsiteY4" fmla="*/ 8047 h 10000"/>
              <a:gd name="connsiteX5" fmla="*/ 4642 w 9876"/>
              <a:gd name="connsiteY5" fmla="*/ 8392 h 10000"/>
              <a:gd name="connsiteX6" fmla="*/ 6823 w 9876"/>
              <a:gd name="connsiteY6" fmla="*/ 9990 h 10000"/>
              <a:gd name="connsiteX7" fmla="*/ 9744 w 9876"/>
              <a:gd name="connsiteY7" fmla="*/ 9001 h 10000"/>
              <a:gd name="connsiteX8" fmla="*/ 9398 w 9876"/>
              <a:gd name="connsiteY8" fmla="*/ 6148 h 10000"/>
              <a:gd name="connsiteX9" fmla="*/ 9624 w 9876"/>
              <a:gd name="connsiteY9" fmla="*/ 3536 h 10000"/>
              <a:gd name="connsiteX10" fmla="*/ 8915 w 9876"/>
              <a:gd name="connsiteY10" fmla="*/ 1309 h 10000"/>
              <a:gd name="connsiteX11" fmla="*/ 5953 w 9876"/>
              <a:gd name="connsiteY11" fmla="*/ 46 h 10000"/>
              <a:gd name="connsiteX12" fmla="*/ 2253 w 9876"/>
              <a:gd name="connsiteY12" fmla="*/ 329 h 10000"/>
              <a:gd name="connsiteX13" fmla="*/ 191 w 9876"/>
              <a:gd name="connsiteY13" fmla="*/ 2322 h 10000"/>
              <a:gd name="connsiteX0" fmla="*/ 193 w 10000"/>
              <a:gd name="connsiteY0" fmla="*/ 2322 h 10000"/>
              <a:gd name="connsiteX1" fmla="*/ 133 w 10000"/>
              <a:gd name="connsiteY1" fmla="*/ 5285 h 10000"/>
              <a:gd name="connsiteX2" fmla="*/ 1020 w 10000"/>
              <a:gd name="connsiteY2" fmla="*/ 7005 h 10000"/>
              <a:gd name="connsiteX3" fmla="*/ 2155 w 10000"/>
              <a:gd name="connsiteY3" fmla="*/ 8047 h 10000"/>
              <a:gd name="connsiteX4" fmla="*/ 4700 w 10000"/>
              <a:gd name="connsiteY4" fmla="*/ 8392 h 10000"/>
              <a:gd name="connsiteX5" fmla="*/ 6909 w 10000"/>
              <a:gd name="connsiteY5" fmla="*/ 9990 h 10000"/>
              <a:gd name="connsiteX6" fmla="*/ 9866 w 10000"/>
              <a:gd name="connsiteY6" fmla="*/ 9001 h 10000"/>
              <a:gd name="connsiteX7" fmla="*/ 9516 w 10000"/>
              <a:gd name="connsiteY7" fmla="*/ 6148 h 10000"/>
              <a:gd name="connsiteX8" fmla="*/ 9745 w 10000"/>
              <a:gd name="connsiteY8" fmla="*/ 3536 h 10000"/>
              <a:gd name="connsiteX9" fmla="*/ 9027 w 10000"/>
              <a:gd name="connsiteY9" fmla="*/ 1309 h 10000"/>
              <a:gd name="connsiteX10" fmla="*/ 6028 w 10000"/>
              <a:gd name="connsiteY10" fmla="*/ 46 h 10000"/>
              <a:gd name="connsiteX11" fmla="*/ 2281 w 10000"/>
              <a:gd name="connsiteY11" fmla="*/ 329 h 10000"/>
              <a:gd name="connsiteX12" fmla="*/ 193 w 10000"/>
              <a:gd name="connsiteY12" fmla="*/ 2322 h 10000"/>
              <a:gd name="connsiteX0" fmla="*/ 535 w 9877"/>
              <a:gd name="connsiteY0" fmla="*/ 2468 h 10000"/>
              <a:gd name="connsiteX1" fmla="*/ 10 w 9877"/>
              <a:gd name="connsiteY1" fmla="*/ 5285 h 10000"/>
              <a:gd name="connsiteX2" fmla="*/ 897 w 9877"/>
              <a:gd name="connsiteY2" fmla="*/ 7005 h 10000"/>
              <a:gd name="connsiteX3" fmla="*/ 2032 w 9877"/>
              <a:gd name="connsiteY3" fmla="*/ 8047 h 10000"/>
              <a:gd name="connsiteX4" fmla="*/ 4577 w 9877"/>
              <a:gd name="connsiteY4" fmla="*/ 8392 h 10000"/>
              <a:gd name="connsiteX5" fmla="*/ 6786 w 9877"/>
              <a:gd name="connsiteY5" fmla="*/ 9990 h 10000"/>
              <a:gd name="connsiteX6" fmla="*/ 9743 w 9877"/>
              <a:gd name="connsiteY6" fmla="*/ 9001 h 10000"/>
              <a:gd name="connsiteX7" fmla="*/ 9393 w 9877"/>
              <a:gd name="connsiteY7" fmla="*/ 6148 h 10000"/>
              <a:gd name="connsiteX8" fmla="*/ 9622 w 9877"/>
              <a:gd name="connsiteY8" fmla="*/ 3536 h 10000"/>
              <a:gd name="connsiteX9" fmla="*/ 8904 w 9877"/>
              <a:gd name="connsiteY9" fmla="*/ 1309 h 10000"/>
              <a:gd name="connsiteX10" fmla="*/ 5905 w 9877"/>
              <a:gd name="connsiteY10" fmla="*/ 46 h 10000"/>
              <a:gd name="connsiteX11" fmla="*/ 2158 w 9877"/>
              <a:gd name="connsiteY11" fmla="*/ 329 h 10000"/>
              <a:gd name="connsiteX12" fmla="*/ 535 w 9877"/>
              <a:gd name="connsiteY12" fmla="*/ 2468 h 10000"/>
              <a:gd name="connsiteX0" fmla="*/ 224 w 9682"/>
              <a:gd name="connsiteY0" fmla="*/ 2468 h 10000"/>
              <a:gd name="connsiteX1" fmla="*/ 54 w 9682"/>
              <a:gd name="connsiteY1" fmla="*/ 5334 h 10000"/>
              <a:gd name="connsiteX2" fmla="*/ 590 w 9682"/>
              <a:gd name="connsiteY2" fmla="*/ 7005 h 10000"/>
              <a:gd name="connsiteX3" fmla="*/ 1739 w 9682"/>
              <a:gd name="connsiteY3" fmla="*/ 8047 h 10000"/>
              <a:gd name="connsiteX4" fmla="*/ 4316 w 9682"/>
              <a:gd name="connsiteY4" fmla="*/ 8392 h 10000"/>
              <a:gd name="connsiteX5" fmla="*/ 6553 w 9682"/>
              <a:gd name="connsiteY5" fmla="*/ 9990 h 10000"/>
              <a:gd name="connsiteX6" fmla="*/ 9546 w 9682"/>
              <a:gd name="connsiteY6" fmla="*/ 9001 h 10000"/>
              <a:gd name="connsiteX7" fmla="*/ 9192 w 9682"/>
              <a:gd name="connsiteY7" fmla="*/ 6148 h 10000"/>
              <a:gd name="connsiteX8" fmla="*/ 9424 w 9682"/>
              <a:gd name="connsiteY8" fmla="*/ 3536 h 10000"/>
              <a:gd name="connsiteX9" fmla="*/ 8697 w 9682"/>
              <a:gd name="connsiteY9" fmla="*/ 1309 h 10000"/>
              <a:gd name="connsiteX10" fmla="*/ 5661 w 9682"/>
              <a:gd name="connsiteY10" fmla="*/ 46 h 10000"/>
              <a:gd name="connsiteX11" fmla="*/ 1867 w 9682"/>
              <a:gd name="connsiteY11" fmla="*/ 329 h 10000"/>
              <a:gd name="connsiteX12" fmla="*/ 224 w 9682"/>
              <a:gd name="connsiteY12" fmla="*/ 2468 h 10000"/>
              <a:gd name="connsiteX0" fmla="*/ 369 w 9951"/>
              <a:gd name="connsiteY0" fmla="*/ 2078 h 10000"/>
              <a:gd name="connsiteX1" fmla="*/ 7 w 9951"/>
              <a:gd name="connsiteY1" fmla="*/ 5334 h 10000"/>
              <a:gd name="connsiteX2" fmla="*/ 560 w 9951"/>
              <a:gd name="connsiteY2" fmla="*/ 7005 h 10000"/>
              <a:gd name="connsiteX3" fmla="*/ 1747 w 9951"/>
              <a:gd name="connsiteY3" fmla="*/ 8047 h 10000"/>
              <a:gd name="connsiteX4" fmla="*/ 4409 w 9951"/>
              <a:gd name="connsiteY4" fmla="*/ 8392 h 10000"/>
              <a:gd name="connsiteX5" fmla="*/ 6719 w 9951"/>
              <a:gd name="connsiteY5" fmla="*/ 9990 h 10000"/>
              <a:gd name="connsiteX6" fmla="*/ 9811 w 9951"/>
              <a:gd name="connsiteY6" fmla="*/ 9001 h 10000"/>
              <a:gd name="connsiteX7" fmla="*/ 9445 w 9951"/>
              <a:gd name="connsiteY7" fmla="*/ 6148 h 10000"/>
              <a:gd name="connsiteX8" fmla="*/ 9685 w 9951"/>
              <a:gd name="connsiteY8" fmla="*/ 3536 h 10000"/>
              <a:gd name="connsiteX9" fmla="*/ 8934 w 9951"/>
              <a:gd name="connsiteY9" fmla="*/ 1309 h 10000"/>
              <a:gd name="connsiteX10" fmla="*/ 5798 w 9951"/>
              <a:gd name="connsiteY10" fmla="*/ 46 h 10000"/>
              <a:gd name="connsiteX11" fmla="*/ 1879 w 9951"/>
              <a:gd name="connsiteY11" fmla="*/ 329 h 10000"/>
              <a:gd name="connsiteX12" fmla="*/ 369 w 9951"/>
              <a:gd name="connsiteY12" fmla="*/ 2078 h 10000"/>
              <a:gd name="connsiteX0" fmla="*/ 378 w 10007"/>
              <a:gd name="connsiteY0" fmla="*/ 2035 h 9957"/>
              <a:gd name="connsiteX1" fmla="*/ 14 w 10007"/>
              <a:gd name="connsiteY1" fmla="*/ 5291 h 9957"/>
              <a:gd name="connsiteX2" fmla="*/ 570 w 10007"/>
              <a:gd name="connsiteY2" fmla="*/ 6962 h 9957"/>
              <a:gd name="connsiteX3" fmla="*/ 1763 w 10007"/>
              <a:gd name="connsiteY3" fmla="*/ 8004 h 9957"/>
              <a:gd name="connsiteX4" fmla="*/ 4438 w 10007"/>
              <a:gd name="connsiteY4" fmla="*/ 8349 h 9957"/>
              <a:gd name="connsiteX5" fmla="*/ 6759 w 10007"/>
              <a:gd name="connsiteY5" fmla="*/ 9947 h 9957"/>
              <a:gd name="connsiteX6" fmla="*/ 9866 w 10007"/>
              <a:gd name="connsiteY6" fmla="*/ 8958 h 9957"/>
              <a:gd name="connsiteX7" fmla="*/ 9499 w 10007"/>
              <a:gd name="connsiteY7" fmla="*/ 6105 h 9957"/>
              <a:gd name="connsiteX8" fmla="*/ 9740 w 10007"/>
              <a:gd name="connsiteY8" fmla="*/ 3493 h 9957"/>
              <a:gd name="connsiteX9" fmla="*/ 8985 w 10007"/>
              <a:gd name="connsiteY9" fmla="*/ 1266 h 9957"/>
              <a:gd name="connsiteX10" fmla="*/ 5834 w 10007"/>
              <a:gd name="connsiteY10" fmla="*/ 3 h 9957"/>
              <a:gd name="connsiteX11" fmla="*/ 2496 w 10007"/>
              <a:gd name="connsiteY11" fmla="*/ 1553 h 9957"/>
              <a:gd name="connsiteX12" fmla="*/ 378 w 10007"/>
              <a:gd name="connsiteY12" fmla="*/ 2035 h 9957"/>
              <a:gd name="connsiteX0" fmla="*/ 378 w 10000"/>
              <a:gd name="connsiteY0" fmla="*/ 2044 h 10000"/>
              <a:gd name="connsiteX1" fmla="*/ 14 w 10000"/>
              <a:gd name="connsiteY1" fmla="*/ 5314 h 10000"/>
              <a:gd name="connsiteX2" fmla="*/ 570 w 10000"/>
              <a:gd name="connsiteY2" fmla="*/ 6992 h 10000"/>
              <a:gd name="connsiteX3" fmla="*/ 1762 w 10000"/>
              <a:gd name="connsiteY3" fmla="*/ 8039 h 10000"/>
              <a:gd name="connsiteX4" fmla="*/ 4435 w 10000"/>
              <a:gd name="connsiteY4" fmla="*/ 8385 h 10000"/>
              <a:gd name="connsiteX5" fmla="*/ 6754 w 10000"/>
              <a:gd name="connsiteY5" fmla="*/ 9990 h 10000"/>
              <a:gd name="connsiteX6" fmla="*/ 9859 w 10000"/>
              <a:gd name="connsiteY6" fmla="*/ 8997 h 10000"/>
              <a:gd name="connsiteX7" fmla="*/ 9492 w 10000"/>
              <a:gd name="connsiteY7" fmla="*/ 6131 h 10000"/>
              <a:gd name="connsiteX8" fmla="*/ 9733 w 10000"/>
              <a:gd name="connsiteY8" fmla="*/ 3508 h 10000"/>
              <a:gd name="connsiteX9" fmla="*/ 8979 w 10000"/>
              <a:gd name="connsiteY9" fmla="*/ 1271 h 10000"/>
              <a:gd name="connsiteX10" fmla="*/ 5830 w 10000"/>
              <a:gd name="connsiteY10" fmla="*/ 3 h 10000"/>
              <a:gd name="connsiteX11" fmla="*/ 2494 w 10000"/>
              <a:gd name="connsiteY11" fmla="*/ 1560 h 10000"/>
              <a:gd name="connsiteX12" fmla="*/ 378 w 10000"/>
              <a:gd name="connsiteY12" fmla="*/ 2044 h 10000"/>
              <a:gd name="connsiteX0" fmla="*/ 326 w 10023"/>
              <a:gd name="connsiteY0" fmla="*/ 2533 h 10000"/>
              <a:gd name="connsiteX1" fmla="*/ 37 w 10023"/>
              <a:gd name="connsiteY1" fmla="*/ 5314 h 10000"/>
              <a:gd name="connsiteX2" fmla="*/ 593 w 10023"/>
              <a:gd name="connsiteY2" fmla="*/ 6992 h 10000"/>
              <a:gd name="connsiteX3" fmla="*/ 1785 w 10023"/>
              <a:gd name="connsiteY3" fmla="*/ 8039 h 10000"/>
              <a:gd name="connsiteX4" fmla="*/ 4458 w 10023"/>
              <a:gd name="connsiteY4" fmla="*/ 8385 h 10000"/>
              <a:gd name="connsiteX5" fmla="*/ 6777 w 10023"/>
              <a:gd name="connsiteY5" fmla="*/ 9990 h 10000"/>
              <a:gd name="connsiteX6" fmla="*/ 9882 w 10023"/>
              <a:gd name="connsiteY6" fmla="*/ 8997 h 10000"/>
              <a:gd name="connsiteX7" fmla="*/ 9515 w 10023"/>
              <a:gd name="connsiteY7" fmla="*/ 6131 h 10000"/>
              <a:gd name="connsiteX8" fmla="*/ 9756 w 10023"/>
              <a:gd name="connsiteY8" fmla="*/ 3508 h 10000"/>
              <a:gd name="connsiteX9" fmla="*/ 9002 w 10023"/>
              <a:gd name="connsiteY9" fmla="*/ 1271 h 10000"/>
              <a:gd name="connsiteX10" fmla="*/ 5853 w 10023"/>
              <a:gd name="connsiteY10" fmla="*/ 3 h 10000"/>
              <a:gd name="connsiteX11" fmla="*/ 2517 w 10023"/>
              <a:gd name="connsiteY11" fmla="*/ 1560 h 10000"/>
              <a:gd name="connsiteX12" fmla="*/ 326 w 10023"/>
              <a:gd name="connsiteY12" fmla="*/ 2533 h 10000"/>
              <a:gd name="connsiteX0" fmla="*/ 326 w 10023"/>
              <a:gd name="connsiteY0" fmla="*/ 1901 h 9368"/>
              <a:gd name="connsiteX1" fmla="*/ 37 w 10023"/>
              <a:gd name="connsiteY1" fmla="*/ 4682 h 9368"/>
              <a:gd name="connsiteX2" fmla="*/ 593 w 10023"/>
              <a:gd name="connsiteY2" fmla="*/ 6360 h 9368"/>
              <a:gd name="connsiteX3" fmla="*/ 1785 w 10023"/>
              <a:gd name="connsiteY3" fmla="*/ 7407 h 9368"/>
              <a:gd name="connsiteX4" fmla="*/ 4458 w 10023"/>
              <a:gd name="connsiteY4" fmla="*/ 7753 h 9368"/>
              <a:gd name="connsiteX5" fmla="*/ 6777 w 10023"/>
              <a:gd name="connsiteY5" fmla="*/ 9358 h 9368"/>
              <a:gd name="connsiteX6" fmla="*/ 9882 w 10023"/>
              <a:gd name="connsiteY6" fmla="*/ 8365 h 9368"/>
              <a:gd name="connsiteX7" fmla="*/ 9515 w 10023"/>
              <a:gd name="connsiteY7" fmla="*/ 5499 h 9368"/>
              <a:gd name="connsiteX8" fmla="*/ 9756 w 10023"/>
              <a:gd name="connsiteY8" fmla="*/ 2876 h 9368"/>
              <a:gd name="connsiteX9" fmla="*/ 9002 w 10023"/>
              <a:gd name="connsiteY9" fmla="*/ 639 h 9368"/>
              <a:gd name="connsiteX10" fmla="*/ 5628 w 10023"/>
              <a:gd name="connsiteY10" fmla="*/ 7 h 9368"/>
              <a:gd name="connsiteX11" fmla="*/ 2517 w 10023"/>
              <a:gd name="connsiteY11" fmla="*/ 928 h 9368"/>
              <a:gd name="connsiteX12" fmla="*/ 326 w 10023"/>
              <a:gd name="connsiteY12" fmla="*/ 1901 h 9368"/>
              <a:gd name="connsiteX0" fmla="*/ 325 w 9734"/>
              <a:gd name="connsiteY0" fmla="*/ 2029 h 10093"/>
              <a:gd name="connsiteX1" fmla="*/ 37 w 9734"/>
              <a:gd name="connsiteY1" fmla="*/ 4998 h 10093"/>
              <a:gd name="connsiteX2" fmla="*/ 592 w 9734"/>
              <a:gd name="connsiteY2" fmla="*/ 6789 h 10093"/>
              <a:gd name="connsiteX3" fmla="*/ 1781 w 9734"/>
              <a:gd name="connsiteY3" fmla="*/ 7907 h 10093"/>
              <a:gd name="connsiteX4" fmla="*/ 4448 w 9734"/>
              <a:gd name="connsiteY4" fmla="*/ 8276 h 10093"/>
              <a:gd name="connsiteX5" fmla="*/ 6761 w 9734"/>
              <a:gd name="connsiteY5" fmla="*/ 9989 h 10093"/>
              <a:gd name="connsiteX6" fmla="*/ 9484 w 9734"/>
              <a:gd name="connsiteY6" fmla="*/ 9608 h 10093"/>
              <a:gd name="connsiteX7" fmla="*/ 9493 w 9734"/>
              <a:gd name="connsiteY7" fmla="*/ 5870 h 10093"/>
              <a:gd name="connsiteX8" fmla="*/ 9734 w 9734"/>
              <a:gd name="connsiteY8" fmla="*/ 3070 h 10093"/>
              <a:gd name="connsiteX9" fmla="*/ 8981 w 9734"/>
              <a:gd name="connsiteY9" fmla="*/ 682 h 10093"/>
              <a:gd name="connsiteX10" fmla="*/ 5615 w 9734"/>
              <a:gd name="connsiteY10" fmla="*/ 7 h 10093"/>
              <a:gd name="connsiteX11" fmla="*/ 2511 w 9734"/>
              <a:gd name="connsiteY11" fmla="*/ 991 h 10093"/>
              <a:gd name="connsiteX12" fmla="*/ 325 w 9734"/>
              <a:gd name="connsiteY12" fmla="*/ 2029 h 10093"/>
              <a:gd name="connsiteX0" fmla="*/ 334 w 10000"/>
              <a:gd name="connsiteY0" fmla="*/ 2010 h 9973"/>
              <a:gd name="connsiteX1" fmla="*/ 38 w 10000"/>
              <a:gd name="connsiteY1" fmla="*/ 4952 h 9973"/>
              <a:gd name="connsiteX2" fmla="*/ 608 w 10000"/>
              <a:gd name="connsiteY2" fmla="*/ 6726 h 9973"/>
              <a:gd name="connsiteX3" fmla="*/ 1830 w 10000"/>
              <a:gd name="connsiteY3" fmla="*/ 7834 h 9973"/>
              <a:gd name="connsiteX4" fmla="*/ 4532 w 10000"/>
              <a:gd name="connsiteY4" fmla="*/ 8562 h 9973"/>
              <a:gd name="connsiteX5" fmla="*/ 6946 w 10000"/>
              <a:gd name="connsiteY5" fmla="*/ 9897 h 9973"/>
              <a:gd name="connsiteX6" fmla="*/ 9743 w 10000"/>
              <a:gd name="connsiteY6" fmla="*/ 9519 h 9973"/>
              <a:gd name="connsiteX7" fmla="*/ 9752 w 10000"/>
              <a:gd name="connsiteY7" fmla="*/ 5816 h 9973"/>
              <a:gd name="connsiteX8" fmla="*/ 10000 w 10000"/>
              <a:gd name="connsiteY8" fmla="*/ 3042 h 9973"/>
              <a:gd name="connsiteX9" fmla="*/ 9226 w 10000"/>
              <a:gd name="connsiteY9" fmla="*/ 676 h 9973"/>
              <a:gd name="connsiteX10" fmla="*/ 5768 w 10000"/>
              <a:gd name="connsiteY10" fmla="*/ 7 h 9973"/>
              <a:gd name="connsiteX11" fmla="*/ 2580 w 10000"/>
              <a:gd name="connsiteY11" fmla="*/ 982 h 9973"/>
              <a:gd name="connsiteX12" fmla="*/ 334 w 10000"/>
              <a:gd name="connsiteY12" fmla="*/ 2010 h 9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3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9" name="Text Box 34">
            <a:extLst>
              <a:ext uri="{FF2B5EF4-FFF2-40B4-BE49-F238E27FC236}">
                <a16:creationId xmlns:a16="http://schemas.microsoft.com/office/drawing/2014/main" id="{8E3C4FE4-16B8-2E48-AAFC-131508FB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150" name="Line 68">
            <a:extLst>
              <a:ext uri="{FF2B5EF4-FFF2-40B4-BE49-F238E27FC236}">
                <a16:creationId xmlns:a16="http://schemas.microsoft.com/office/drawing/2014/main" id="{6703089F-58F3-E042-8B10-16A415A056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020" y="3535642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53" name="Group 167">
            <a:extLst>
              <a:ext uri="{FF2B5EF4-FFF2-40B4-BE49-F238E27FC236}">
                <a16:creationId xmlns:a16="http://schemas.microsoft.com/office/drawing/2014/main" id="{F5EB6B7E-CF56-1D40-9A5F-78A0D7F7527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35438" y="3627064"/>
            <a:ext cx="400050" cy="152400"/>
            <a:chOff x="3228" y="1776"/>
            <a:chExt cx="252" cy="96"/>
          </a:xfrm>
        </p:grpSpPr>
        <p:sp>
          <p:nvSpPr>
            <p:cNvPr id="154" name="Line 168">
              <a:extLst>
                <a:ext uri="{FF2B5EF4-FFF2-40B4-BE49-F238E27FC236}">
                  <a16:creationId xmlns:a16="http://schemas.microsoft.com/office/drawing/2014/main" id="{1802CB0D-BD6D-D74F-A9D8-5BACFFCCB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Line 169">
              <a:extLst>
                <a:ext uri="{FF2B5EF4-FFF2-40B4-BE49-F238E27FC236}">
                  <a16:creationId xmlns:a16="http://schemas.microsoft.com/office/drawing/2014/main" id="{BC8A6DEC-D893-BC48-A065-216616CA7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56" name="Group 170">
            <a:extLst>
              <a:ext uri="{FF2B5EF4-FFF2-40B4-BE49-F238E27FC236}">
                <a16:creationId xmlns:a16="http://schemas.microsoft.com/office/drawing/2014/main" id="{926875FC-494C-BB45-B7F8-8827688CC13F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5787838" y="3103189"/>
            <a:ext cx="400050" cy="152400"/>
            <a:chOff x="3228" y="1776"/>
            <a:chExt cx="252" cy="96"/>
          </a:xfrm>
        </p:grpSpPr>
        <p:sp>
          <p:nvSpPr>
            <p:cNvPr id="157" name="Line 171">
              <a:extLst>
                <a:ext uri="{FF2B5EF4-FFF2-40B4-BE49-F238E27FC236}">
                  <a16:creationId xmlns:a16="http://schemas.microsoft.com/office/drawing/2014/main" id="{36C97ACA-ADA8-6C4D-918D-B9A573ADE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Line 172">
              <a:extLst>
                <a:ext uri="{FF2B5EF4-FFF2-40B4-BE49-F238E27FC236}">
                  <a16:creationId xmlns:a16="http://schemas.microsoft.com/office/drawing/2014/main" id="{BAFF6B07-8046-764A-BBC9-297230590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83E8644E-9ABF-8D40-91C1-3E38F4EEBD93}"/>
              </a:ext>
            </a:extLst>
          </p:cNvPr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07DE3FA-8AF6-194D-A476-AEA1B09F7B0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4A4F16A-CB62-4A41-9419-62CD9E0C59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BEB6CE9-D98E-F84D-A398-B92F19578A7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500E3F7-C826-414F-8AB9-A8131E41A9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73829F3-5B2A-3D43-B4EF-DDBF4450431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6BC6710-FF10-F94F-B985-0B24DE112F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B4D233B4-AC73-4C4F-B219-7217862D8F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0" name="Freeform 94">
            <a:extLst>
              <a:ext uri="{FF2B5EF4-FFF2-40B4-BE49-F238E27FC236}">
                <a16:creationId xmlns:a16="http://schemas.microsoft.com/office/drawing/2014/main" id="{DB154763-7D17-3045-99D6-33E2B8DEBEF3}"/>
              </a:ext>
            </a:extLst>
          </p:cNvPr>
          <p:cNvSpPr>
            <a:spLocks/>
          </p:cNvSpPr>
          <p:nvPr/>
        </p:nvSpPr>
        <p:spPr bwMode="auto">
          <a:xfrm>
            <a:off x="915707" y="4764367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bg1"/>
              </a:gs>
              <a:gs pos="100000">
                <a:schemeClr val="bg1"/>
              </a:gs>
            </a:gsLst>
            <a:lin ang="0" scaled="0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1" name="Line 134">
            <a:extLst>
              <a:ext uri="{FF2B5EF4-FFF2-40B4-BE49-F238E27FC236}">
                <a16:creationId xmlns:a16="http://schemas.microsoft.com/office/drawing/2014/main" id="{23269057-3E10-0842-B50F-AD9089B21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607" y="3692805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3" name="Line 136">
            <a:extLst>
              <a:ext uri="{FF2B5EF4-FFF2-40B4-BE49-F238E27FC236}">
                <a16:creationId xmlns:a16="http://schemas.microsoft.com/office/drawing/2014/main" id="{3AFEBAD8-BCD5-3045-B4AF-E50B6AEA1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5795" y="5512080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04" name="Text Box 137">
            <a:extLst>
              <a:ext uri="{FF2B5EF4-FFF2-40B4-BE49-F238E27FC236}">
                <a16:creationId xmlns:a16="http://schemas.microsoft.com/office/drawing/2014/main" id="{B02E6458-4F99-D348-B986-C3DBF7171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305" name="Text Box 138">
            <a:extLst>
              <a:ext uri="{FF2B5EF4-FFF2-40B4-BE49-F238E27FC236}">
                <a16:creationId xmlns:a16="http://schemas.microsoft.com/office/drawing/2014/main" id="{B04C2766-4464-6446-87AB-67B8CB7F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 web server</a:t>
            </a:r>
          </a:p>
        </p:txBody>
      </p:sp>
      <p:grpSp>
        <p:nvGrpSpPr>
          <p:cNvPr id="312" name="Group 194">
            <a:extLst>
              <a:ext uri="{FF2B5EF4-FFF2-40B4-BE49-F238E27FC236}">
                <a16:creationId xmlns:a16="http://schemas.microsoft.com/office/drawing/2014/main" id="{E84BEC05-5A7F-224F-95D4-9DAB0F871EA1}"/>
              </a:ext>
            </a:extLst>
          </p:cNvPr>
          <p:cNvGrpSpPr>
            <a:grpSpLocks/>
          </p:cNvGrpSpPr>
          <p:nvPr/>
        </p:nvGrpSpPr>
        <p:grpSpPr bwMode="auto">
          <a:xfrm>
            <a:off x="3765270" y="5718455"/>
            <a:ext cx="295275" cy="114300"/>
            <a:chOff x="3228" y="1776"/>
            <a:chExt cx="252" cy="96"/>
          </a:xfrm>
        </p:grpSpPr>
        <p:sp>
          <p:nvSpPr>
            <p:cNvPr id="313" name="Line 195">
              <a:extLst>
                <a:ext uri="{FF2B5EF4-FFF2-40B4-BE49-F238E27FC236}">
                  <a16:creationId xmlns:a16="http://schemas.microsoft.com/office/drawing/2014/main" id="{5A3176AD-244A-FC40-803C-74F3441D6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Line 196">
              <a:extLst>
                <a:ext uri="{FF2B5EF4-FFF2-40B4-BE49-F238E27FC236}">
                  <a16:creationId xmlns:a16="http://schemas.microsoft.com/office/drawing/2014/main" id="{6B3ADCCD-5CCA-E245-804F-105E3A97EB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5" name="Group 197">
            <a:extLst>
              <a:ext uri="{FF2B5EF4-FFF2-40B4-BE49-F238E27FC236}">
                <a16:creationId xmlns:a16="http://schemas.microsoft.com/office/drawing/2014/main" id="{11561174-0DD6-384F-ADA8-7238039F91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403445" y="5718455"/>
            <a:ext cx="295275" cy="114300"/>
            <a:chOff x="3228" y="1776"/>
            <a:chExt cx="252" cy="96"/>
          </a:xfrm>
        </p:grpSpPr>
        <p:sp>
          <p:nvSpPr>
            <p:cNvPr id="316" name="Line 198">
              <a:extLst>
                <a:ext uri="{FF2B5EF4-FFF2-40B4-BE49-F238E27FC236}">
                  <a16:creationId xmlns:a16="http://schemas.microsoft.com/office/drawing/2014/main" id="{163D3623-F55F-6248-89FA-5C316BDD2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Line 199">
              <a:extLst>
                <a:ext uri="{FF2B5EF4-FFF2-40B4-BE49-F238E27FC236}">
                  <a16:creationId xmlns:a16="http://schemas.microsoft.com/office/drawing/2014/main" id="{00F61339-BB36-F44F-AD77-22B4AA91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8" name="Group 200">
            <a:extLst>
              <a:ext uri="{FF2B5EF4-FFF2-40B4-BE49-F238E27FC236}">
                <a16:creationId xmlns:a16="http://schemas.microsoft.com/office/drawing/2014/main" id="{99A70FAB-0459-7A43-BC2D-6A7CFE6F862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4608232" y="5423180"/>
            <a:ext cx="295275" cy="114300"/>
            <a:chOff x="3228" y="1776"/>
            <a:chExt cx="252" cy="96"/>
          </a:xfrm>
        </p:grpSpPr>
        <p:sp>
          <p:nvSpPr>
            <p:cNvPr id="319" name="Line 201">
              <a:extLst>
                <a:ext uri="{FF2B5EF4-FFF2-40B4-BE49-F238E27FC236}">
                  <a16:creationId xmlns:a16="http://schemas.microsoft.com/office/drawing/2014/main" id="{DAF385D4-A4D0-AA41-8C33-83D0C4D8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Line 202">
              <a:extLst>
                <a:ext uri="{FF2B5EF4-FFF2-40B4-BE49-F238E27FC236}">
                  <a16:creationId xmlns:a16="http://schemas.microsoft.com/office/drawing/2014/main" id="{9EF706F5-A8DC-BF46-B040-1A4D47171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34858D1-1FE7-0841-97C3-49C70001FDDA}"/>
              </a:ext>
            </a:extLst>
          </p:cNvPr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372B1AC8-74B7-C34C-8289-9B65FDFB6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2961F798-D661-3D46-B5CE-6D402C201D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673344D6-1FC8-1A47-97EC-9418BA4500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7C4028CC-B424-154D-BD93-E61E50C24C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552CB30F-0709-FE43-BD31-587F8E1B154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F3ECD5A3-700D-4346-A225-E4F327AF7D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FD5A214-3BBB-7F48-B4FD-71505D61E3A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248">
            <a:extLst>
              <a:ext uri="{FF2B5EF4-FFF2-40B4-BE49-F238E27FC236}">
                <a16:creationId xmlns:a16="http://schemas.microsoft.com/office/drawing/2014/main" id="{78FE3AED-24A8-6C4B-823D-34D843152649}"/>
              </a:ext>
            </a:extLst>
          </p:cNvPr>
          <p:cNvGrpSpPr>
            <a:grpSpLocks/>
          </p:cNvGrpSpPr>
          <p:nvPr/>
        </p:nvGrpSpPr>
        <p:grpSpPr bwMode="auto"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346" name="Freeform 148">
              <a:extLst>
                <a:ext uri="{FF2B5EF4-FFF2-40B4-BE49-F238E27FC236}">
                  <a16:creationId xmlns:a16="http://schemas.microsoft.com/office/drawing/2014/main" id="{85451C8D-4747-E845-BDD8-6D7746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Rectangle 149">
              <a:extLst>
                <a:ext uri="{FF2B5EF4-FFF2-40B4-BE49-F238E27FC236}">
                  <a16:creationId xmlns:a16="http://schemas.microsoft.com/office/drawing/2014/main" id="{720F8F77-9254-F144-9D40-FF595E87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8" name="Freeform 150">
              <a:extLst>
                <a:ext uri="{FF2B5EF4-FFF2-40B4-BE49-F238E27FC236}">
                  <a16:creationId xmlns:a16="http://schemas.microsoft.com/office/drawing/2014/main" id="{6A486C96-F765-2943-90E4-63862879C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9" name="Freeform 151">
              <a:extLst>
                <a:ext uri="{FF2B5EF4-FFF2-40B4-BE49-F238E27FC236}">
                  <a16:creationId xmlns:a16="http://schemas.microsoft.com/office/drawing/2014/main" id="{A86769A5-BBB3-024C-B65A-503F62823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Rectangle 152">
              <a:extLst>
                <a:ext uri="{FF2B5EF4-FFF2-40B4-BE49-F238E27FC236}">
                  <a16:creationId xmlns:a16="http://schemas.microsoft.com/office/drawing/2014/main" id="{EDEA3D72-19C4-0445-996E-0463B4F7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1" name="Group 153">
              <a:extLst>
                <a:ext uri="{FF2B5EF4-FFF2-40B4-BE49-F238E27FC236}">
                  <a16:creationId xmlns:a16="http://schemas.microsoft.com/office/drawing/2014/main" id="{1F11C69D-094E-F747-B5C0-2DA1FE02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C55CA8C4-32A7-154A-B758-95A762915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7" name="AutoShape 155">
                <a:extLst>
                  <a:ext uri="{FF2B5EF4-FFF2-40B4-BE49-F238E27FC236}">
                    <a16:creationId xmlns:a16="http://schemas.microsoft.com/office/drawing/2014/main" id="{7184AF16-B87E-9F43-917C-2C88AAEF0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2" name="Rectangle 156">
              <a:extLst>
                <a:ext uri="{FF2B5EF4-FFF2-40B4-BE49-F238E27FC236}">
                  <a16:creationId xmlns:a16="http://schemas.microsoft.com/office/drawing/2014/main" id="{48FF4647-B309-D64A-B015-19391B161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3" name="Group 157">
              <a:extLst>
                <a:ext uri="{FF2B5EF4-FFF2-40B4-BE49-F238E27FC236}">
                  <a16:creationId xmlns:a16="http://schemas.microsoft.com/office/drawing/2014/main" id="{BABA5FE5-37CC-EC4C-BDFC-7DCFD023A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4" name="AutoShape 158">
                <a:extLst>
                  <a:ext uri="{FF2B5EF4-FFF2-40B4-BE49-F238E27FC236}">
                    <a16:creationId xmlns:a16="http://schemas.microsoft.com/office/drawing/2014/main" id="{5C52FD21-5CA0-3043-8E83-A75B2F33F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5" name="AutoShape 159">
                <a:extLst>
                  <a:ext uri="{FF2B5EF4-FFF2-40B4-BE49-F238E27FC236}">
                    <a16:creationId xmlns:a16="http://schemas.microsoft.com/office/drawing/2014/main" id="{9026DFAE-BC0A-DB40-AA40-5414F6E19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4" name="Rectangle 160">
              <a:extLst>
                <a:ext uri="{FF2B5EF4-FFF2-40B4-BE49-F238E27FC236}">
                  <a16:creationId xmlns:a16="http://schemas.microsoft.com/office/drawing/2014/main" id="{B0BD4174-1E2C-CC47-8B22-39E3AD43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Rectangle 161">
              <a:extLst>
                <a:ext uri="{FF2B5EF4-FFF2-40B4-BE49-F238E27FC236}">
                  <a16:creationId xmlns:a16="http://schemas.microsoft.com/office/drawing/2014/main" id="{5D1D6DF0-40D7-0D45-A917-4840AE931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6" name="Group 162">
              <a:extLst>
                <a:ext uri="{FF2B5EF4-FFF2-40B4-BE49-F238E27FC236}">
                  <a16:creationId xmlns:a16="http://schemas.microsoft.com/office/drawing/2014/main" id="{7594B754-6C4A-7748-BFD2-4996DB6EF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2" name="AutoShape 163">
                <a:extLst>
                  <a:ext uri="{FF2B5EF4-FFF2-40B4-BE49-F238E27FC236}">
                    <a16:creationId xmlns:a16="http://schemas.microsoft.com/office/drawing/2014/main" id="{5F147DEA-3B24-5D47-B987-8996EBD1E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3" name="AutoShape 164">
                <a:extLst>
                  <a:ext uri="{FF2B5EF4-FFF2-40B4-BE49-F238E27FC236}">
                    <a16:creationId xmlns:a16="http://schemas.microsoft.com/office/drawing/2014/main" id="{ED721BA0-A51B-AB48-8703-6EE160A82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7" name="Freeform 165">
              <a:extLst>
                <a:ext uri="{FF2B5EF4-FFF2-40B4-BE49-F238E27FC236}">
                  <a16:creationId xmlns:a16="http://schemas.microsoft.com/office/drawing/2014/main" id="{780D91FC-F251-D942-B17A-68640A718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58" name="Group 166">
              <a:extLst>
                <a:ext uri="{FF2B5EF4-FFF2-40B4-BE49-F238E27FC236}">
                  <a16:creationId xmlns:a16="http://schemas.microsoft.com/office/drawing/2014/main" id="{C9B91C48-BF55-C149-9929-BFB6413B7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0" name="AutoShape 167">
                <a:extLst>
                  <a:ext uri="{FF2B5EF4-FFF2-40B4-BE49-F238E27FC236}">
                    <a16:creationId xmlns:a16="http://schemas.microsoft.com/office/drawing/2014/main" id="{CA38CE73-BBD3-F144-8AD8-FFFF8346D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1" name="AutoShape 168">
                <a:extLst>
                  <a:ext uri="{FF2B5EF4-FFF2-40B4-BE49-F238E27FC236}">
                    <a16:creationId xmlns:a16="http://schemas.microsoft.com/office/drawing/2014/main" id="{FCAA7936-D811-CE4C-92B6-2D0E1B549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59" name="Rectangle 169">
              <a:extLst>
                <a:ext uri="{FF2B5EF4-FFF2-40B4-BE49-F238E27FC236}">
                  <a16:creationId xmlns:a16="http://schemas.microsoft.com/office/drawing/2014/main" id="{86075665-1B3C-684E-8884-99FC7886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0" name="Freeform 170">
              <a:extLst>
                <a:ext uri="{FF2B5EF4-FFF2-40B4-BE49-F238E27FC236}">
                  <a16:creationId xmlns:a16="http://schemas.microsoft.com/office/drawing/2014/main" id="{3F8E3655-B42F-284B-8ADF-B4BA131AB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Freeform 171">
              <a:extLst>
                <a:ext uri="{FF2B5EF4-FFF2-40B4-BE49-F238E27FC236}">
                  <a16:creationId xmlns:a16="http://schemas.microsoft.com/office/drawing/2014/main" id="{3E7B122E-A4D1-0149-86F1-E7947F9C7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2" name="Oval 172">
              <a:extLst>
                <a:ext uri="{FF2B5EF4-FFF2-40B4-BE49-F238E27FC236}">
                  <a16:creationId xmlns:a16="http://schemas.microsoft.com/office/drawing/2014/main" id="{3A381F49-16C5-C44C-8033-6EB7B98D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3" name="Freeform 173">
              <a:extLst>
                <a:ext uri="{FF2B5EF4-FFF2-40B4-BE49-F238E27FC236}">
                  <a16:creationId xmlns:a16="http://schemas.microsoft.com/office/drawing/2014/main" id="{53DD2DD1-F942-774A-9AD8-909D94CF0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4" name="AutoShape 174">
              <a:extLst>
                <a:ext uri="{FF2B5EF4-FFF2-40B4-BE49-F238E27FC236}">
                  <a16:creationId xmlns:a16="http://schemas.microsoft.com/office/drawing/2014/main" id="{51AB5E8C-DA29-F543-AA82-E3C0444BB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5" name="AutoShape 175">
              <a:extLst>
                <a:ext uri="{FF2B5EF4-FFF2-40B4-BE49-F238E27FC236}">
                  <a16:creationId xmlns:a16="http://schemas.microsoft.com/office/drawing/2014/main" id="{ECC97CA2-9BF9-AC42-93A7-08F53192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6" name="Oval 176">
              <a:extLst>
                <a:ext uri="{FF2B5EF4-FFF2-40B4-BE49-F238E27FC236}">
                  <a16:creationId xmlns:a16="http://schemas.microsoft.com/office/drawing/2014/main" id="{7DFF487A-620D-B94B-8455-1E84061B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7" name="Oval 177">
              <a:extLst>
                <a:ext uri="{FF2B5EF4-FFF2-40B4-BE49-F238E27FC236}">
                  <a16:creationId xmlns:a16="http://schemas.microsoft.com/office/drawing/2014/main" id="{A16BD41A-B6A4-D04A-8EB2-0316CCD3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8" name="Oval 178">
              <a:extLst>
                <a:ext uri="{FF2B5EF4-FFF2-40B4-BE49-F238E27FC236}">
                  <a16:creationId xmlns:a16="http://schemas.microsoft.com/office/drawing/2014/main" id="{FC2BA1AF-4A9A-4243-B0EC-76AAE9F13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Rectangle 179">
              <a:extLst>
                <a:ext uri="{FF2B5EF4-FFF2-40B4-BE49-F238E27FC236}">
                  <a16:creationId xmlns:a16="http://schemas.microsoft.com/office/drawing/2014/main" id="{8BFA87B3-0B70-5640-BD33-A553E40D4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33" name="Group 43">
            <a:extLst>
              <a:ext uri="{FF2B5EF4-FFF2-40B4-BE49-F238E27FC236}">
                <a16:creationId xmlns:a16="http://schemas.microsoft.com/office/drawing/2014/main" id="{C4F663FE-5F45-CE47-85DD-15B11F49D43C}"/>
              </a:ext>
            </a:extLst>
          </p:cNvPr>
          <p:cNvGrpSpPr>
            <a:grpSpLocks/>
          </p:cNvGrpSpPr>
          <p:nvPr/>
        </p:nvGrpSpPr>
        <p:grpSpPr bwMode="auto"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534" name="Freeform 44">
              <a:extLst>
                <a:ext uri="{FF2B5EF4-FFF2-40B4-BE49-F238E27FC236}">
                  <a16:creationId xmlns:a16="http://schemas.microsoft.com/office/drawing/2014/main" id="{891F45F2-C6F3-C642-99A3-916BE7A3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10000 w 10000"/>
                <a:gd name="connsiteY1" fmla="*/ 10000 h 10000"/>
                <a:gd name="connsiteX2" fmla="*/ 0 w 10000"/>
                <a:gd name="connsiteY2" fmla="*/ 8726 h 10000"/>
                <a:gd name="connsiteX3" fmla="*/ 7951 w 10000"/>
                <a:gd name="connsiteY3" fmla="*/ 8723 h 10000"/>
                <a:gd name="connsiteX4" fmla="*/ 8212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alpha val="78000"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5" name="Group 45">
              <a:extLst>
                <a:ext uri="{FF2B5EF4-FFF2-40B4-BE49-F238E27FC236}">
                  <a16:creationId xmlns:a16="http://schemas.microsoft.com/office/drawing/2014/main" id="{03424AF6-F140-5044-B424-F839DC56C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536" name="Rectangle 46">
                <a:extLst>
                  <a:ext uri="{FF2B5EF4-FFF2-40B4-BE49-F238E27FC236}">
                    <a16:creationId xmlns:a16="http://schemas.microsoft.com/office/drawing/2014/main" id="{2A83F15E-AC56-9047-933E-C7FC4B751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7" name="Text Box 47">
                <a:extLst>
                  <a:ext uri="{FF2B5EF4-FFF2-40B4-BE49-F238E27FC236}">
                    <a16:creationId xmlns:a16="http://schemas.microsoft.com/office/drawing/2014/main" id="{40B4C487-0D29-384E-9FBF-2933FC189F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538" name="Line 48">
                <a:extLst>
                  <a:ext uri="{FF2B5EF4-FFF2-40B4-BE49-F238E27FC236}">
                    <a16:creationId xmlns:a16="http://schemas.microsoft.com/office/drawing/2014/main" id="{E5855A0A-4145-524E-AF03-40B19030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39" name="Line 49">
                <a:extLst>
                  <a:ext uri="{FF2B5EF4-FFF2-40B4-BE49-F238E27FC236}">
                    <a16:creationId xmlns:a16="http://schemas.microsoft.com/office/drawing/2014/main" id="{5337342B-4FDA-0646-A04C-3117B3209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0" name="Line 50">
                <a:extLst>
                  <a:ext uri="{FF2B5EF4-FFF2-40B4-BE49-F238E27FC236}">
                    <a16:creationId xmlns:a16="http://schemas.microsoft.com/office/drawing/2014/main" id="{B1569789-ADB1-1343-8746-60FF932C5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41" name="Line 51">
                <a:extLst>
                  <a:ext uri="{FF2B5EF4-FFF2-40B4-BE49-F238E27FC236}">
                    <a16:creationId xmlns:a16="http://schemas.microsoft.com/office/drawing/2014/main" id="{3227A074-26EB-4F40-9804-D2ECB13D8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725" name="Group 336">
            <a:extLst>
              <a:ext uri="{FF2B5EF4-FFF2-40B4-BE49-F238E27FC236}">
                <a16:creationId xmlns:a16="http://schemas.microsoft.com/office/drawing/2014/main" id="{107D05EF-6115-084F-86DB-BA3615F99A17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726" name="Freeform 328">
              <a:extLst>
                <a:ext uri="{FF2B5EF4-FFF2-40B4-BE49-F238E27FC236}">
                  <a16:creationId xmlns:a16="http://schemas.microsoft.com/office/drawing/2014/main" id="{C808993F-94F8-8A45-897A-1CEA5B97A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1912"/>
              <a:ext cx="602" cy="875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connsiteX0" fmla="*/ 8212 w 10000"/>
                <a:gd name="connsiteY0" fmla="*/ 0 h 10000"/>
                <a:gd name="connsiteX1" fmla="*/ 9536 w 10000"/>
                <a:gd name="connsiteY1" fmla="*/ 7497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10000"/>
                <a:gd name="connsiteY0" fmla="*/ 0 h 10000"/>
                <a:gd name="connsiteX1" fmla="*/ 9867 w 10000"/>
                <a:gd name="connsiteY1" fmla="*/ 6212 h 10000"/>
                <a:gd name="connsiteX2" fmla="*/ 10000 w 10000"/>
                <a:gd name="connsiteY2" fmla="*/ 10000 h 10000"/>
                <a:gd name="connsiteX3" fmla="*/ 0 w 10000"/>
                <a:gd name="connsiteY3" fmla="*/ 8726 h 10000"/>
                <a:gd name="connsiteX4" fmla="*/ 7550 w 10000"/>
                <a:gd name="connsiteY4" fmla="*/ 8306 h 10000"/>
                <a:gd name="connsiteX5" fmla="*/ 8212 w 10000"/>
                <a:gd name="connsiteY5" fmla="*/ 0 h 10000"/>
                <a:gd name="connsiteX0" fmla="*/ 8212 w 9967"/>
                <a:gd name="connsiteY0" fmla="*/ 0 h 9690"/>
                <a:gd name="connsiteX1" fmla="*/ 9867 w 9967"/>
                <a:gd name="connsiteY1" fmla="*/ 6212 h 9690"/>
                <a:gd name="connsiteX2" fmla="*/ 9967 w 9967"/>
                <a:gd name="connsiteY2" fmla="*/ 9690 h 9690"/>
                <a:gd name="connsiteX3" fmla="*/ 0 w 9967"/>
                <a:gd name="connsiteY3" fmla="*/ 8726 h 9690"/>
                <a:gd name="connsiteX4" fmla="*/ 7550 w 9967"/>
                <a:gd name="connsiteY4" fmla="*/ 8306 h 9690"/>
                <a:gd name="connsiteX5" fmla="*/ 8212 w 9967"/>
                <a:gd name="connsiteY5" fmla="*/ 0 h 9690"/>
                <a:gd name="connsiteX0" fmla="*/ 8239 w 10000"/>
                <a:gd name="connsiteY0" fmla="*/ 0 h 10000"/>
                <a:gd name="connsiteX1" fmla="*/ 9900 w 10000"/>
                <a:gd name="connsiteY1" fmla="*/ 6411 h 10000"/>
                <a:gd name="connsiteX2" fmla="*/ 10000 w 10000"/>
                <a:gd name="connsiteY2" fmla="*/ 10000 h 10000"/>
                <a:gd name="connsiteX3" fmla="*/ 0 w 10000"/>
                <a:gd name="connsiteY3" fmla="*/ 9005 h 10000"/>
                <a:gd name="connsiteX4" fmla="*/ 7575 w 10000"/>
                <a:gd name="connsiteY4" fmla="*/ 8572 h 10000"/>
                <a:gd name="connsiteX5" fmla="*/ 8239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alpha val="82000"/>
                  </a:schemeClr>
                </a:gs>
              </a:gsLst>
              <a:lin ang="0" scaled="0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27" name="Group 329">
              <a:extLst>
                <a:ext uri="{FF2B5EF4-FFF2-40B4-BE49-F238E27FC236}">
                  <a16:creationId xmlns:a16="http://schemas.microsoft.com/office/drawing/2014/main" id="{B5BE8796-97B9-3644-B950-2C1616F27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728" name="Rectangle 330">
                <a:extLst>
                  <a:ext uri="{FF2B5EF4-FFF2-40B4-BE49-F238E27FC236}">
                    <a16:creationId xmlns:a16="http://schemas.microsoft.com/office/drawing/2014/main" id="{91474FC9-D174-724F-8612-26D3BA8DB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9" name="Text Box 331">
                <a:extLst>
                  <a:ext uri="{FF2B5EF4-FFF2-40B4-BE49-F238E27FC236}">
                    <a16:creationId xmlns:a16="http://schemas.microsoft.com/office/drawing/2014/main" id="{A5CD626E-60BB-A74C-964A-D17E6993C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IP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Eth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</a:t>
                </a:r>
              </a:p>
            </p:txBody>
          </p:sp>
          <p:sp>
            <p:nvSpPr>
              <p:cNvPr id="730" name="Line 332">
                <a:extLst>
                  <a:ext uri="{FF2B5EF4-FFF2-40B4-BE49-F238E27FC236}">
                    <a16:creationId xmlns:a16="http://schemas.microsoft.com/office/drawing/2014/main" id="{92735F6A-D69A-0741-B5A9-AD43554A9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1" name="Line 333">
                <a:extLst>
                  <a:ext uri="{FF2B5EF4-FFF2-40B4-BE49-F238E27FC236}">
                    <a16:creationId xmlns:a16="http://schemas.microsoft.com/office/drawing/2014/main" id="{8EFB313E-BEDF-E246-B22C-448C4451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2" name="Line 334">
                <a:extLst>
                  <a:ext uri="{FF2B5EF4-FFF2-40B4-BE49-F238E27FC236}">
                    <a16:creationId xmlns:a16="http://schemas.microsoft.com/office/drawing/2014/main" id="{826CB045-CB87-5742-B58C-FEAC79CB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33" name="Line 335">
                <a:extLst>
                  <a:ext uri="{FF2B5EF4-FFF2-40B4-BE49-F238E27FC236}">
                    <a16:creationId xmlns:a16="http://schemas.microsoft.com/office/drawing/2014/main" id="{8B5391D7-FC0B-6B43-8C19-675DAEA8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371E96AA-2C01-0648-99EC-0745CB0A4923}"/>
              </a:ext>
            </a:extLst>
          </p:cNvPr>
          <p:cNvGrpSpPr/>
          <p:nvPr/>
        </p:nvGrpSpPr>
        <p:grpSpPr>
          <a:xfrm>
            <a:off x="1950870" y="2678242"/>
            <a:ext cx="908821" cy="651136"/>
            <a:chOff x="7458407" y="2414528"/>
            <a:chExt cx="509280" cy="320753"/>
          </a:xfrm>
        </p:grpSpPr>
        <p:pic>
          <p:nvPicPr>
            <p:cNvPr id="650" name="Picture 1018" descr="laptop_keyboard">
              <a:extLst>
                <a:ext uri="{FF2B5EF4-FFF2-40B4-BE49-F238E27FC236}">
                  <a16:creationId xmlns:a16="http://schemas.microsoft.com/office/drawing/2014/main" id="{135B603F-8336-2440-90DD-B68520A9F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1" name="Freeform 1019">
              <a:extLst>
                <a:ext uri="{FF2B5EF4-FFF2-40B4-BE49-F238E27FC236}">
                  <a16:creationId xmlns:a16="http://schemas.microsoft.com/office/drawing/2014/main" id="{A555F850-562D-AD4F-B452-96C73D01D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52" name="Picture 1020" descr="screen">
              <a:extLst>
                <a:ext uri="{FF2B5EF4-FFF2-40B4-BE49-F238E27FC236}">
                  <a16:creationId xmlns:a16="http://schemas.microsoft.com/office/drawing/2014/main" id="{180E4E9B-5575-C04C-B7DB-B5BA7C4AA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3" name="Freeform 1021">
              <a:extLst>
                <a:ext uri="{FF2B5EF4-FFF2-40B4-BE49-F238E27FC236}">
                  <a16:creationId xmlns:a16="http://schemas.microsoft.com/office/drawing/2014/main" id="{7DBE96E5-E342-0640-A4FB-8433BEA2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4" name="Freeform 1022">
              <a:extLst>
                <a:ext uri="{FF2B5EF4-FFF2-40B4-BE49-F238E27FC236}">
                  <a16:creationId xmlns:a16="http://schemas.microsoft.com/office/drawing/2014/main" id="{C685E858-73F6-304D-A9B2-FB408EAEA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5" name="Freeform 1023">
              <a:extLst>
                <a:ext uri="{FF2B5EF4-FFF2-40B4-BE49-F238E27FC236}">
                  <a16:creationId xmlns:a16="http://schemas.microsoft.com/office/drawing/2014/main" id="{AF64C085-2E7B-BA45-A92C-0400AAF3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6" name="Freeform 1024">
              <a:extLst>
                <a:ext uri="{FF2B5EF4-FFF2-40B4-BE49-F238E27FC236}">
                  <a16:creationId xmlns:a16="http://schemas.microsoft.com/office/drawing/2014/main" id="{CBE1239C-4F2E-ED4C-BD21-40993AE6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7" name="Freeform 1025">
              <a:extLst>
                <a:ext uri="{FF2B5EF4-FFF2-40B4-BE49-F238E27FC236}">
                  <a16:creationId xmlns:a16="http://schemas.microsoft.com/office/drawing/2014/main" id="{32E401E2-9C9D-1C41-A94E-50F270E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8" name="Freeform 1026">
              <a:extLst>
                <a:ext uri="{FF2B5EF4-FFF2-40B4-BE49-F238E27FC236}">
                  <a16:creationId xmlns:a16="http://schemas.microsoft.com/office/drawing/2014/main" id="{FA157A51-7F18-4F4D-8C83-BFAD67826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9" name="Group 1027">
              <a:extLst>
                <a:ext uri="{FF2B5EF4-FFF2-40B4-BE49-F238E27FC236}">
                  <a16:creationId xmlns:a16="http://schemas.microsoft.com/office/drawing/2014/main" id="{696F2347-1565-6441-8C1A-437A9DAA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66" name="Freeform 1028">
                <a:extLst>
                  <a:ext uri="{FF2B5EF4-FFF2-40B4-BE49-F238E27FC236}">
                    <a16:creationId xmlns:a16="http://schemas.microsoft.com/office/drawing/2014/main" id="{D047B827-4325-2047-B189-266567FE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7" name="Freeform 1029">
                <a:extLst>
                  <a:ext uri="{FF2B5EF4-FFF2-40B4-BE49-F238E27FC236}">
                    <a16:creationId xmlns:a16="http://schemas.microsoft.com/office/drawing/2014/main" id="{C962B1E0-9734-1845-B0BC-530A5D7EA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8" name="Freeform 1030">
                <a:extLst>
                  <a:ext uri="{FF2B5EF4-FFF2-40B4-BE49-F238E27FC236}">
                    <a16:creationId xmlns:a16="http://schemas.microsoft.com/office/drawing/2014/main" id="{66CDACE3-49D2-1547-B61E-6E0D19A09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9" name="Freeform 1031">
                <a:extLst>
                  <a:ext uri="{FF2B5EF4-FFF2-40B4-BE49-F238E27FC236}">
                    <a16:creationId xmlns:a16="http://schemas.microsoft.com/office/drawing/2014/main" id="{9744E38D-B189-994A-AC39-2221D16C2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0" name="Freeform 1032">
                <a:extLst>
                  <a:ext uri="{FF2B5EF4-FFF2-40B4-BE49-F238E27FC236}">
                    <a16:creationId xmlns:a16="http://schemas.microsoft.com/office/drawing/2014/main" id="{536855A1-ABB1-9446-A60A-574798C22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1" name="Freeform 1033">
                <a:extLst>
                  <a:ext uri="{FF2B5EF4-FFF2-40B4-BE49-F238E27FC236}">
                    <a16:creationId xmlns:a16="http://schemas.microsoft.com/office/drawing/2014/main" id="{793FB7DB-D4F3-C047-AB19-96865066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0" name="Freeform 1034">
              <a:extLst>
                <a:ext uri="{FF2B5EF4-FFF2-40B4-BE49-F238E27FC236}">
                  <a16:creationId xmlns:a16="http://schemas.microsoft.com/office/drawing/2014/main" id="{74F1A127-BD96-664E-BA7B-8AB571743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1" name="Freeform 1035">
              <a:extLst>
                <a:ext uri="{FF2B5EF4-FFF2-40B4-BE49-F238E27FC236}">
                  <a16:creationId xmlns:a16="http://schemas.microsoft.com/office/drawing/2014/main" id="{B1230F45-F5FF-0841-8D9E-3024466B4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2" name="Freeform 1036">
              <a:extLst>
                <a:ext uri="{FF2B5EF4-FFF2-40B4-BE49-F238E27FC236}">
                  <a16:creationId xmlns:a16="http://schemas.microsoft.com/office/drawing/2014/main" id="{BC7097AC-B904-3748-8E04-91D93864F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Freeform 1037">
              <a:extLst>
                <a:ext uri="{FF2B5EF4-FFF2-40B4-BE49-F238E27FC236}">
                  <a16:creationId xmlns:a16="http://schemas.microsoft.com/office/drawing/2014/main" id="{742F7A0F-19C5-814E-8FBF-4B77A3DF6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4" name="Freeform 1038">
              <a:extLst>
                <a:ext uri="{FF2B5EF4-FFF2-40B4-BE49-F238E27FC236}">
                  <a16:creationId xmlns:a16="http://schemas.microsoft.com/office/drawing/2014/main" id="{F08DCC14-2A10-224A-9BDF-59347D32E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1039">
              <a:extLst>
                <a:ext uri="{FF2B5EF4-FFF2-40B4-BE49-F238E27FC236}">
                  <a16:creationId xmlns:a16="http://schemas.microsoft.com/office/drawing/2014/main" id="{A6403359-33F6-1F41-9B14-D46854C777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25" name="Group 44">
            <a:extLst>
              <a:ext uri="{FF2B5EF4-FFF2-40B4-BE49-F238E27FC236}">
                <a16:creationId xmlns:a16="http://schemas.microsoft.com/office/drawing/2014/main" id="{7D080CBD-9770-0F45-BF83-E0C84073A156}"/>
              </a:ext>
            </a:extLst>
          </p:cNvPr>
          <p:cNvGrpSpPr>
            <a:grpSpLocks/>
          </p:cNvGrpSpPr>
          <p:nvPr/>
        </p:nvGrpSpPr>
        <p:grpSpPr bwMode="auto"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1326" name="Group 45">
              <a:extLst>
                <a:ext uri="{FF2B5EF4-FFF2-40B4-BE49-F238E27FC236}">
                  <a16:creationId xmlns:a16="http://schemas.microsoft.com/office/drawing/2014/main" id="{7590256B-9C4F-0C4E-9BC9-B6D369E67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328" name="Rectangle 46">
                <a:extLst>
                  <a:ext uri="{FF2B5EF4-FFF2-40B4-BE49-F238E27FC236}">
                    <a16:creationId xmlns:a16="http://schemas.microsoft.com/office/drawing/2014/main" id="{0A2ACA70-A173-A945-A6CE-F1BA1D552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29" name="Text Box 47">
                <a:extLst>
                  <a:ext uri="{FF2B5EF4-FFF2-40B4-BE49-F238E27FC236}">
                    <a16:creationId xmlns:a16="http://schemas.microsoft.com/office/drawing/2014/main" id="{C6594267-3465-984D-9173-0264280355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sp>
          <p:nvSpPr>
            <p:cNvPr id="1327" name="AutoShape 48">
              <a:extLst>
                <a:ext uri="{FF2B5EF4-FFF2-40B4-BE49-F238E27FC236}">
                  <a16:creationId xmlns:a16="http://schemas.microsoft.com/office/drawing/2014/main" id="{318DC197-ADA3-8D40-B2D1-6A3B69CE6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1330" name="Rectangle 49">
            <a:extLst>
              <a:ext uri="{FF2B5EF4-FFF2-40B4-BE49-F238E27FC236}">
                <a16:creationId xmlns:a16="http://schemas.microsoft.com/office/drawing/2014/main" id="{99FA9281-64A1-3C45-962E-4C46EDCF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request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sent into TCP socket</a:t>
            </a:r>
          </a:p>
        </p:txBody>
      </p:sp>
      <p:sp>
        <p:nvSpPr>
          <p:cNvPr id="1331" name="Rectangle 50">
            <a:extLst>
              <a:ext uri="{FF2B5EF4-FFF2-40B4-BE49-F238E27FC236}">
                <a16:creationId xmlns:a16="http://schemas.microsoft.com/office/drawing/2014/main" id="{AA08BDAE-F57E-5E40-9927-D2F1F761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request routed to www.google.com</a:t>
            </a:r>
          </a:p>
        </p:txBody>
      </p:sp>
      <p:sp>
        <p:nvSpPr>
          <p:cNvPr id="1332" name="Rectangle 51">
            <a:extLst>
              <a:ext uri="{FF2B5EF4-FFF2-40B4-BE49-F238E27FC236}">
                <a16:creationId xmlns:a16="http://schemas.microsoft.com/office/drawing/2014/main" id="{266F9D11-DB8B-9746-BCB5-3E289605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IP datagram containing HTTP reply routed back to client</a:t>
            </a:r>
          </a:p>
        </p:txBody>
      </p:sp>
      <p:sp>
        <p:nvSpPr>
          <p:cNvPr id="1335" name="Rectangle 229">
            <a:extLst>
              <a:ext uri="{FF2B5EF4-FFF2-40B4-BE49-F238E27FC236}">
                <a16:creationId xmlns:a16="http://schemas.microsoft.com/office/drawing/2014/main" id="{C5EC8EF9-6B00-CE43-96D3-46334FDB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web server responds with </a:t>
            </a:r>
            <a:r>
              <a:rPr lang="en-US" sz="2800" dirty="0">
                <a:solidFill>
                  <a:srgbClr val="C00000"/>
                </a:solidFill>
                <a:ea typeface="ＭＳ Ｐゴシック" charset="0"/>
              </a:rPr>
              <a:t>HTTP reply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(containing web page)</a:t>
            </a:r>
          </a:p>
        </p:txBody>
      </p:sp>
      <p:grpSp>
        <p:nvGrpSpPr>
          <p:cNvPr id="1336" name="Group 357">
            <a:extLst>
              <a:ext uri="{FF2B5EF4-FFF2-40B4-BE49-F238E27FC236}">
                <a16:creationId xmlns:a16="http://schemas.microsoft.com/office/drawing/2014/main" id="{498FC3B9-C849-D046-93C0-E903FF687CA1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1337" name="Group 230">
              <a:extLst>
                <a:ext uri="{FF2B5EF4-FFF2-40B4-BE49-F238E27FC236}">
                  <a16:creationId xmlns:a16="http://schemas.microsoft.com/office/drawing/2014/main" id="{211485D0-CF18-8243-B23E-3DF2FE018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1363" name="Group 231">
                <a:extLst>
                  <a:ext uri="{FF2B5EF4-FFF2-40B4-BE49-F238E27FC236}">
                    <a16:creationId xmlns:a16="http://schemas.microsoft.com/office/drawing/2014/main" id="{60D840E1-BAA7-6747-854D-AC0EC30943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366" name="Rectangle 232">
                  <a:extLst>
                    <a:ext uri="{FF2B5EF4-FFF2-40B4-BE49-F238E27FC236}">
                      <a16:creationId xmlns:a16="http://schemas.microsoft.com/office/drawing/2014/main" id="{F6DEB09B-85EA-8A4F-B600-C0A42D5F1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7" name="Text Box 233">
                  <a:extLst>
                    <a:ext uri="{FF2B5EF4-FFF2-40B4-BE49-F238E27FC236}">
                      <a16:creationId xmlns:a16="http://schemas.microsoft.com/office/drawing/2014/main" id="{6BB9D797-F7E1-EE4F-9126-32E8EE8549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364" name="Rectangle 234">
                <a:extLst>
                  <a:ext uri="{FF2B5EF4-FFF2-40B4-BE49-F238E27FC236}">
                    <a16:creationId xmlns:a16="http://schemas.microsoft.com/office/drawing/2014/main" id="{0133C8DE-62B1-B14A-8153-6B446DA19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65" name="Rectangle 235">
                <a:extLst>
                  <a:ext uri="{FF2B5EF4-FFF2-40B4-BE49-F238E27FC236}">
                    <a16:creationId xmlns:a16="http://schemas.microsoft.com/office/drawing/2014/main" id="{35F0D385-1891-B544-83AB-60FBCA31A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38" name="Group 236">
              <a:extLst>
                <a:ext uri="{FF2B5EF4-FFF2-40B4-BE49-F238E27FC236}">
                  <a16:creationId xmlns:a16="http://schemas.microsoft.com/office/drawing/2014/main" id="{D35C09D2-55E4-1E46-A8DD-4F7F9A32BB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1357" name="Group 237">
                <a:extLst>
                  <a:ext uri="{FF2B5EF4-FFF2-40B4-BE49-F238E27FC236}">
                    <a16:creationId xmlns:a16="http://schemas.microsoft.com/office/drawing/2014/main" id="{8568F975-82C6-A245-BE57-C6B8341A2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361" name="Rectangle 238">
                  <a:extLst>
                    <a:ext uri="{FF2B5EF4-FFF2-40B4-BE49-F238E27FC236}">
                      <a16:creationId xmlns:a16="http://schemas.microsoft.com/office/drawing/2014/main" id="{95728DE9-470A-9F4E-82B4-F58E4FC88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2" name="Text Box 239">
                  <a:extLst>
                    <a:ext uri="{FF2B5EF4-FFF2-40B4-BE49-F238E27FC236}">
                      <a16:creationId xmlns:a16="http://schemas.microsoft.com/office/drawing/2014/main" id="{6497CDFB-8416-6643-AC3B-D3BAAE9565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358" name="Group 240">
                <a:extLst>
                  <a:ext uri="{FF2B5EF4-FFF2-40B4-BE49-F238E27FC236}">
                    <a16:creationId xmlns:a16="http://schemas.microsoft.com/office/drawing/2014/main" id="{BC9BDF36-2BB9-284A-9094-CEABBD97B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359" name="Rectangle 241">
                  <a:extLst>
                    <a:ext uri="{FF2B5EF4-FFF2-40B4-BE49-F238E27FC236}">
                      <a16:creationId xmlns:a16="http://schemas.microsoft.com/office/drawing/2014/main" id="{015762AE-9D71-7F43-AB3C-5771B544E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60" name="Rectangle 242">
                  <a:extLst>
                    <a:ext uri="{FF2B5EF4-FFF2-40B4-BE49-F238E27FC236}">
                      <a16:creationId xmlns:a16="http://schemas.microsoft.com/office/drawing/2014/main" id="{BB45A8C1-A77B-CF46-87CA-131561CF2E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39" name="Group 243">
              <a:extLst>
                <a:ext uri="{FF2B5EF4-FFF2-40B4-BE49-F238E27FC236}">
                  <a16:creationId xmlns:a16="http://schemas.microsoft.com/office/drawing/2014/main" id="{1C89D901-01BF-A841-BD93-150D9FBDE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55" name="Rectangle 244">
                <a:extLst>
                  <a:ext uri="{FF2B5EF4-FFF2-40B4-BE49-F238E27FC236}">
                    <a16:creationId xmlns:a16="http://schemas.microsoft.com/office/drawing/2014/main" id="{DDCC2DC4-37D5-AD43-AD6B-0CDC2F621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56" name="Rectangle 245">
                <a:extLst>
                  <a:ext uri="{FF2B5EF4-FFF2-40B4-BE49-F238E27FC236}">
                    <a16:creationId xmlns:a16="http://schemas.microsoft.com/office/drawing/2014/main" id="{A9608D03-34B6-A04D-9860-20DD5F48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340" name="Group 246">
              <a:extLst>
                <a:ext uri="{FF2B5EF4-FFF2-40B4-BE49-F238E27FC236}">
                  <a16:creationId xmlns:a16="http://schemas.microsoft.com/office/drawing/2014/main" id="{16BA17B6-D2AB-8E47-B2F9-3F2DED5ABB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1342" name="Group 247">
                <a:extLst>
                  <a:ext uri="{FF2B5EF4-FFF2-40B4-BE49-F238E27FC236}">
                    <a16:creationId xmlns:a16="http://schemas.microsoft.com/office/drawing/2014/main" id="{C160BE36-EC02-D940-9D1D-9591143A06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1346" name="Group 248">
                  <a:extLst>
                    <a:ext uri="{FF2B5EF4-FFF2-40B4-BE49-F238E27FC236}">
                      <a16:creationId xmlns:a16="http://schemas.microsoft.com/office/drawing/2014/main" id="{283F0D02-4B90-6143-8184-A9DB804018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349" name="Group 249">
                    <a:extLst>
                      <a:ext uri="{FF2B5EF4-FFF2-40B4-BE49-F238E27FC236}">
                        <a16:creationId xmlns:a16="http://schemas.microsoft.com/office/drawing/2014/main" id="{67049BBA-983F-3D41-8E5A-CD1393902B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353" name="Rectangle 250">
                      <a:extLst>
                        <a:ext uri="{FF2B5EF4-FFF2-40B4-BE49-F238E27FC236}">
                          <a16:creationId xmlns:a16="http://schemas.microsoft.com/office/drawing/2014/main" id="{68B3C2DF-C8E3-124D-BFEC-8D6B75EA47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4" name="Text Box 251">
                      <a:extLst>
                        <a:ext uri="{FF2B5EF4-FFF2-40B4-BE49-F238E27FC236}">
                          <a16:creationId xmlns:a16="http://schemas.microsoft.com/office/drawing/2014/main" id="{7C7E334C-58E7-9A43-AE59-87AF2FEDF35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350" name="Group 252">
                    <a:extLst>
                      <a:ext uri="{FF2B5EF4-FFF2-40B4-BE49-F238E27FC236}">
                        <a16:creationId xmlns:a16="http://schemas.microsoft.com/office/drawing/2014/main" id="{8F9FBDEA-818E-9640-98FC-B4BED7F480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351" name="Rectangle 253">
                      <a:extLst>
                        <a:ext uri="{FF2B5EF4-FFF2-40B4-BE49-F238E27FC236}">
                          <a16:creationId xmlns:a16="http://schemas.microsoft.com/office/drawing/2014/main" id="{6A64B999-D129-854E-B639-2BFA092804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352" name="Rectangle 254">
                      <a:extLst>
                        <a:ext uri="{FF2B5EF4-FFF2-40B4-BE49-F238E27FC236}">
                          <a16:creationId xmlns:a16="http://schemas.microsoft.com/office/drawing/2014/main" id="{F4C7C486-565F-8C44-97CC-F98A59FD7EF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347" name="Rectangle 255">
                  <a:extLst>
                    <a:ext uri="{FF2B5EF4-FFF2-40B4-BE49-F238E27FC236}">
                      <a16:creationId xmlns:a16="http://schemas.microsoft.com/office/drawing/2014/main" id="{4557EB11-2CE1-A94C-A3B8-AC3F6671A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48" name="Rectangle 256">
                  <a:extLst>
                    <a:ext uri="{FF2B5EF4-FFF2-40B4-BE49-F238E27FC236}">
                      <a16:creationId xmlns:a16="http://schemas.microsoft.com/office/drawing/2014/main" id="{06C978F1-F28F-B246-B76C-56C2AE79D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343" name="Rectangle 257">
                <a:extLst>
                  <a:ext uri="{FF2B5EF4-FFF2-40B4-BE49-F238E27FC236}">
                    <a16:creationId xmlns:a16="http://schemas.microsoft.com/office/drawing/2014/main" id="{72D59FC1-58FA-6140-A61A-9A23AED6B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4" name="Rectangle 258">
                <a:extLst>
                  <a:ext uri="{FF2B5EF4-FFF2-40B4-BE49-F238E27FC236}">
                    <a16:creationId xmlns:a16="http://schemas.microsoft.com/office/drawing/2014/main" id="{DD90E8AF-5786-D844-9163-A5312426F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45" name="Rectangle 259">
                <a:extLst>
                  <a:ext uri="{FF2B5EF4-FFF2-40B4-BE49-F238E27FC236}">
                    <a16:creationId xmlns:a16="http://schemas.microsoft.com/office/drawing/2014/main" id="{F29D8D75-D4E7-BC40-B894-F7552FDC1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41" name="AutoShape 356">
              <a:extLst>
                <a:ext uri="{FF2B5EF4-FFF2-40B4-BE49-F238E27FC236}">
                  <a16:creationId xmlns:a16="http://schemas.microsoft.com/office/drawing/2014/main" id="{821D161B-1E7C-EE45-B496-924C0605B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68" name="Group 389">
            <a:extLst>
              <a:ext uri="{FF2B5EF4-FFF2-40B4-BE49-F238E27FC236}">
                <a16:creationId xmlns:a16="http://schemas.microsoft.com/office/drawing/2014/main" id="{5FF729A6-CAC3-2349-9B60-CAA70F09B9AD}"/>
              </a:ext>
            </a:extLst>
          </p:cNvPr>
          <p:cNvGrpSpPr>
            <a:grpSpLocks/>
          </p:cNvGrpSpPr>
          <p:nvPr/>
        </p:nvGrpSpPr>
        <p:grpSpPr bwMode="auto"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1369" name="Rectangle 388">
              <a:extLst>
                <a:ext uri="{FF2B5EF4-FFF2-40B4-BE49-F238E27FC236}">
                  <a16:creationId xmlns:a16="http://schemas.microsoft.com/office/drawing/2014/main" id="{E399C489-E20D-234E-A19C-FF79E5C6C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370" name="Group 376">
              <a:extLst>
                <a:ext uri="{FF2B5EF4-FFF2-40B4-BE49-F238E27FC236}">
                  <a16:creationId xmlns:a16="http://schemas.microsoft.com/office/drawing/2014/main" id="{8BFB1694-C915-7847-9185-7CD60899D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1373" name="Group 377">
                <a:extLst>
                  <a:ext uri="{FF2B5EF4-FFF2-40B4-BE49-F238E27FC236}">
                    <a16:creationId xmlns:a16="http://schemas.microsoft.com/office/drawing/2014/main" id="{361FD504-1404-A149-B3B0-047E46A73E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376" name="Group 378">
                  <a:extLst>
                    <a:ext uri="{FF2B5EF4-FFF2-40B4-BE49-F238E27FC236}">
                      <a16:creationId xmlns:a16="http://schemas.microsoft.com/office/drawing/2014/main" id="{AAC045A9-76D6-2F49-8E91-19BB1CDAA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380" name="Rectangle 379">
                    <a:extLst>
                      <a:ext uri="{FF2B5EF4-FFF2-40B4-BE49-F238E27FC236}">
                        <a16:creationId xmlns:a16="http://schemas.microsoft.com/office/drawing/2014/main" id="{9D5B8A86-4BAE-264F-8BFD-27D84CC4E3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81" name="Text Box 380">
                    <a:extLst>
                      <a:ext uri="{FF2B5EF4-FFF2-40B4-BE49-F238E27FC236}">
                        <a16:creationId xmlns:a16="http://schemas.microsoft.com/office/drawing/2014/main" id="{D060CE99-A218-C244-9EC4-755E76B54F1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377" name="Group 381">
                  <a:extLst>
                    <a:ext uri="{FF2B5EF4-FFF2-40B4-BE49-F238E27FC236}">
                      <a16:creationId xmlns:a16="http://schemas.microsoft.com/office/drawing/2014/main" id="{4756CFF7-7124-2C43-BF13-A00B2EDF51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378" name="Rectangle 382">
                    <a:extLst>
                      <a:ext uri="{FF2B5EF4-FFF2-40B4-BE49-F238E27FC236}">
                        <a16:creationId xmlns:a16="http://schemas.microsoft.com/office/drawing/2014/main" id="{241A9728-0FEA-4540-A0EA-B61A59FBD9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79" name="Rectangle 383">
                    <a:extLst>
                      <a:ext uri="{FF2B5EF4-FFF2-40B4-BE49-F238E27FC236}">
                        <a16:creationId xmlns:a16="http://schemas.microsoft.com/office/drawing/2014/main" id="{D78C14E3-D995-1340-ADB9-4D5A5327F9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374" name="Rectangle 384">
                <a:extLst>
                  <a:ext uri="{FF2B5EF4-FFF2-40B4-BE49-F238E27FC236}">
                    <a16:creationId xmlns:a16="http://schemas.microsoft.com/office/drawing/2014/main" id="{3002B227-5C5A-C245-A8B9-F5EEF9AAD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75" name="Rectangle 385">
                <a:extLst>
                  <a:ext uri="{FF2B5EF4-FFF2-40B4-BE49-F238E27FC236}">
                    <a16:creationId xmlns:a16="http://schemas.microsoft.com/office/drawing/2014/main" id="{79FACD39-A2D2-2E45-AC4A-B5B1F0B517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371" name="Rectangle 386">
              <a:extLst>
                <a:ext uri="{FF2B5EF4-FFF2-40B4-BE49-F238E27FC236}">
                  <a16:creationId xmlns:a16="http://schemas.microsoft.com/office/drawing/2014/main" id="{7D8F1886-A84D-7341-AA77-305A7845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72" name="Rectangle 387">
              <a:extLst>
                <a:ext uri="{FF2B5EF4-FFF2-40B4-BE49-F238E27FC236}">
                  <a16:creationId xmlns:a16="http://schemas.microsoft.com/office/drawing/2014/main" id="{CE065416-38D0-E342-B700-A10B7D7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82" name="Group 391">
            <a:extLst>
              <a:ext uri="{FF2B5EF4-FFF2-40B4-BE49-F238E27FC236}">
                <a16:creationId xmlns:a16="http://schemas.microsoft.com/office/drawing/2014/main" id="{1D3A8E6C-9163-1E40-91B0-9B85B7BC2F78}"/>
              </a:ext>
            </a:extLst>
          </p:cNvPr>
          <p:cNvGrpSpPr>
            <a:grpSpLocks/>
          </p:cNvGrpSpPr>
          <p:nvPr/>
        </p:nvGrpSpPr>
        <p:grpSpPr bwMode="auto"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1383" name="Group 392">
              <a:extLst>
                <a:ext uri="{FF2B5EF4-FFF2-40B4-BE49-F238E27FC236}">
                  <a16:creationId xmlns:a16="http://schemas.microsoft.com/office/drawing/2014/main" id="{A674A9D4-6F7C-B94A-9520-EAA53D16D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1387" name="Group 393">
                <a:extLst>
                  <a:ext uri="{FF2B5EF4-FFF2-40B4-BE49-F238E27FC236}">
                    <a16:creationId xmlns:a16="http://schemas.microsoft.com/office/drawing/2014/main" id="{ECA31A49-36D5-D046-A36F-1F01D82268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1412" name="Group 394">
                  <a:extLst>
                    <a:ext uri="{FF2B5EF4-FFF2-40B4-BE49-F238E27FC236}">
                      <a16:creationId xmlns:a16="http://schemas.microsoft.com/office/drawing/2014/main" id="{4D848505-175F-5146-A9DC-10D8133D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1415" name="Rectangle 395">
                    <a:extLst>
                      <a:ext uri="{FF2B5EF4-FFF2-40B4-BE49-F238E27FC236}">
                        <a16:creationId xmlns:a16="http://schemas.microsoft.com/office/drawing/2014/main" id="{1B7B2BFE-FCCC-0443-9DE6-4C9F521507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6" name="Text Box 396">
                    <a:extLst>
                      <a:ext uri="{FF2B5EF4-FFF2-40B4-BE49-F238E27FC236}">
                        <a16:creationId xmlns:a16="http://schemas.microsoft.com/office/drawing/2014/main" id="{5EBE232F-06DA-C84A-B28A-9D91E0CB5E5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sp>
              <p:nvSpPr>
                <p:cNvPr id="1413" name="Rectangle 397">
                  <a:extLst>
                    <a:ext uri="{FF2B5EF4-FFF2-40B4-BE49-F238E27FC236}">
                      <a16:creationId xmlns:a16="http://schemas.microsoft.com/office/drawing/2014/main" id="{3165F2EA-E309-9D44-B809-074990ED4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14" name="Rectangle 398">
                  <a:extLst>
                    <a:ext uri="{FF2B5EF4-FFF2-40B4-BE49-F238E27FC236}">
                      <a16:creationId xmlns:a16="http://schemas.microsoft.com/office/drawing/2014/main" id="{347F2916-D218-544D-BCF9-22D27D084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88" name="Group 399">
                <a:extLst>
                  <a:ext uri="{FF2B5EF4-FFF2-40B4-BE49-F238E27FC236}">
                    <a16:creationId xmlns:a16="http://schemas.microsoft.com/office/drawing/2014/main" id="{F06582F6-491B-3C4A-9DBF-38DAE177E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1406" name="Group 400">
                  <a:extLst>
                    <a:ext uri="{FF2B5EF4-FFF2-40B4-BE49-F238E27FC236}">
                      <a16:creationId xmlns:a16="http://schemas.microsoft.com/office/drawing/2014/main" id="{2B3331E0-1512-1948-88F6-2A59A45EE2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10" name="Rectangle 401">
                    <a:extLst>
                      <a:ext uri="{FF2B5EF4-FFF2-40B4-BE49-F238E27FC236}">
                        <a16:creationId xmlns:a16="http://schemas.microsoft.com/office/drawing/2014/main" id="{6CB9829F-BDFE-534D-A81C-6B9032869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11" name="Text Box 402">
                    <a:extLst>
                      <a:ext uri="{FF2B5EF4-FFF2-40B4-BE49-F238E27FC236}">
                        <a16:creationId xmlns:a16="http://schemas.microsoft.com/office/drawing/2014/main" id="{BF046B08-009C-B54A-845D-3EA97CF8A40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07" name="Group 403">
                  <a:extLst>
                    <a:ext uri="{FF2B5EF4-FFF2-40B4-BE49-F238E27FC236}">
                      <a16:creationId xmlns:a16="http://schemas.microsoft.com/office/drawing/2014/main" id="{14C1AB36-B354-F748-BB41-D28297A570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8" name="Rectangle 404">
                    <a:extLst>
                      <a:ext uri="{FF2B5EF4-FFF2-40B4-BE49-F238E27FC236}">
                        <a16:creationId xmlns:a16="http://schemas.microsoft.com/office/drawing/2014/main" id="{92BCB4D4-EE6B-3A4F-90D1-058BD26F82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09" name="Rectangle 405">
                    <a:extLst>
                      <a:ext uri="{FF2B5EF4-FFF2-40B4-BE49-F238E27FC236}">
                        <a16:creationId xmlns:a16="http://schemas.microsoft.com/office/drawing/2014/main" id="{9DE8286C-561B-0248-8949-7BED3AE934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389" name="Group 406">
                <a:extLst>
                  <a:ext uri="{FF2B5EF4-FFF2-40B4-BE49-F238E27FC236}">
                    <a16:creationId xmlns:a16="http://schemas.microsoft.com/office/drawing/2014/main" id="{8DE10AE3-BBFE-BE40-96BF-7BE290E4E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404" name="Rectangle 407">
                  <a:extLst>
                    <a:ext uri="{FF2B5EF4-FFF2-40B4-BE49-F238E27FC236}">
                      <a16:creationId xmlns:a16="http://schemas.microsoft.com/office/drawing/2014/main" id="{398CBED0-24D0-4848-B4EC-C60335559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05" name="Rectangle 408">
                  <a:extLst>
                    <a:ext uri="{FF2B5EF4-FFF2-40B4-BE49-F238E27FC236}">
                      <a16:creationId xmlns:a16="http://schemas.microsoft.com/office/drawing/2014/main" id="{F397ABF4-0C69-5B41-89DC-2D08E00F3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390" name="Group 409">
                <a:extLst>
                  <a:ext uri="{FF2B5EF4-FFF2-40B4-BE49-F238E27FC236}">
                    <a16:creationId xmlns:a16="http://schemas.microsoft.com/office/drawing/2014/main" id="{819ED642-BF66-A94A-97DC-306DF96BB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1391" name="Group 410">
                  <a:extLst>
                    <a:ext uri="{FF2B5EF4-FFF2-40B4-BE49-F238E27FC236}">
                      <a16:creationId xmlns:a16="http://schemas.microsoft.com/office/drawing/2014/main" id="{27961D25-0616-CA42-9129-0E007FA92F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1395" name="Group 411">
                    <a:extLst>
                      <a:ext uri="{FF2B5EF4-FFF2-40B4-BE49-F238E27FC236}">
                        <a16:creationId xmlns:a16="http://schemas.microsoft.com/office/drawing/2014/main" id="{88AB7FD9-A804-4E47-8E9D-B9E88C6B03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1398" name="Group 412">
                      <a:extLst>
                        <a:ext uri="{FF2B5EF4-FFF2-40B4-BE49-F238E27FC236}">
                          <a16:creationId xmlns:a16="http://schemas.microsoft.com/office/drawing/2014/main" id="{D14E5602-12F4-B74A-8804-5BC51007E9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1402" name="Rectangle 413">
                        <a:extLst>
                          <a:ext uri="{FF2B5EF4-FFF2-40B4-BE49-F238E27FC236}">
                            <a16:creationId xmlns:a16="http://schemas.microsoft.com/office/drawing/2014/main" id="{1538BE46-64CA-5D4A-8631-B40DF60A87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3" name="Text Box 414">
                        <a:extLst>
                          <a:ext uri="{FF2B5EF4-FFF2-40B4-BE49-F238E27FC236}">
                            <a16:creationId xmlns:a16="http://schemas.microsoft.com/office/drawing/2014/main" id="{98BC5D4F-31BF-2A4D-8E15-113129FDE3D3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charset="0"/>
                            <a:ea typeface="ＭＳ Ｐゴシック" charset="0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1399" name="Group 415">
                      <a:extLst>
                        <a:ext uri="{FF2B5EF4-FFF2-40B4-BE49-F238E27FC236}">
                          <a16:creationId xmlns:a16="http://schemas.microsoft.com/office/drawing/2014/main" id="{F8E7AA7B-7457-2048-A1CB-FCD0F323A5A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00" name="Rectangle 416">
                        <a:extLst>
                          <a:ext uri="{FF2B5EF4-FFF2-40B4-BE49-F238E27FC236}">
                            <a16:creationId xmlns:a16="http://schemas.microsoft.com/office/drawing/2014/main" id="{9A530D9A-28C0-DA45-B8C2-416245B6065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  <p:sp>
                    <p:nvSpPr>
                      <p:cNvPr id="1401" name="Rectangle 417">
                        <a:extLst>
                          <a:ext uri="{FF2B5EF4-FFF2-40B4-BE49-F238E27FC236}">
                            <a16:creationId xmlns:a16="http://schemas.microsoft.com/office/drawing/2014/main" id="{E8D004B1-9E38-DB47-9093-6438F10B136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endParaRPr>
                      </a:p>
                    </p:txBody>
                  </p:sp>
                </p:grpSp>
              </p:grpSp>
              <p:sp>
                <p:nvSpPr>
                  <p:cNvPr id="1396" name="Rectangle 418">
                    <a:extLst>
                      <a:ext uri="{FF2B5EF4-FFF2-40B4-BE49-F238E27FC236}">
                        <a16:creationId xmlns:a16="http://schemas.microsoft.com/office/drawing/2014/main" id="{51FC546D-DB83-D444-A1E1-5B29F5568A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397" name="Rectangle 419">
                    <a:extLst>
                      <a:ext uri="{FF2B5EF4-FFF2-40B4-BE49-F238E27FC236}">
                        <a16:creationId xmlns:a16="http://schemas.microsoft.com/office/drawing/2014/main" id="{1EE5FD5E-781E-E945-A579-35AC91704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1392" name="Rectangle 420">
                  <a:extLst>
                    <a:ext uri="{FF2B5EF4-FFF2-40B4-BE49-F238E27FC236}">
                      <a16:creationId xmlns:a16="http://schemas.microsoft.com/office/drawing/2014/main" id="{CC7E642E-916D-4741-8C6E-2D74E8F4E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3" name="Rectangle 421">
                  <a:extLst>
                    <a:ext uri="{FF2B5EF4-FFF2-40B4-BE49-F238E27FC236}">
                      <a16:creationId xmlns:a16="http://schemas.microsoft.com/office/drawing/2014/main" id="{3CD93751-BB57-E447-9D5E-3A454DEA4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394" name="Rectangle 422">
                  <a:extLst>
                    <a:ext uri="{FF2B5EF4-FFF2-40B4-BE49-F238E27FC236}">
                      <a16:creationId xmlns:a16="http://schemas.microsoft.com/office/drawing/2014/main" id="{9BFC2B4B-48CE-FA4B-944F-9260DEDC6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384" name="Group 423">
              <a:extLst>
                <a:ext uri="{FF2B5EF4-FFF2-40B4-BE49-F238E27FC236}">
                  <a16:creationId xmlns:a16="http://schemas.microsoft.com/office/drawing/2014/main" id="{56B3D7BE-60AE-B744-BD7F-65431AF8A6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1385" name="Rectangle 424">
                <a:extLst>
                  <a:ext uri="{FF2B5EF4-FFF2-40B4-BE49-F238E27FC236}">
                    <a16:creationId xmlns:a16="http://schemas.microsoft.com/office/drawing/2014/main" id="{078E811A-5E74-2C43-9551-F7CA4814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86" name="Text Box 425">
                <a:extLst>
                  <a:ext uri="{FF2B5EF4-FFF2-40B4-BE49-F238E27FC236}">
                    <a16:creationId xmlns:a16="http://schemas.microsoft.com/office/drawing/2014/main" id="{C98D3C61-0CBD-0E48-9913-A3ACE809D1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</p:grpSp>
      <p:grpSp>
        <p:nvGrpSpPr>
          <p:cNvPr id="1417" name="Group 477">
            <a:extLst>
              <a:ext uri="{FF2B5EF4-FFF2-40B4-BE49-F238E27FC236}">
                <a16:creationId xmlns:a16="http://schemas.microsoft.com/office/drawing/2014/main" id="{211C3B45-DEF5-3748-8F2C-7B72A758CBEC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1418" name="Group 321">
              <a:extLst>
                <a:ext uri="{FF2B5EF4-FFF2-40B4-BE49-F238E27FC236}">
                  <a16:creationId xmlns:a16="http://schemas.microsoft.com/office/drawing/2014/main" id="{51DFE365-F84E-B542-A999-2F3E40E5D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1446" name="Group 322">
                <a:extLst>
                  <a:ext uri="{FF2B5EF4-FFF2-40B4-BE49-F238E27FC236}">
                    <a16:creationId xmlns:a16="http://schemas.microsoft.com/office/drawing/2014/main" id="{FF5F03F3-DB12-2D40-BC2F-D32AB1400F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449" name="Rectangle 323">
                  <a:extLst>
                    <a:ext uri="{FF2B5EF4-FFF2-40B4-BE49-F238E27FC236}">
                      <a16:creationId xmlns:a16="http://schemas.microsoft.com/office/drawing/2014/main" id="{A5F0BBB9-9229-8B40-9DA3-EC3C89CAD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50" name="Text Box 324">
                  <a:extLst>
                    <a:ext uri="{FF2B5EF4-FFF2-40B4-BE49-F238E27FC236}">
                      <a16:creationId xmlns:a16="http://schemas.microsoft.com/office/drawing/2014/main" id="{27765596-C3DB-9A4F-821F-F5B670F90A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sp>
            <p:nvSpPr>
              <p:cNvPr id="1447" name="Rectangle 325">
                <a:extLst>
                  <a:ext uri="{FF2B5EF4-FFF2-40B4-BE49-F238E27FC236}">
                    <a16:creationId xmlns:a16="http://schemas.microsoft.com/office/drawing/2014/main" id="{ADED085D-E105-DD45-9113-079F9044A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48" name="Rectangle 326">
                <a:extLst>
                  <a:ext uri="{FF2B5EF4-FFF2-40B4-BE49-F238E27FC236}">
                    <a16:creationId xmlns:a16="http://schemas.microsoft.com/office/drawing/2014/main" id="{A856D64F-FDE8-0541-901B-7521D7AA7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rgbClr val="00CC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19" name="Group 327">
              <a:extLst>
                <a:ext uri="{FF2B5EF4-FFF2-40B4-BE49-F238E27FC236}">
                  <a16:creationId xmlns:a16="http://schemas.microsoft.com/office/drawing/2014/main" id="{87D9BB31-BDC2-DB42-B051-33D199432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1440" name="Group 328">
                <a:extLst>
                  <a:ext uri="{FF2B5EF4-FFF2-40B4-BE49-F238E27FC236}">
                    <a16:creationId xmlns:a16="http://schemas.microsoft.com/office/drawing/2014/main" id="{834AC66A-2ADC-614D-AFB0-B60FCC706A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444" name="Rectangle 329">
                  <a:extLst>
                    <a:ext uri="{FF2B5EF4-FFF2-40B4-BE49-F238E27FC236}">
                      <a16:creationId xmlns:a16="http://schemas.microsoft.com/office/drawing/2014/main" id="{E68B387B-1AE2-364D-93EE-781BBE6CBB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5" name="Text Box 330">
                  <a:extLst>
                    <a:ext uri="{FF2B5EF4-FFF2-40B4-BE49-F238E27FC236}">
                      <a16:creationId xmlns:a16="http://schemas.microsoft.com/office/drawing/2014/main" id="{C35B73DB-836E-4544-A452-72E2DD434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HTTP</a:t>
                  </a:r>
                </a:p>
              </p:txBody>
            </p:sp>
          </p:grpSp>
          <p:grpSp>
            <p:nvGrpSpPr>
              <p:cNvPr id="1441" name="Group 331">
                <a:extLst>
                  <a:ext uri="{FF2B5EF4-FFF2-40B4-BE49-F238E27FC236}">
                    <a16:creationId xmlns:a16="http://schemas.microsoft.com/office/drawing/2014/main" id="{271D17BC-6EB1-CB4F-AC93-B1D6D5DB19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442" name="Rectangle 332">
                  <a:extLst>
                    <a:ext uri="{FF2B5EF4-FFF2-40B4-BE49-F238E27FC236}">
                      <a16:creationId xmlns:a16="http://schemas.microsoft.com/office/drawing/2014/main" id="{30B08293-1768-064C-B8D7-62AD59137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43" name="Rectangle 333">
                  <a:extLst>
                    <a:ext uri="{FF2B5EF4-FFF2-40B4-BE49-F238E27FC236}">
                      <a16:creationId xmlns:a16="http://schemas.microsoft.com/office/drawing/2014/main" id="{471AE46F-12CE-3E43-A551-BD371717F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420" name="Group 334">
              <a:extLst>
                <a:ext uri="{FF2B5EF4-FFF2-40B4-BE49-F238E27FC236}">
                  <a16:creationId xmlns:a16="http://schemas.microsoft.com/office/drawing/2014/main" id="{1826B60C-86D4-BF49-8F23-9B303D150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438" name="Rectangle 335">
                <a:extLst>
                  <a:ext uri="{FF2B5EF4-FFF2-40B4-BE49-F238E27FC236}">
                    <a16:creationId xmlns:a16="http://schemas.microsoft.com/office/drawing/2014/main" id="{43BF521B-C604-944A-8712-1E6D618DD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9" name="Rectangle 336">
                <a:extLst>
                  <a:ext uri="{FF2B5EF4-FFF2-40B4-BE49-F238E27FC236}">
                    <a16:creationId xmlns:a16="http://schemas.microsoft.com/office/drawing/2014/main" id="{5DD50717-750D-C440-911C-0F048BF11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21" name="Group 360">
              <a:extLst>
                <a:ext uri="{FF2B5EF4-FFF2-40B4-BE49-F238E27FC236}">
                  <a16:creationId xmlns:a16="http://schemas.microsoft.com/office/drawing/2014/main" id="{E57035F4-47DE-374E-88DF-0E40274A1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1436" name="Rectangle 361">
                <a:extLst>
                  <a:ext uri="{FF2B5EF4-FFF2-40B4-BE49-F238E27FC236}">
                    <a16:creationId xmlns:a16="http://schemas.microsoft.com/office/drawing/2014/main" id="{A4B5DAF7-F3AE-4E49-882A-B6B9DF794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37" name="Text Box 362">
                <a:extLst>
                  <a:ext uri="{FF2B5EF4-FFF2-40B4-BE49-F238E27FC236}">
                    <a16:creationId xmlns:a16="http://schemas.microsoft.com/office/drawing/2014/main" id="{A6FC6CE1-9969-BB45-B842-8352A46F9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HTTP</a:t>
                </a:r>
              </a:p>
            </p:txBody>
          </p:sp>
        </p:grpSp>
        <p:grpSp>
          <p:nvGrpSpPr>
            <p:cNvPr id="1422" name="Group 461">
              <a:extLst>
                <a:ext uri="{FF2B5EF4-FFF2-40B4-BE49-F238E27FC236}">
                  <a16:creationId xmlns:a16="http://schemas.microsoft.com/office/drawing/2014/main" id="{945F125E-4877-4C4F-B8B3-80B0B45580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1423" name="Rectangle 457">
                <a:extLst>
                  <a:ext uri="{FF2B5EF4-FFF2-40B4-BE49-F238E27FC236}">
                    <a16:creationId xmlns:a16="http://schemas.microsoft.com/office/drawing/2014/main" id="{96F48ABE-9A07-9745-8CD8-1838BDF3E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424" name="Group 445">
                <a:extLst>
                  <a:ext uri="{FF2B5EF4-FFF2-40B4-BE49-F238E27FC236}">
                    <a16:creationId xmlns:a16="http://schemas.microsoft.com/office/drawing/2014/main" id="{1AC9A35B-D88E-304C-8099-6944F5F11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1427" name="Group 446">
                  <a:extLst>
                    <a:ext uri="{FF2B5EF4-FFF2-40B4-BE49-F238E27FC236}">
                      <a16:creationId xmlns:a16="http://schemas.microsoft.com/office/drawing/2014/main" id="{DB702BD7-8957-2C44-A226-AF80D4754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430" name="Group 447">
                    <a:extLst>
                      <a:ext uri="{FF2B5EF4-FFF2-40B4-BE49-F238E27FC236}">
                        <a16:creationId xmlns:a16="http://schemas.microsoft.com/office/drawing/2014/main" id="{F6B64FB3-38BD-6B4E-8E78-9C99B1A82B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434" name="Rectangle 448">
                      <a:extLst>
                        <a:ext uri="{FF2B5EF4-FFF2-40B4-BE49-F238E27FC236}">
                          <a16:creationId xmlns:a16="http://schemas.microsoft.com/office/drawing/2014/main" id="{F1F639F6-C05B-494B-8B4D-1888EBE26A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5" name="Text Box 449">
                      <a:extLst>
                        <a:ext uri="{FF2B5EF4-FFF2-40B4-BE49-F238E27FC236}">
                          <a16:creationId xmlns:a16="http://schemas.microsoft.com/office/drawing/2014/main" id="{949DB487-3E28-E144-AC2C-1C40E26D334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1431" name="Group 450">
                    <a:extLst>
                      <a:ext uri="{FF2B5EF4-FFF2-40B4-BE49-F238E27FC236}">
                        <a16:creationId xmlns:a16="http://schemas.microsoft.com/office/drawing/2014/main" id="{6E6B73B0-D0C2-7D46-92E5-29ADF12876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432" name="Rectangle 451">
                      <a:extLst>
                        <a:ext uri="{FF2B5EF4-FFF2-40B4-BE49-F238E27FC236}">
                          <a16:creationId xmlns:a16="http://schemas.microsoft.com/office/drawing/2014/main" id="{4C610DFE-363B-F74F-BA64-A87F67D852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w="9525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1433" name="Rectangle 452">
                      <a:extLst>
                        <a:ext uri="{FF2B5EF4-FFF2-40B4-BE49-F238E27FC236}">
                          <a16:creationId xmlns:a16="http://schemas.microsoft.com/office/drawing/2014/main" id="{86A71122-100D-224A-9DBF-53DE8D970F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CC99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sp>
              <p:nvSpPr>
                <p:cNvPr id="1428" name="Rectangle 453">
                  <a:extLst>
                    <a:ext uri="{FF2B5EF4-FFF2-40B4-BE49-F238E27FC236}">
                      <a16:creationId xmlns:a16="http://schemas.microsoft.com/office/drawing/2014/main" id="{9BCD973F-4C32-9E44-994F-5153EE8D0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429" name="Rectangle 454">
                  <a:extLst>
                    <a:ext uri="{FF2B5EF4-FFF2-40B4-BE49-F238E27FC236}">
                      <a16:creationId xmlns:a16="http://schemas.microsoft.com/office/drawing/2014/main" id="{852A6FFA-C875-754E-8259-955A851310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425" name="Rectangle 455">
                <a:extLst>
                  <a:ext uri="{FF2B5EF4-FFF2-40B4-BE49-F238E27FC236}">
                    <a16:creationId xmlns:a16="http://schemas.microsoft.com/office/drawing/2014/main" id="{86F66628-5236-984B-B9C7-68FAFC46A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26" name="Rectangle 456">
                <a:extLst>
                  <a:ext uri="{FF2B5EF4-FFF2-40B4-BE49-F238E27FC236}">
                    <a16:creationId xmlns:a16="http://schemas.microsoft.com/office/drawing/2014/main" id="{7831360A-68BA-9C48-8798-45611A892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451" name="Group 462">
            <a:extLst>
              <a:ext uri="{FF2B5EF4-FFF2-40B4-BE49-F238E27FC236}">
                <a16:creationId xmlns:a16="http://schemas.microsoft.com/office/drawing/2014/main" id="{0D9DBC59-E587-F447-95DB-826B98FC265E}"/>
              </a:ext>
            </a:extLst>
          </p:cNvPr>
          <p:cNvGrpSpPr>
            <a:grpSpLocks/>
          </p:cNvGrpSpPr>
          <p:nvPr/>
        </p:nvGrpSpPr>
        <p:grpSpPr bwMode="auto"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452" name="Rectangle 463">
              <a:extLst>
                <a:ext uri="{FF2B5EF4-FFF2-40B4-BE49-F238E27FC236}">
                  <a16:creationId xmlns:a16="http://schemas.microsoft.com/office/drawing/2014/main" id="{A49E1639-B461-5B40-A731-1377E4315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3" name="Group 464">
              <a:extLst>
                <a:ext uri="{FF2B5EF4-FFF2-40B4-BE49-F238E27FC236}">
                  <a16:creationId xmlns:a16="http://schemas.microsoft.com/office/drawing/2014/main" id="{D5FA2E0E-0A78-F049-BE06-25BFB15F0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456" name="Group 465">
                <a:extLst>
                  <a:ext uri="{FF2B5EF4-FFF2-40B4-BE49-F238E27FC236}">
                    <a16:creationId xmlns:a16="http://schemas.microsoft.com/office/drawing/2014/main" id="{8A2C9457-2B63-E445-A642-A19BC33E7D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459" name="Group 466">
                  <a:extLst>
                    <a:ext uri="{FF2B5EF4-FFF2-40B4-BE49-F238E27FC236}">
                      <a16:creationId xmlns:a16="http://schemas.microsoft.com/office/drawing/2014/main" id="{0ED7C792-6D2F-7244-AE5D-4733C0D41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463" name="Rectangle 467">
                    <a:extLst>
                      <a:ext uri="{FF2B5EF4-FFF2-40B4-BE49-F238E27FC236}">
                        <a16:creationId xmlns:a16="http://schemas.microsoft.com/office/drawing/2014/main" id="{AB75B8C7-1B46-B54B-BDB3-1BAFD73A47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4" name="Text Box 468">
                    <a:extLst>
                      <a:ext uri="{FF2B5EF4-FFF2-40B4-BE49-F238E27FC236}">
                        <a16:creationId xmlns:a16="http://schemas.microsoft.com/office/drawing/2014/main" id="{F3F7FB78-D532-E842-8C80-77FEABCA4D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HTTP</a:t>
                    </a:r>
                  </a:p>
                </p:txBody>
              </p:sp>
            </p:grpSp>
            <p:grpSp>
              <p:nvGrpSpPr>
                <p:cNvPr id="1460" name="Group 469">
                  <a:extLst>
                    <a:ext uri="{FF2B5EF4-FFF2-40B4-BE49-F238E27FC236}">
                      <a16:creationId xmlns:a16="http://schemas.microsoft.com/office/drawing/2014/main" id="{416C1FF9-E113-504D-9EE2-4327347F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61" name="Rectangle 470">
                    <a:extLst>
                      <a:ext uri="{FF2B5EF4-FFF2-40B4-BE49-F238E27FC236}">
                        <a16:creationId xmlns:a16="http://schemas.microsoft.com/office/drawing/2014/main" id="{DE3A100E-198F-E448-AA6A-4DF941945B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462" name="Rectangle 471">
                    <a:extLst>
                      <a:ext uri="{FF2B5EF4-FFF2-40B4-BE49-F238E27FC236}">
                        <a16:creationId xmlns:a16="http://schemas.microsoft.com/office/drawing/2014/main" id="{A7D239DD-5743-5846-B6BE-3318EA79F3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sp>
            <p:nvSpPr>
              <p:cNvPr id="1457" name="Rectangle 472">
                <a:extLst>
                  <a:ext uri="{FF2B5EF4-FFF2-40B4-BE49-F238E27FC236}">
                    <a16:creationId xmlns:a16="http://schemas.microsoft.com/office/drawing/2014/main" id="{731ADE56-4682-664C-BC51-BB88883F0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58" name="Rectangle 473">
                <a:extLst>
                  <a:ext uri="{FF2B5EF4-FFF2-40B4-BE49-F238E27FC236}">
                    <a16:creationId xmlns:a16="http://schemas.microsoft.com/office/drawing/2014/main" id="{547100D8-7A3A-1D41-9B15-FFBF05B77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454" name="Rectangle 474">
              <a:extLst>
                <a:ext uri="{FF2B5EF4-FFF2-40B4-BE49-F238E27FC236}">
                  <a16:creationId xmlns:a16="http://schemas.microsoft.com/office/drawing/2014/main" id="{886DAE83-F1EB-BC48-B19C-265C33E86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55" name="Rectangle 475">
              <a:extLst>
                <a:ext uri="{FF2B5EF4-FFF2-40B4-BE49-F238E27FC236}">
                  <a16:creationId xmlns:a16="http://schemas.microsoft.com/office/drawing/2014/main" id="{E6874F5F-698C-3C4C-B3C1-75898F0D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1465" name="Picture 478">
            <a:extLst>
              <a:ext uri="{FF2B5EF4-FFF2-40B4-BE49-F238E27FC236}">
                <a16:creationId xmlns:a16="http://schemas.microsoft.com/office/drawing/2014/main" id="{D1685B0C-7F85-E147-A4EA-AFA2AE215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76" y="2632037"/>
            <a:ext cx="639182" cy="395101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66" name="Rectangle 480">
            <a:extLst>
              <a:ext uri="{FF2B5EF4-FFF2-40B4-BE49-F238E27FC236}">
                <a16:creationId xmlns:a16="http://schemas.microsoft.com/office/drawing/2014/main" id="{E8C6E2EE-B2B4-8144-9BCC-BFAF064D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187325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web page </a:t>
            </a:r>
            <a:r>
              <a:rPr lang="en-US" sz="2000" i="1" dirty="0">
                <a:solidFill>
                  <a:srgbClr val="C00000"/>
                </a:solidFill>
                <a:ea typeface="ＭＳ Ｐゴシック" charset="0"/>
              </a:rPr>
              <a:t>finally (!!!) </a:t>
            </a:r>
            <a:r>
              <a:rPr lang="en-US" sz="2000" dirty="0">
                <a:solidFill>
                  <a:srgbClr val="000000"/>
                </a:solidFill>
                <a:ea typeface="ＭＳ Ｐゴシック" charset="0"/>
              </a:rPr>
              <a:t>displayed</a:t>
            </a:r>
          </a:p>
        </p:txBody>
      </p:sp>
    </p:spTree>
    <p:extLst>
      <p:ext uri="{BB962C8B-B14F-4D97-AF65-F5344CB8AC3E}">
        <p14:creationId xmlns:p14="http://schemas.microsoft.com/office/powerpoint/2010/main" val="326686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3.75E-6 0.07338 L 0.29205 0.06899 L 0.19596 0.25764 L 0.41562 0.11088 L 0.26731 0.51227 C 0.18945 0.51459 0.11744 0.50787 0.03971 0.50996 L 0.03971 0.38079 " pathEditMode="relative" rAng="0" ptsTypes="AAAAAAAA">
                                      <p:cBhvr>
                                        <p:cTn id="39" dur="3000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81" y="2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23 C -0.00078 0.03264 -0.00143 0.06598 -0.00143 0.09908 L 0.23477 0.09699 L 0.37122 -0.27083 L 0.15104 -0.11944 L 0.25 -0.31666 L -0.03529 -0.31481 C -0.03594 -0.33078 -0.03529 -0.34143 -0.03529 -0.36342 C -0.03529 -0.38263 -0.03893 -0.35995 -0.03893 -0.37939 " pathEditMode="relative" rAng="0" ptsTypes="AAAAAAAAA">
                                      <p:cBhvr>
                                        <p:cTn id="70" dur="3000" fill="hold"/>
                                        <p:tgtEl>
                                          <p:spTgt spid="1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3" y="-1400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1000"/>
                                        <p:tgtEl>
                                          <p:spTgt spid="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" grpId="0"/>
      <p:bldP spid="1331" grpId="0"/>
      <p:bldP spid="1332" grpId="0"/>
      <p:bldP spid="1335" grpId="0"/>
      <p:bldP spid="1466" grpId="0"/>
      <p:bldP spid="1466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2041</Words>
  <Application>Microsoft Macintosh PowerPoint</Application>
  <PresentationFormat>Widescreen</PresentationFormat>
  <Paragraphs>576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ＭＳ Ｐゴシック</vt:lpstr>
      <vt:lpstr>ＭＳ Ｐゴシック</vt:lpstr>
      <vt:lpstr>游ゴシック</vt:lpstr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IT694 Computer Networks Week 14_Lec2 Switched Ethernet</vt:lpstr>
      <vt:lpstr>Ethernet frame structure</vt:lpstr>
      <vt:lpstr>PowerPoint Presentation</vt:lpstr>
      <vt:lpstr>Ethernet Segments</vt:lpstr>
      <vt:lpstr>Classic Ethernet </vt:lpstr>
      <vt:lpstr>Ethernet Technologies: 10Base2</vt:lpstr>
      <vt:lpstr>10BaseT and 100BaseT</vt:lpstr>
      <vt:lpstr>Interconnecting LAN segments</vt:lpstr>
      <vt:lpstr>Interconnecting with hubs</vt:lpstr>
      <vt:lpstr>Bridges</vt:lpstr>
      <vt:lpstr>Bridges: traffic isolation</vt:lpstr>
      <vt:lpstr>Architectural change</vt:lpstr>
      <vt:lpstr>Ethernet switch</vt:lpstr>
      <vt:lpstr>Switch: multiple simultaneous transmissions</vt:lpstr>
      <vt:lpstr>Switch: frame filtering/forwarding</vt:lpstr>
      <vt:lpstr>Switch forwarding table</vt:lpstr>
      <vt:lpstr>Switch: self-learning</vt:lpstr>
      <vt:lpstr>Self-learning, forwarding: example</vt:lpstr>
      <vt:lpstr>Interconnecting switches</vt:lpstr>
      <vt:lpstr>Self-learning multi-switch example</vt:lpstr>
      <vt:lpstr>Synthesis: a day in the life of a web request</vt:lpstr>
      <vt:lpstr>A day in the life: scenario</vt:lpstr>
      <vt:lpstr>A day in the life: connecting to the Internet</vt:lpstr>
      <vt:lpstr>A day in the life: connecting to the Internet</vt:lpstr>
      <vt:lpstr>A day in the life… ARP  (before DNS, before HTTP)</vt:lpstr>
      <vt:lpstr>A day in the life… using DNS</vt:lpstr>
      <vt:lpstr>A day in the life…TCP connection carrying HTTP</vt:lpstr>
      <vt:lpstr>A day in the life… HTTP request/reply </vt:lpstr>
    </vt:vector>
  </TitlesOfParts>
  <Company>HP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Switched Ethernet</dc:title>
  <dc:creator>Kalyan</dc:creator>
  <cp:lastModifiedBy>Microsoft Office User</cp:lastModifiedBy>
  <cp:revision>21</cp:revision>
  <dcterms:created xsi:type="dcterms:W3CDTF">2021-11-11T04:08:44Z</dcterms:created>
  <dcterms:modified xsi:type="dcterms:W3CDTF">2025-04-16T04:16:19Z</dcterms:modified>
</cp:coreProperties>
</file>