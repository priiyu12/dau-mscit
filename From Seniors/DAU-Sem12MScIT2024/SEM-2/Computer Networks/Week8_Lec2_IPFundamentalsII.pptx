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1203" r:id="rId2"/>
    <p:sldId id="1048" r:id="rId3"/>
    <p:sldId id="1051" r:id="rId4"/>
    <p:sldId id="1238" r:id="rId5"/>
    <p:sldId id="1058" r:id="rId6"/>
    <p:sldId id="1206" r:id="rId7"/>
    <p:sldId id="1207" r:id="rId8"/>
    <p:sldId id="1208" r:id="rId9"/>
    <p:sldId id="1209" r:id="rId10"/>
    <p:sldId id="1210"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58"/>
    <p:restoredTop sz="96538"/>
  </p:normalViewPr>
  <p:slideViewPr>
    <p:cSldViewPr snapToGrid="0" snapToObjects="1">
      <p:cViewPr varScale="1">
        <p:scale>
          <a:sx n="133" d="100"/>
          <a:sy n="133" d="100"/>
        </p:scale>
        <p:origin x="624" y="20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64EA16D-E838-0246-89BA-A9DEB2F68D39}" type="datetimeFigureOut">
              <a:rPr lang="en-US" smtClean="0"/>
              <a:t>3/5/25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B64A915-106E-FD4A-B82A-5DED925A6DAC}" type="slidenum">
              <a:rPr lang="en-US" smtClean="0"/>
              <a:t>‹#›</a:t>
            </a:fld>
            <a:endParaRPr lang="en-US"/>
          </a:p>
        </p:txBody>
      </p:sp>
    </p:spTree>
    <p:extLst>
      <p:ext uri="{BB962C8B-B14F-4D97-AF65-F5344CB8AC3E}">
        <p14:creationId xmlns:p14="http://schemas.microsoft.com/office/powerpoint/2010/main" val="23131994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3935148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16EA1AD-6EA3-1049-AB4E-FC15F4DC35F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493458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r>
              <a:rPr lang="en-US" dirty="0"/>
              <a:t>Green box is a physical layer responsible for receiving bit level transmission.  Copper, fiber wireless.</a:t>
            </a:r>
          </a:p>
          <a:p>
            <a:r>
              <a:rPr lang="en-US" dirty="0"/>
              <a:t>Link layer in blue – bit assemble into Ethernet frame.   We will discuss this in details in chapter 6.  </a:t>
            </a:r>
          </a:p>
          <a:p>
            <a:r>
              <a:rPr lang="en-US" dirty="0"/>
              <a:t>But most critical one, is here.  Lookup, forwarding function.    Lookup and forward is “Match plus action” behavior.  </a:t>
            </a:r>
          </a:p>
          <a:p>
            <a:r>
              <a:rPr lang="en-US" dirty="0"/>
              <a:t>GOAL – processing at “line speed”,  otherwise, buffer will be full and packet will be lost</a:t>
            </a:r>
          </a:p>
          <a:p>
            <a:endParaRPr lang="en-US" dirty="0"/>
          </a:p>
          <a:p>
            <a:endParaRPr lang="en-US" dirty="0"/>
          </a:p>
          <a:p>
            <a:r>
              <a:rPr lang="en-US" dirty="0"/>
              <a:t> </a:t>
            </a:r>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785259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6559496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Text for this animation:</a:t>
            </a:r>
          </a:p>
          <a:p>
            <a:endParaRPr lang="en-US" dirty="0"/>
          </a:p>
          <a:p>
            <a:r>
              <a:rPr lang="en-US" sz="1200" kern="1200" dirty="0">
                <a:solidFill>
                  <a:schemeClr val="tx1"/>
                </a:solidFill>
                <a:effectLst/>
                <a:latin typeface="+mn-lt"/>
                <a:ea typeface="+mn-ea"/>
                <a:cs typeface="+mn-cs"/>
              </a:rPr>
              <a:t>This all works out pretty nice and looks pretty simple!</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But of course the devil is in the details, as the saying goes.</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What happens,  for example, when a subset of addresses say in this first range should go to say interface 3, rather than interface 0.  Well, of course we could split the first address range into multiple pieces, and add in this new subrange with its new destination output port.  But it turns out there’s a much simpler and elegant way to do this.  Known as longest prefix matching.</a:t>
            </a:r>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3199488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621085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3511580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7708861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379085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B26D2A-E7B4-8C48-ACBE-84234FA6EEA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CF9069A-BB5C-524C-A7AA-DBFDC6D3F3D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393D65C-D5F6-5F44-9011-6E86684225D0}"/>
              </a:ext>
            </a:extLst>
          </p:cNvPr>
          <p:cNvSpPr>
            <a:spLocks noGrp="1"/>
          </p:cNvSpPr>
          <p:nvPr>
            <p:ph type="dt" sz="half" idx="10"/>
          </p:nvPr>
        </p:nvSpPr>
        <p:spPr/>
        <p:txBody>
          <a:bodyPr/>
          <a:lstStyle/>
          <a:p>
            <a:fld id="{1091FC8B-1CFA-0948-8ACF-76D00895CE88}" type="datetimeFigureOut">
              <a:rPr lang="en-US" smtClean="0"/>
              <a:t>3/5/25</a:t>
            </a:fld>
            <a:endParaRPr lang="en-US"/>
          </a:p>
        </p:txBody>
      </p:sp>
      <p:sp>
        <p:nvSpPr>
          <p:cNvPr id="5" name="Footer Placeholder 4">
            <a:extLst>
              <a:ext uri="{FF2B5EF4-FFF2-40B4-BE49-F238E27FC236}">
                <a16:creationId xmlns:a16="http://schemas.microsoft.com/office/drawing/2014/main" id="{87434DFB-30DB-DE4A-BC10-5BAB0F24C6F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3A9AEA7-5A98-6B4F-AEA9-3B6BB0253727}"/>
              </a:ext>
            </a:extLst>
          </p:cNvPr>
          <p:cNvSpPr>
            <a:spLocks noGrp="1"/>
          </p:cNvSpPr>
          <p:nvPr>
            <p:ph type="sldNum" sz="quarter" idx="12"/>
          </p:nvPr>
        </p:nvSpPr>
        <p:spPr/>
        <p:txBody>
          <a:bodyPr/>
          <a:lstStyle/>
          <a:p>
            <a:fld id="{CFC36D5D-BA8A-6242-BDCA-FA3FAEC53920}" type="slidenum">
              <a:rPr lang="en-US" smtClean="0"/>
              <a:t>‹#›</a:t>
            </a:fld>
            <a:endParaRPr lang="en-US"/>
          </a:p>
        </p:txBody>
      </p:sp>
    </p:spTree>
    <p:extLst>
      <p:ext uri="{BB962C8B-B14F-4D97-AF65-F5344CB8AC3E}">
        <p14:creationId xmlns:p14="http://schemas.microsoft.com/office/powerpoint/2010/main" val="34960798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7EBFCE-AF13-2845-8608-C5706713669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57A507E-1503-B543-AAB7-C2E8EBF4B0CE}"/>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EDF00D2-857A-3749-9628-B9F37D823E22}"/>
              </a:ext>
            </a:extLst>
          </p:cNvPr>
          <p:cNvSpPr>
            <a:spLocks noGrp="1"/>
          </p:cNvSpPr>
          <p:nvPr>
            <p:ph type="dt" sz="half" idx="10"/>
          </p:nvPr>
        </p:nvSpPr>
        <p:spPr/>
        <p:txBody>
          <a:bodyPr/>
          <a:lstStyle/>
          <a:p>
            <a:fld id="{1091FC8B-1CFA-0948-8ACF-76D00895CE88}" type="datetimeFigureOut">
              <a:rPr lang="en-US" smtClean="0"/>
              <a:t>3/5/25</a:t>
            </a:fld>
            <a:endParaRPr lang="en-US"/>
          </a:p>
        </p:txBody>
      </p:sp>
      <p:sp>
        <p:nvSpPr>
          <p:cNvPr id="5" name="Footer Placeholder 4">
            <a:extLst>
              <a:ext uri="{FF2B5EF4-FFF2-40B4-BE49-F238E27FC236}">
                <a16:creationId xmlns:a16="http://schemas.microsoft.com/office/drawing/2014/main" id="{8FE31630-8E66-6E4A-9160-1FAD8CE4B02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9251DE1-C3A9-6540-A05E-6991C1441220}"/>
              </a:ext>
            </a:extLst>
          </p:cNvPr>
          <p:cNvSpPr>
            <a:spLocks noGrp="1"/>
          </p:cNvSpPr>
          <p:nvPr>
            <p:ph type="sldNum" sz="quarter" idx="12"/>
          </p:nvPr>
        </p:nvSpPr>
        <p:spPr/>
        <p:txBody>
          <a:bodyPr/>
          <a:lstStyle/>
          <a:p>
            <a:fld id="{CFC36D5D-BA8A-6242-BDCA-FA3FAEC53920}" type="slidenum">
              <a:rPr lang="en-US" smtClean="0"/>
              <a:t>‹#›</a:t>
            </a:fld>
            <a:endParaRPr lang="en-US"/>
          </a:p>
        </p:txBody>
      </p:sp>
    </p:spTree>
    <p:extLst>
      <p:ext uri="{BB962C8B-B14F-4D97-AF65-F5344CB8AC3E}">
        <p14:creationId xmlns:p14="http://schemas.microsoft.com/office/powerpoint/2010/main" val="16213106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AFCA5E-A4B3-504B-854E-6CB003011A3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CAE3655-E969-4444-9EE2-9FB6D6399B7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1D2350BC-D726-344A-A773-5C12DDF4A041}"/>
              </a:ext>
            </a:extLst>
          </p:cNvPr>
          <p:cNvSpPr>
            <a:spLocks noGrp="1"/>
          </p:cNvSpPr>
          <p:nvPr>
            <p:ph type="dt" sz="half" idx="10"/>
          </p:nvPr>
        </p:nvSpPr>
        <p:spPr/>
        <p:txBody>
          <a:bodyPr/>
          <a:lstStyle/>
          <a:p>
            <a:fld id="{1091FC8B-1CFA-0948-8ACF-76D00895CE88}" type="datetimeFigureOut">
              <a:rPr lang="en-US" smtClean="0"/>
              <a:t>3/5/25</a:t>
            </a:fld>
            <a:endParaRPr lang="en-US"/>
          </a:p>
        </p:txBody>
      </p:sp>
      <p:sp>
        <p:nvSpPr>
          <p:cNvPr id="5" name="Footer Placeholder 4">
            <a:extLst>
              <a:ext uri="{FF2B5EF4-FFF2-40B4-BE49-F238E27FC236}">
                <a16:creationId xmlns:a16="http://schemas.microsoft.com/office/drawing/2014/main" id="{FD2EB295-1441-2B42-8777-0EC41EF8A3B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DA3CF1D-35D5-B241-88C5-C831FD216357}"/>
              </a:ext>
            </a:extLst>
          </p:cNvPr>
          <p:cNvSpPr>
            <a:spLocks noGrp="1"/>
          </p:cNvSpPr>
          <p:nvPr>
            <p:ph type="sldNum" sz="quarter" idx="12"/>
          </p:nvPr>
        </p:nvSpPr>
        <p:spPr/>
        <p:txBody>
          <a:bodyPr/>
          <a:lstStyle/>
          <a:p>
            <a:fld id="{CFC36D5D-BA8A-6242-BDCA-FA3FAEC53920}" type="slidenum">
              <a:rPr lang="en-US" smtClean="0"/>
              <a:t>‹#›</a:t>
            </a:fld>
            <a:endParaRPr lang="en-US"/>
          </a:p>
        </p:txBody>
      </p:sp>
    </p:spTree>
    <p:extLst>
      <p:ext uri="{BB962C8B-B14F-4D97-AF65-F5344CB8AC3E}">
        <p14:creationId xmlns:p14="http://schemas.microsoft.com/office/powerpoint/2010/main" val="42282090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198339-B265-7B46-AF24-DEDC7E3A756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77616CC-C324-D24D-884D-FCBD652C9902}"/>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D1463F7-E058-A344-B12A-4743FFFFAB3E}"/>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53F4C01-721A-0143-8EFF-A34CE0546444}"/>
              </a:ext>
            </a:extLst>
          </p:cNvPr>
          <p:cNvSpPr>
            <a:spLocks noGrp="1"/>
          </p:cNvSpPr>
          <p:nvPr>
            <p:ph type="dt" sz="half" idx="10"/>
          </p:nvPr>
        </p:nvSpPr>
        <p:spPr/>
        <p:txBody>
          <a:bodyPr/>
          <a:lstStyle/>
          <a:p>
            <a:fld id="{1091FC8B-1CFA-0948-8ACF-76D00895CE88}" type="datetimeFigureOut">
              <a:rPr lang="en-US" smtClean="0"/>
              <a:t>3/5/25</a:t>
            </a:fld>
            <a:endParaRPr lang="en-US"/>
          </a:p>
        </p:txBody>
      </p:sp>
      <p:sp>
        <p:nvSpPr>
          <p:cNvPr id="6" name="Footer Placeholder 5">
            <a:extLst>
              <a:ext uri="{FF2B5EF4-FFF2-40B4-BE49-F238E27FC236}">
                <a16:creationId xmlns:a16="http://schemas.microsoft.com/office/drawing/2014/main" id="{FAC1A89A-165F-4E4A-BA93-CC2D298EFD6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BD2A98C-E287-3040-906C-A4209F14F80A}"/>
              </a:ext>
            </a:extLst>
          </p:cNvPr>
          <p:cNvSpPr>
            <a:spLocks noGrp="1"/>
          </p:cNvSpPr>
          <p:nvPr>
            <p:ph type="sldNum" sz="quarter" idx="12"/>
          </p:nvPr>
        </p:nvSpPr>
        <p:spPr/>
        <p:txBody>
          <a:bodyPr/>
          <a:lstStyle/>
          <a:p>
            <a:fld id="{CFC36D5D-BA8A-6242-BDCA-FA3FAEC53920}" type="slidenum">
              <a:rPr lang="en-US" smtClean="0"/>
              <a:t>‹#›</a:t>
            </a:fld>
            <a:endParaRPr lang="en-US"/>
          </a:p>
        </p:txBody>
      </p:sp>
    </p:spTree>
    <p:extLst>
      <p:ext uri="{BB962C8B-B14F-4D97-AF65-F5344CB8AC3E}">
        <p14:creationId xmlns:p14="http://schemas.microsoft.com/office/powerpoint/2010/main" val="36074144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817BB8-5976-6C4B-AF76-A25A2AC83AD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A310583-FDAC-4F41-9834-511BB174C3F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73758E99-8345-9145-A382-60527D65E793}"/>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1EAAC54-B754-4244-A9B2-AFA4C99ED36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0CDA9E79-3B68-AE41-AE10-13B84A8C1F90}"/>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00524CE-04E8-C04E-80DE-48E65879B384}"/>
              </a:ext>
            </a:extLst>
          </p:cNvPr>
          <p:cNvSpPr>
            <a:spLocks noGrp="1"/>
          </p:cNvSpPr>
          <p:nvPr>
            <p:ph type="dt" sz="half" idx="10"/>
          </p:nvPr>
        </p:nvSpPr>
        <p:spPr/>
        <p:txBody>
          <a:bodyPr/>
          <a:lstStyle/>
          <a:p>
            <a:fld id="{1091FC8B-1CFA-0948-8ACF-76D00895CE88}" type="datetimeFigureOut">
              <a:rPr lang="en-US" smtClean="0"/>
              <a:t>3/5/25</a:t>
            </a:fld>
            <a:endParaRPr lang="en-US"/>
          </a:p>
        </p:txBody>
      </p:sp>
      <p:sp>
        <p:nvSpPr>
          <p:cNvPr id="8" name="Footer Placeholder 7">
            <a:extLst>
              <a:ext uri="{FF2B5EF4-FFF2-40B4-BE49-F238E27FC236}">
                <a16:creationId xmlns:a16="http://schemas.microsoft.com/office/drawing/2014/main" id="{92002E1D-7DF8-1840-B3EE-744FF3B29F1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25C4DDA-39AD-234F-A91B-C114F85B5274}"/>
              </a:ext>
            </a:extLst>
          </p:cNvPr>
          <p:cNvSpPr>
            <a:spLocks noGrp="1"/>
          </p:cNvSpPr>
          <p:nvPr>
            <p:ph type="sldNum" sz="quarter" idx="12"/>
          </p:nvPr>
        </p:nvSpPr>
        <p:spPr/>
        <p:txBody>
          <a:bodyPr/>
          <a:lstStyle/>
          <a:p>
            <a:fld id="{CFC36D5D-BA8A-6242-BDCA-FA3FAEC53920}" type="slidenum">
              <a:rPr lang="en-US" smtClean="0"/>
              <a:t>‹#›</a:t>
            </a:fld>
            <a:endParaRPr lang="en-US"/>
          </a:p>
        </p:txBody>
      </p:sp>
    </p:spTree>
    <p:extLst>
      <p:ext uri="{BB962C8B-B14F-4D97-AF65-F5344CB8AC3E}">
        <p14:creationId xmlns:p14="http://schemas.microsoft.com/office/powerpoint/2010/main" val="36878812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6199C-6246-EF49-8A3D-7A1D781BCAB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FAED81C-A622-044F-A052-59C1CEF12013}"/>
              </a:ext>
            </a:extLst>
          </p:cNvPr>
          <p:cNvSpPr>
            <a:spLocks noGrp="1"/>
          </p:cNvSpPr>
          <p:nvPr>
            <p:ph type="dt" sz="half" idx="10"/>
          </p:nvPr>
        </p:nvSpPr>
        <p:spPr/>
        <p:txBody>
          <a:bodyPr/>
          <a:lstStyle/>
          <a:p>
            <a:fld id="{1091FC8B-1CFA-0948-8ACF-76D00895CE88}" type="datetimeFigureOut">
              <a:rPr lang="en-US" smtClean="0"/>
              <a:t>3/5/25</a:t>
            </a:fld>
            <a:endParaRPr lang="en-US"/>
          </a:p>
        </p:txBody>
      </p:sp>
      <p:sp>
        <p:nvSpPr>
          <p:cNvPr id="4" name="Footer Placeholder 3">
            <a:extLst>
              <a:ext uri="{FF2B5EF4-FFF2-40B4-BE49-F238E27FC236}">
                <a16:creationId xmlns:a16="http://schemas.microsoft.com/office/drawing/2014/main" id="{26273F1A-2300-D24E-A633-29819620C42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2ECD14B-648B-EA48-9B28-5DFDD0ADF6B7}"/>
              </a:ext>
            </a:extLst>
          </p:cNvPr>
          <p:cNvSpPr>
            <a:spLocks noGrp="1"/>
          </p:cNvSpPr>
          <p:nvPr>
            <p:ph type="sldNum" sz="quarter" idx="12"/>
          </p:nvPr>
        </p:nvSpPr>
        <p:spPr/>
        <p:txBody>
          <a:bodyPr/>
          <a:lstStyle/>
          <a:p>
            <a:fld id="{CFC36D5D-BA8A-6242-BDCA-FA3FAEC53920}" type="slidenum">
              <a:rPr lang="en-US" smtClean="0"/>
              <a:t>‹#›</a:t>
            </a:fld>
            <a:endParaRPr lang="en-US"/>
          </a:p>
        </p:txBody>
      </p:sp>
    </p:spTree>
    <p:extLst>
      <p:ext uri="{BB962C8B-B14F-4D97-AF65-F5344CB8AC3E}">
        <p14:creationId xmlns:p14="http://schemas.microsoft.com/office/powerpoint/2010/main" val="15548087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AAAFDD7-37FD-BF42-BCEA-AC0D860D7ACA}"/>
              </a:ext>
            </a:extLst>
          </p:cNvPr>
          <p:cNvSpPr>
            <a:spLocks noGrp="1"/>
          </p:cNvSpPr>
          <p:nvPr>
            <p:ph type="dt" sz="half" idx="10"/>
          </p:nvPr>
        </p:nvSpPr>
        <p:spPr/>
        <p:txBody>
          <a:bodyPr/>
          <a:lstStyle/>
          <a:p>
            <a:fld id="{1091FC8B-1CFA-0948-8ACF-76D00895CE88}" type="datetimeFigureOut">
              <a:rPr lang="en-US" smtClean="0"/>
              <a:t>3/5/25</a:t>
            </a:fld>
            <a:endParaRPr lang="en-US"/>
          </a:p>
        </p:txBody>
      </p:sp>
      <p:sp>
        <p:nvSpPr>
          <p:cNvPr id="3" name="Footer Placeholder 2">
            <a:extLst>
              <a:ext uri="{FF2B5EF4-FFF2-40B4-BE49-F238E27FC236}">
                <a16:creationId xmlns:a16="http://schemas.microsoft.com/office/drawing/2014/main" id="{5DAEA8D7-3482-5D43-9C84-3DDF677404D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F556D35-ECF1-E042-A160-6F1F79C10F6C}"/>
              </a:ext>
            </a:extLst>
          </p:cNvPr>
          <p:cNvSpPr>
            <a:spLocks noGrp="1"/>
          </p:cNvSpPr>
          <p:nvPr>
            <p:ph type="sldNum" sz="quarter" idx="12"/>
          </p:nvPr>
        </p:nvSpPr>
        <p:spPr/>
        <p:txBody>
          <a:bodyPr/>
          <a:lstStyle/>
          <a:p>
            <a:fld id="{CFC36D5D-BA8A-6242-BDCA-FA3FAEC53920}" type="slidenum">
              <a:rPr lang="en-US" smtClean="0"/>
              <a:t>‹#›</a:t>
            </a:fld>
            <a:endParaRPr lang="en-US"/>
          </a:p>
        </p:txBody>
      </p:sp>
    </p:spTree>
    <p:extLst>
      <p:ext uri="{BB962C8B-B14F-4D97-AF65-F5344CB8AC3E}">
        <p14:creationId xmlns:p14="http://schemas.microsoft.com/office/powerpoint/2010/main" val="18620994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A75CB6-258B-234A-90B2-245E635062E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A36385B-14A5-0A46-88E0-38010AC4B45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03AFAEB-421A-3F4F-8641-7C3B3B9BC81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91F52E1B-47DB-5B47-92F1-7C867B1B942C}"/>
              </a:ext>
            </a:extLst>
          </p:cNvPr>
          <p:cNvSpPr>
            <a:spLocks noGrp="1"/>
          </p:cNvSpPr>
          <p:nvPr>
            <p:ph type="dt" sz="half" idx="10"/>
          </p:nvPr>
        </p:nvSpPr>
        <p:spPr/>
        <p:txBody>
          <a:bodyPr/>
          <a:lstStyle/>
          <a:p>
            <a:fld id="{1091FC8B-1CFA-0948-8ACF-76D00895CE88}" type="datetimeFigureOut">
              <a:rPr lang="en-US" smtClean="0"/>
              <a:t>3/5/25</a:t>
            </a:fld>
            <a:endParaRPr lang="en-US"/>
          </a:p>
        </p:txBody>
      </p:sp>
      <p:sp>
        <p:nvSpPr>
          <p:cNvPr id="6" name="Footer Placeholder 5">
            <a:extLst>
              <a:ext uri="{FF2B5EF4-FFF2-40B4-BE49-F238E27FC236}">
                <a16:creationId xmlns:a16="http://schemas.microsoft.com/office/drawing/2014/main" id="{7FF37587-FF84-EA42-AC6A-3B2D6AA8A28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8E16598-0509-1440-AFA7-A387A080B752}"/>
              </a:ext>
            </a:extLst>
          </p:cNvPr>
          <p:cNvSpPr>
            <a:spLocks noGrp="1"/>
          </p:cNvSpPr>
          <p:nvPr>
            <p:ph type="sldNum" sz="quarter" idx="12"/>
          </p:nvPr>
        </p:nvSpPr>
        <p:spPr/>
        <p:txBody>
          <a:bodyPr/>
          <a:lstStyle/>
          <a:p>
            <a:fld id="{CFC36D5D-BA8A-6242-BDCA-FA3FAEC53920}" type="slidenum">
              <a:rPr lang="en-US" smtClean="0"/>
              <a:t>‹#›</a:t>
            </a:fld>
            <a:endParaRPr lang="en-US"/>
          </a:p>
        </p:txBody>
      </p:sp>
    </p:spTree>
    <p:extLst>
      <p:ext uri="{BB962C8B-B14F-4D97-AF65-F5344CB8AC3E}">
        <p14:creationId xmlns:p14="http://schemas.microsoft.com/office/powerpoint/2010/main" val="18916722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2A2B4C-9360-9B47-8278-407D37943DF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6669AD3-E0AF-9044-8309-440E38E0D1D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84523EF-D8DF-C146-B1BB-699930377BC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2597D349-3F3F-8F45-8E81-A6792D143AE5}"/>
              </a:ext>
            </a:extLst>
          </p:cNvPr>
          <p:cNvSpPr>
            <a:spLocks noGrp="1"/>
          </p:cNvSpPr>
          <p:nvPr>
            <p:ph type="dt" sz="half" idx="10"/>
          </p:nvPr>
        </p:nvSpPr>
        <p:spPr/>
        <p:txBody>
          <a:bodyPr/>
          <a:lstStyle/>
          <a:p>
            <a:fld id="{1091FC8B-1CFA-0948-8ACF-76D00895CE88}" type="datetimeFigureOut">
              <a:rPr lang="en-US" smtClean="0"/>
              <a:t>3/5/25</a:t>
            </a:fld>
            <a:endParaRPr lang="en-US"/>
          </a:p>
        </p:txBody>
      </p:sp>
      <p:sp>
        <p:nvSpPr>
          <p:cNvPr id="6" name="Footer Placeholder 5">
            <a:extLst>
              <a:ext uri="{FF2B5EF4-FFF2-40B4-BE49-F238E27FC236}">
                <a16:creationId xmlns:a16="http://schemas.microsoft.com/office/drawing/2014/main" id="{481ECCB8-DFE5-6048-BAD1-C9D536319EC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CD7CF87-B071-544E-8117-9D897DA8974E}"/>
              </a:ext>
            </a:extLst>
          </p:cNvPr>
          <p:cNvSpPr>
            <a:spLocks noGrp="1"/>
          </p:cNvSpPr>
          <p:nvPr>
            <p:ph type="sldNum" sz="quarter" idx="12"/>
          </p:nvPr>
        </p:nvSpPr>
        <p:spPr/>
        <p:txBody>
          <a:bodyPr/>
          <a:lstStyle/>
          <a:p>
            <a:fld id="{CFC36D5D-BA8A-6242-BDCA-FA3FAEC53920}" type="slidenum">
              <a:rPr lang="en-US" smtClean="0"/>
              <a:t>‹#›</a:t>
            </a:fld>
            <a:endParaRPr lang="en-US"/>
          </a:p>
        </p:txBody>
      </p:sp>
    </p:spTree>
    <p:extLst>
      <p:ext uri="{BB962C8B-B14F-4D97-AF65-F5344CB8AC3E}">
        <p14:creationId xmlns:p14="http://schemas.microsoft.com/office/powerpoint/2010/main" val="22795593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52E795-BF7A-8F4A-9E13-CAB2E0830B0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C57C804-83CD-8044-81AB-D9C5DD1FA7CF}"/>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A40BA3A-F960-4B44-BC4E-67C424AD9D4C}"/>
              </a:ext>
            </a:extLst>
          </p:cNvPr>
          <p:cNvSpPr>
            <a:spLocks noGrp="1"/>
          </p:cNvSpPr>
          <p:nvPr>
            <p:ph type="dt" sz="half" idx="10"/>
          </p:nvPr>
        </p:nvSpPr>
        <p:spPr/>
        <p:txBody>
          <a:bodyPr/>
          <a:lstStyle/>
          <a:p>
            <a:fld id="{1091FC8B-1CFA-0948-8ACF-76D00895CE88}" type="datetimeFigureOut">
              <a:rPr lang="en-US" smtClean="0"/>
              <a:t>3/5/25</a:t>
            </a:fld>
            <a:endParaRPr lang="en-US"/>
          </a:p>
        </p:txBody>
      </p:sp>
      <p:sp>
        <p:nvSpPr>
          <p:cNvPr id="5" name="Footer Placeholder 4">
            <a:extLst>
              <a:ext uri="{FF2B5EF4-FFF2-40B4-BE49-F238E27FC236}">
                <a16:creationId xmlns:a16="http://schemas.microsoft.com/office/drawing/2014/main" id="{1930B374-837A-8D41-97FF-3E430CF6CFD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437368A-7589-DB4D-A406-2862F35BD0B5}"/>
              </a:ext>
            </a:extLst>
          </p:cNvPr>
          <p:cNvSpPr>
            <a:spLocks noGrp="1"/>
          </p:cNvSpPr>
          <p:nvPr>
            <p:ph type="sldNum" sz="quarter" idx="12"/>
          </p:nvPr>
        </p:nvSpPr>
        <p:spPr/>
        <p:txBody>
          <a:bodyPr/>
          <a:lstStyle/>
          <a:p>
            <a:fld id="{CFC36D5D-BA8A-6242-BDCA-FA3FAEC53920}" type="slidenum">
              <a:rPr lang="en-US" smtClean="0"/>
              <a:t>‹#›</a:t>
            </a:fld>
            <a:endParaRPr lang="en-US"/>
          </a:p>
        </p:txBody>
      </p:sp>
    </p:spTree>
    <p:extLst>
      <p:ext uri="{BB962C8B-B14F-4D97-AF65-F5344CB8AC3E}">
        <p14:creationId xmlns:p14="http://schemas.microsoft.com/office/powerpoint/2010/main" val="11463915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6E074F0-0994-0B43-A636-BACF5A23645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081662E-F51F-DA4E-AC61-9CB0C04FCADF}"/>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E125186-1902-714A-9C9B-D99A47A2A9AC}"/>
              </a:ext>
            </a:extLst>
          </p:cNvPr>
          <p:cNvSpPr>
            <a:spLocks noGrp="1"/>
          </p:cNvSpPr>
          <p:nvPr>
            <p:ph type="dt" sz="half" idx="10"/>
          </p:nvPr>
        </p:nvSpPr>
        <p:spPr/>
        <p:txBody>
          <a:bodyPr/>
          <a:lstStyle/>
          <a:p>
            <a:fld id="{1091FC8B-1CFA-0948-8ACF-76D00895CE88}" type="datetimeFigureOut">
              <a:rPr lang="en-US" smtClean="0"/>
              <a:t>3/5/25</a:t>
            </a:fld>
            <a:endParaRPr lang="en-US"/>
          </a:p>
        </p:txBody>
      </p:sp>
      <p:sp>
        <p:nvSpPr>
          <p:cNvPr id="5" name="Footer Placeholder 4">
            <a:extLst>
              <a:ext uri="{FF2B5EF4-FFF2-40B4-BE49-F238E27FC236}">
                <a16:creationId xmlns:a16="http://schemas.microsoft.com/office/drawing/2014/main" id="{40A820CE-1677-CA4F-B65F-22ACFE8D422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A9A9505-ABBA-E84C-8188-A861093024BA}"/>
              </a:ext>
            </a:extLst>
          </p:cNvPr>
          <p:cNvSpPr>
            <a:spLocks noGrp="1"/>
          </p:cNvSpPr>
          <p:nvPr>
            <p:ph type="sldNum" sz="quarter" idx="12"/>
          </p:nvPr>
        </p:nvSpPr>
        <p:spPr/>
        <p:txBody>
          <a:bodyPr/>
          <a:lstStyle/>
          <a:p>
            <a:fld id="{CFC36D5D-BA8A-6242-BDCA-FA3FAEC53920}" type="slidenum">
              <a:rPr lang="en-US" smtClean="0"/>
              <a:t>‹#›</a:t>
            </a:fld>
            <a:endParaRPr lang="en-US"/>
          </a:p>
        </p:txBody>
      </p:sp>
    </p:spTree>
    <p:extLst>
      <p:ext uri="{BB962C8B-B14F-4D97-AF65-F5344CB8AC3E}">
        <p14:creationId xmlns:p14="http://schemas.microsoft.com/office/powerpoint/2010/main" val="38026578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73AC0FE-DAB6-1049-9191-7000D8D70EC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121D2E3-B3D4-7247-A075-F7DC3939FFB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7AF3517-6D43-A142-97B0-C149520F71D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091FC8B-1CFA-0948-8ACF-76D00895CE88}" type="datetimeFigureOut">
              <a:rPr lang="en-US" smtClean="0"/>
              <a:t>3/5/25</a:t>
            </a:fld>
            <a:endParaRPr lang="en-US"/>
          </a:p>
        </p:txBody>
      </p:sp>
      <p:sp>
        <p:nvSpPr>
          <p:cNvPr id="5" name="Footer Placeholder 4">
            <a:extLst>
              <a:ext uri="{FF2B5EF4-FFF2-40B4-BE49-F238E27FC236}">
                <a16:creationId xmlns:a16="http://schemas.microsoft.com/office/drawing/2014/main" id="{580AADDB-FB9B-FE45-98AA-8A87B71FACD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8E15DC7F-3957-5245-BAFF-42492B0227F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FC36D5D-BA8A-6242-BDCA-FA3FAEC53920}" type="slidenum">
              <a:rPr lang="en-US" smtClean="0"/>
              <a:t>‹#›</a:t>
            </a:fld>
            <a:endParaRPr lang="en-US"/>
          </a:p>
        </p:txBody>
      </p:sp>
    </p:spTree>
    <p:extLst>
      <p:ext uri="{BB962C8B-B14F-4D97-AF65-F5344CB8AC3E}">
        <p14:creationId xmlns:p14="http://schemas.microsoft.com/office/powerpoint/2010/main" val="406580346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6.xml"/><Relationship Id="rId4" Type="http://schemas.openxmlformats.org/officeDocument/2006/relationships/image" Target="../media/image2.emf"/></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4.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4.xml"/><Relationship Id="rId5" Type="http://schemas.openxmlformats.org/officeDocument/2006/relationships/image" Target="../media/image7.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9F9318-E0C1-BD43-9A55-A52EF17D3FF9}"/>
              </a:ext>
            </a:extLst>
          </p:cNvPr>
          <p:cNvSpPr>
            <a:spLocks noGrp="1"/>
          </p:cNvSpPr>
          <p:nvPr>
            <p:ph type="ctrTitle"/>
          </p:nvPr>
        </p:nvSpPr>
        <p:spPr/>
        <p:txBody>
          <a:bodyPr>
            <a:normAutofit/>
          </a:bodyPr>
          <a:lstStyle/>
          <a:p>
            <a:r>
              <a:rPr lang="en-US" sz="4000" dirty="0">
                <a:latin typeface="Times New Roman" panose="02020603050405020304" pitchFamily="18" charset="0"/>
                <a:cs typeface="Times New Roman" panose="02020603050405020304" pitchFamily="18" charset="0"/>
              </a:rPr>
              <a:t>IT694 </a:t>
            </a:r>
            <a:br>
              <a:rPr lang="en-US" sz="4000" dirty="0">
                <a:latin typeface="Times New Roman" panose="02020603050405020304" pitchFamily="18" charset="0"/>
                <a:cs typeface="Times New Roman" panose="02020603050405020304" pitchFamily="18" charset="0"/>
              </a:rPr>
            </a:br>
            <a:r>
              <a:rPr lang="en-US" sz="4000" dirty="0">
                <a:latin typeface="Times New Roman" panose="02020603050405020304" pitchFamily="18" charset="0"/>
                <a:cs typeface="Times New Roman" panose="02020603050405020304" pitchFamily="18" charset="0"/>
              </a:rPr>
              <a:t>Computer Networks</a:t>
            </a:r>
            <a:br>
              <a:rPr lang="en-US" sz="4000" dirty="0">
                <a:latin typeface="Times New Roman" panose="02020603050405020304" pitchFamily="18" charset="0"/>
                <a:cs typeface="Times New Roman" panose="02020603050405020304" pitchFamily="18" charset="0"/>
              </a:rPr>
            </a:br>
            <a:r>
              <a:rPr lang="en-US" sz="4000" dirty="0">
                <a:latin typeface="Times New Roman" panose="02020603050405020304" pitchFamily="18" charset="0"/>
                <a:cs typeface="Times New Roman" panose="02020603050405020304" pitchFamily="18" charset="0"/>
              </a:rPr>
              <a:t>Week8-Lec2</a:t>
            </a:r>
          </a:p>
        </p:txBody>
      </p:sp>
      <p:sp>
        <p:nvSpPr>
          <p:cNvPr id="3" name="Subtitle 2">
            <a:extLst>
              <a:ext uri="{FF2B5EF4-FFF2-40B4-BE49-F238E27FC236}">
                <a16:creationId xmlns:a16="http://schemas.microsoft.com/office/drawing/2014/main" id="{70051FF4-7027-8A41-87CA-2AA2C57DAD5C}"/>
              </a:ext>
            </a:extLst>
          </p:cNvPr>
          <p:cNvSpPr>
            <a:spLocks noGrp="1"/>
          </p:cNvSpPr>
          <p:nvPr>
            <p:ph type="subTitle" idx="1"/>
          </p:nvPr>
        </p:nvSpPr>
        <p:spPr/>
        <p:txBody>
          <a:bodyPr/>
          <a:lstStyle/>
          <a:p>
            <a:r>
              <a:rPr lang="en-US" dirty="0">
                <a:latin typeface="Times New Roman" panose="02020603050405020304" pitchFamily="18" charset="0"/>
                <a:cs typeface="Times New Roman" panose="02020603050405020304" pitchFamily="18" charset="0"/>
              </a:rPr>
              <a:t>Network layer Fundamentals -II</a:t>
            </a:r>
          </a:p>
        </p:txBody>
      </p:sp>
    </p:spTree>
    <p:extLst>
      <p:ext uri="{BB962C8B-B14F-4D97-AF65-F5344CB8AC3E}">
        <p14:creationId xmlns:p14="http://schemas.microsoft.com/office/powerpoint/2010/main" val="622027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1B8519-F020-5F41-9762-E63B0FD7EA80}"/>
              </a:ext>
            </a:extLst>
          </p:cNvPr>
          <p:cNvSpPr>
            <a:spLocks noGrp="1"/>
          </p:cNvSpPr>
          <p:nvPr>
            <p:ph type="title"/>
          </p:nvPr>
        </p:nvSpPr>
        <p:spPr/>
        <p:txBody>
          <a:bodyPr>
            <a:normAutofit/>
          </a:bodyPr>
          <a:lstStyle/>
          <a:p>
            <a:r>
              <a:rPr lang="en-US" sz="4800" dirty="0"/>
              <a:t>Two key network-layer functions</a:t>
            </a:r>
          </a:p>
        </p:txBody>
      </p:sp>
      <p:sp>
        <p:nvSpPr>
          <p:cNvPr id="3" name="Content Placeholder 2">
            <a:extLst>
              <a:ext uri="{FF2B5EF4-FFF2-40B4-BE49-F238E27FC236}">
                <a16:creationId xmlns:a16="http://schemas.microsoft.com/office/drawing/2014/main" id="{55464CE4-E4F1-4F4A-A1DB-26BB66DC4403}"/>
              </a:ext>
            </a:extLst>
          </p:cNvPr>
          <p:cNvSpPr>
            <a:spLocks noGrp="1"/>
          </p:cNvSpPr>
          <p:nvPr>
            <p:ph sz="half" idx="1"/>
          </p:nvPr>
        </p:nvSpPr>
        <p:spPr>
          <a:xfrm>
            <a:off x="877956" y="1666601"/>
            <a:ext cx="5181600" cy="1890791"/>
          </a:xfrm>
        </p:spPr>
        <p:txBody>
          <a:bodyPr/>
          <a:lstStyle/>
          <a:p>
            <a:pPr marL="0" indent="0">
              <a:spcBef>
                <a:spcPts val="600"/>
              </a:spcBef>
              <a:buNone/>
            </a:pPr>
            <a:r>
              <a:rPr lang="en-US" altLang="en-US" sz="3200" dirty="0">
                <a:solidFill>
                  <a:srgbClr val="CC0000"/>
                </a:solidFill>
                <a:ea typeface="ＭＳ Ｐゴシック" panose="020B0600070205080204" pitchFamily="34" charset="-128"/>
                <a:cs typeface="ＭＳ Ｐゴシック" panose="020B0600070205080204" pitchFamily="34" charset="-128"/>
              </a:rPr>
              <a:t>network-layer functions:</a:t>
            </a:r>
          </a:p>
          <a:p>
            <a:pPr indent="-234950">
              <a:spcBef>
                <a:spcPts val="600"/>
              </a:spcBef>
            </a:pPr>
            <a:r>
              <a:rPr lang="en-US" altLang="en-US" i="1" dirty="0">
                <a:solidFill>
                  <a:srgbClr val="000099"/>
                </a:solidFill>
                <a:ea typeface="ＭＳ Ｐゴシック" panose="020B0600070205080204" pitchFamily="34" charset="-128"/>
                <a:cs typeface="ＭＳ Ｐゴシック" panose="020B0600070205080204" pitchFamily="34" charset="-128"/>
              </a:rPr>
              <a:t>forwarding:</a:t>
            </a:r>
            <a:r>
              <a:rPr lang="en-US" altLang="en-US" dirty="0">
                <a:ea typeface="ＭＳ Ｐゴシック" panose="020B0600070205080204" pitchFamily="34" charset="-128"/>
                <a:cs typeface="ＭＳ Ｐゴシック" panose="020B0600070205080204" pitchFamily="34" charset="-128"/>
              </a:rPr>
              <a:t> move packets from a router’</a:t>
            </a:r>
            <a:r>
              <a:rPr lang="en-US" altLang="ja-JP" dirty="0">
                <a:ea typeface="ＭＳ Ｐゴシック" panose="020B0600070205080204" pitchFamily="34" charset="-128"/>
                <a:cs typeface="ＭＳ Ｐゴシック" panose="020B0600070205080204" pitchFamily="34" charset="-128"/>
              </a:rPr>
              <a:t>s input link to appropriate router output link</a:t>
            </a:r>
          </a:p>
          <a:p>
            <a:endParaRPr lang="en-US" dirty="0"/>
          </a:p>
        </p:txBody>
      </p:sp>
      <p:sp>
        <p:nvSpPr>
          <p:cNvPr id="14" name="Content Placeholder 2">
            <a:extLst>
              <a:ext uri="{FF2B5EF4-FFF2-40B4-BE49-F238E27FC236}">
                <a16:creationId xmlns:a16="http://schemas.microsoft.com/office/drawing/2014/main" id="{E9D472C9-435D-D347-A485-D65E6F2FE2CE}"/>
              </a:ext>
            </a:extLst>
          </p:cNvPr>
          <p:cNvSpPr txBox="1">
            <a:spLocks/>
          </p:cNvSpPr>
          <p:nvPr/>
        </p:nvSpPr>
        <p:spPr>
          <a:xfrm>
            <a:off x="880044" y="3441526"/>
            <a:ext cx="5181600" cy="1856984"/>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2425" marR="0" lvl="0" indent="-234950" algn="l" defTabSz="914400" rtl="0" eaLnBrk="1" fontAlgn="auto" latinLnBrk="0" hangingPunct="1">
              <a:lnSpc>
                <a:spcPct val="90000"/>
              </a:lnSpc>
              <a:spcBef>
                <a:spcPts val="600"/>
              </a:spcBef>
              <a:spcAft>
                <a:spcPts val="0"/>
              </a:spcAft>
              <a:buClr>
                <a:srgbClr val="0000A3"/>
              </a:buClr>
              <a:buSzTx/>
              <a:buFont typeface="Wingdings" pitchFamily="2" charset="2"/>
              <a:buChar char="§"/>
              <a:tabLst/>
              <a:defRPr/>
            </a:pPr>
            <a:r>
              <a:rPr kumimoji="0" lang="en-US" altLang="en-US" sz="2800" b="0" i="1" u="none" strike="noStrike" kern="1200" cap="none" spc="0" normalizeH="0" baseline="0" noProof="0" dirty="0">
                <a:ln>
                  <a:noFill/>
                </a:ln>
                <a:solidFill>
                  <a:srgbClr val="000099"/>
                </a:solidFill>
                <a:effectLst/>
                <a:uLnTx/>
                <a:uFillTx/>
                <a:latin typeface="Times New Roman" panose="02020603050405020304" pitchFamily="18" charset="0"/>
                <a:ea typeface="ＭＳ Ｐゴシック" panose="020B0600070205080204" pitchFamily="34" charset="-128"/>
                <a:cs typeface="Times New Roman" panose="02020603050405020304" pitchFamily="18" charset="0"/>
              </a:rPr>
              <a:t>routing:</a:t>
            </a:r>
            <a:r>
              <a:rPr kumimoji="0" lang="en-US" altLang="en-US" sz="28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Times New Roman" panose="02020603050405020304" pitchFamily="18" charset="0"/>
              </a:rPr>
              <a:t> determine route taken by packets from source to destination</a:t>
            </a:r>
          </a:p>
          <a:p>
            <a:pPr marL="695325" marR="0" lvl="1" indent="-231775" algn="l" defTabSz="914400" rtl="0" eaLnBrk="1" fontAlgn="auto" latinLnBrk="0" hangingPunct="1">
              <a:lnSpc>
                <a:spcPct val="90000"/>
              </a:lnSpc>
              <a:spcBef>
                <a:spcPts val="600"/>
              </a:spcBef>
              <a:spcAft>
                <a:spcPts val="0"/>
              </a:spcAft>
              <a:buClr>
                <a:srgbClr val="0000A8"/>
              </a:buClr>
              <a:buSzTx/>
              <a:buFont typeface="Arial" panose="020B0604020202020204" pitchFamily="34" charset="0"/>
              <a:buChar char="•"/>
              <a:tabLst/>
              <a:defRPr/>
            </a:pPr>
            <a:r>
              <a:rPr kumimoji="0" lang="en-US" altLang="en-US" sz="2800" b="0" i="1"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Times New Roman" panose="02020603050405020304" pitchFamily="18" charset="0"/>
              </a:rPr>
              <a:t>routing algorithms</a:t>
            </a:r>
            <a:endParaRPr kumimoji="0" lang="en-US" altLang="en-US" sz="28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Times New Roman" panose="02020603050405020304" pitchFamily="18" charset="0"/>
            </a:endParaRP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endParaRPr kumimoji="0" lang="en-US" sz="2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08448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dissolve">
                                      <p:cBhvr>
                                        <p:cTn id="7"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3B46D7-DEDF-364B-99E9-3FB1F889B8A9}"/>
              </a:ext>
            </a:extLst>
          </p:cNvPr>
          <p:cNvSpPr>
            <a:spLocks noGrp="1"/>
          </p:cNvSpPr>
          <p:nvPr>
            <p:ph type="title"/>
          </p:nvPr>
        </p:nvSpPr>
        <p:spPr>
          <a:xfrm>
            <a:off x="838200" y="279543"/>
            <a:ext cx="10515600" cy="894622"/>
          </a:xfrm>
        </p:spPr>
        <p:txBody>
          <a:bodyPr>
            <a:normAutofit/>
          </a:bodyPr>
          <a:lstStyle/>
          <a:p>
            <a:r>
              <a:rPr lang="en-US" sz="4800" dirty="0"/>
              <a:t>Per-router control plane</a:t>
            </a:r>
          </a:p>
        </p:txBody>
      </p:sp>
      <p:sp>
        <p:nvSpPr>
          <p:cNvPr id="4" name="TextBox 257">
            <a:extLst>
              <a:ext uri="{FF2B5EF4-FFF2-40B4-BE49-F238E27FC236}">
                <a16:creationId xmlns:a16="http://schemas.microsoft.com/office/drawing/2014/main" id="{8EB40520-A927-A94E-975A-4093319F1CF3}"/>
              </a:ext>
            </a:extLst>
          </p:cNvPr>
          <p:cNvSpPr txBox="1">
            <a:spLocks noChangeArrowheads="1"/>
          </p:cNvSpPr>
          <p:nvPr/>
        </p:nvSpPr>
        <p:spPr bwMode="auto">
          <a:xfrm>
            <a:off x="780773" y="1101105"/>
            <a:ext cx="1098715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Individual routing algorithm components </a:t>
            </a:r>
            <a:r>
              <a:rPr kumimoji="0" lang="en-US" altLang="en-US" sz="2000" b="0" i="1" u="none" strike="noStrike" kern="1200" cap="none" spc="0" normalizeH="0" baseline="0" noProof="0" dirty="0">
                <a:ln>
                  <a:noFill/>
                </a:ln>
                <a:solidFill>
                  <a:srgbClr val="000090"/>
                </a:solidFill>
                <a:effectLst/>
                <a:uLnTx/>
                <a:uFillTx/>
                <a:latin typeface="Calibri" panose="020F0502020204030204"/>
                <a:ea typeface="ＭＳ Ｐゴシック" panose="020B0600070205080204" pitchFamily="34" charset="-128"/>
                <a:cs typeface="+mn-cs"/>
              </a:rPr>
              <a:t>in each and every router </a:t>
            </a:r>
            <a:r>
              <a:rPr kumimoji="0" lang="en-US" altLang="en-US" sz="20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interact in the control plane</a:t>
            </a:r>
          </a:p>
        </p:txBody>
      </p:sp>
      <p:sp>
        <p:nvSpPr>
          <p:cNvPr id="238" name="Freeform 2">
            <a:extLst>
              <a:ext uri="{FF2B5EF4-FFF2-40B4-BE49-F238E27FC236}">
                <a16:creationId xmlns:a16="http://schemas.microsoft.com/office/drawing/2014/main" id="{66A80B54-F93B-A94A-938E-DFA6C3C90E64}"/>
              </a:ext>
            </a:extLst>
          </p:cNvPr>
          <p:cNvSpPr>
            <a:spLocks/>
          </p:cNvSpPr>
          <p:nvPr/>
        </p:nvSpPr>
        <p:spPr bwMode="auto">
          <a:xfrm>
            <a:off x="4182648" y="5476945"/>
            <a:ext cx="4027487" cy="939800"/>
          </a:xfrm>
          <a:custGeom>
            <a:avLst/>
            <a:gdLst>
              <a:gd name="T0" fmla="*/ 2147483647 w 10001"/>
              <a:gd name="T1" fmla="*/ 2147483647 h 10125"/>
              <a:gd name="T2" fmla="*/ 2147483647 w 10001"/>
              <a:gd name="T3" fmla="*/ 2147483647 h 10125"/>
              <a:gd name="T4" fmla="*/ 2147483647 w 10001"/>
              <a:gd name="T5" fmla="*/ 2147483647 h 10125"/>
              <a:gd name="T6" fmla="*/ 2147483647 w 10001"/>
              <a:gd name="T7" fmla="*/ 0 h 10125"/>
              <a:gd name="T8" fmla="*/ 2147483647 w 10001"/>
              <a:gd name="T9" fmla="*/ 2147483647 h 10125"/>
              <a:gd name="T10" fmla="*/ 2147483647 w 10001"/>
              <a:gd name="T11" fmla="*/ 2147483647 h 10125"/>
              <a:gd name="T12" fmla="*/ 2147483647 w 10001"/>
              <a:gd name="T13" fmla="*/ 2147483647 h 10125"/>
              <a:gd name="T14" fmla="*/ 2147483647 w 10001"/>
              <a:gd name="T15" fmla="*/ 2147483647 h 10125"/>
              <a:gd name="T16" fmla="*/ 2147483647 w 10001"/>
              <a:gd name="T17" fmla="*/ 2147483647 h 10125"/>
              <a:gd name="T18" fmla="*/ 2147483647 w 10001"/>
              <a:gd name="T19" fmla="*/ 2147483647 h 10125"/>
              <a:gd name="T20" fmla="*/ 2147483647 w 10001"/>
              <a:gd name="T21" fmla="*/ 2147483647 h 10125"/>
              <a:gd name="T22" fmla="*/ 2147483647 w 10001"/>
              <a:gd name="T23" fmla="*/ 2147483647 h 10125"/>
              <a:gd name="T24" fmla="*/ 2147483647 w 10001"/>
              <a:gd name="T25" fmla="*/ 2147483647 h 10125"/>
              <a:gd name="T26" fmla="*/ 2147483647 w 10001"/>
              <a:gd name="T27" fmla="*/ 2147483647 h 10125"/>
              <a:gd name="T28" fmla="*/ 2147483647 w 10001"/>
              <a:gd name="T29" fmla="*/ 2147483647 h 1012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10001" h="10125">
                <a:moveTo>
                  <a:pt x="4" y="4039"/>
                </a:moveTo>
                <a:cubicBezTo>
                  <a:pt x="-29" y="2271"/>
                  <a:pt x="194" y="2100"/>
                  <a:pt x="715" y="1595"/>
                </a:cubicBezTo>
                <a:cubicBezTo>
                  <a:pt x="1236" y="1089"/>
                  <a:pt x="2417" y="1272"/>
                  <a:pt x="3130" y="1006"/>
                </a:cubicBezTo>
                <a:cubicBezTo>
                  <a:pt x="3843" y="740"/>
                  <a:pt x="4397" y="0"/>
                  <a:pt x="4995" y="0"/>
                </a:cubicBezTo>
                <a:cubicBezTo>
                  <a:pt x="5593" y="1"/>
                  <a:pt x="6206" y="926"/>
                  <a:pt x="6720" y="1009"/>
                </a:cubicBezTo>
                <a:cubicBezTo>
                  <a:pt x="7234" y="1092"/>
                  <a:pt x="7536" y="241"/>
                  <a:pt x="8082" y="497"/>
                </a:cubicBezTo>
                <a:cubicBezTo>
                  <a:pt x="8628" y="756"/>
                  <a:pt x="9854" y="442"/>
                  <a:pt x="9989" y="2989"/>
                </a:cubicBezTo>
                <a:cubicBezTo>
                  <a:pt x="10124" y="5536"/>
                  <a:pt x="9098" y="5742"/>
                  <a:pt x="8599" y="6797"/>
                </a:cubicBezTo>
                <a:cubicBezTo>
                  <a:pt x="8100" y="7852"/>
                  <a:pt x="7544" y="8981"/>
                  <a:pt x="6995" y="9322"/>
                </a:cubicBezTo>
                <a:cubicBezTo>
                  <a:pt x="6446" y="9663"/>
                  <a:pt x="5793" y="8957"/>
                  <a:pt x="5307" y="8843"/>
                </a:cubicBezTo>
                <a:cubicBezTo>
                  <a:pt x="4819" y="8726"/>
                  <a:pt x="4628" y="10048"/>
                  <a:pt x="4371" y="9912"/>
                </a:cubicBezTo>
                <a:cubicBezTo>
                  <a:pt x="4114" y="9775"/>
                  <a:pt x="3505" y="10355"/>
                  <a:pt x="3140" y="10019"/>
                </a:cubicBezTo>
                <a:cubicBezTo>
                  <a:pt x="2774" y="9683"/>
                  <a:pt x="2820" y="8138"/>
                  <a:pt x="2179" y="7895"/>
                </a:cubicBezTo>
                <a:cubicBezTo>
                  <a:pt x="1586" y="6800"/>
                  <a:pt x="1549" y="8137"/>
                  <a:pt x="1187" y="7495"/>
                </a:cubicBezTo>
                <a:cubicBezTo>
                  <a:pt x="825" y="6852"/>
                  <a:pt x="-7" y="6157"/>
                  <a:pt x="4" y="4039"/>
                </a:cubicBezTo>
                <a:close/>
              </a:path>
            </a:pathLst>
          </a:custGeom>
          <a:solidFill>
            <a:srgbClr val="66CC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cxnSp>
        <p:nvCxnSpPr>
          <p:cNvPr id="239" name="Straight Connector 238">
            <a:extLst>
              <a:ext uri="{FF2B5EF4-FFF2-40B4-BE49-F238E27FC236}">
                <a16:creationId xmlns:a16="http://schemas.microsoft.com/office/drawing/2014/main" id="{6B89A56E-4B45-1449-B1CC-C8EF7ABE50B3}"/>
              </a:ext>
            </a:extLst>
          </p:cNvPr>
          <p:cNvCxnSpPr/>
          <p:nvPr/>
        </p:nvCxnSpPr>
        <p:spPr>
          <a:xfrm flipV="1">
            <a:off x="4812885" y="5629345"/>
            <a:ext cx="1316038" cy="131762"/>
          </a:xfrm>
          <a:prstGeom prst="line">
            <a:avLst/>
          </a:prstGeom>
          <a:noFill/>
          <a:ln w="12700" cap="flat" cmpd="sng" algn="ctr">
            <a:solidFill>
              <a:srgbClr val="000000"/>
            </a:solidFill>
            <a:prstDash val="solid"/>
          </a:ln>
          <a:effectLst/>
        </p:spPr>
      </p:cxnSp>
      <p:cxnSp>
        <p:nvCxnSpPr>
          <p:cNvPr id="240" name="Straight Connector 239">
            <a:extLst>
              <a:ext uri="{FF2B5EF4-FFF2-40B4-BE49-F238E27FC236}">
                <a16:creationId xmlns:a16="http://schemas.microsoft.com/office/drawing/2014/main" id="{2740CBE6-0A59-E645-A69D-A9AE662529A8}"/>
              </a:ext>
            </a:extLst>
          </p:cNvPr>
          <p:cNvCxnSpPr/>
          <p:nvPr/>
        </p:nvCxnSpPr>
        <p:spPr>
          <a:xfrm>
            <a:off x="4701760" y="5815082"/>
            <a:ext cx="2259013" cy="300038"/>
          </a:xfrm>
          <a:prstGeom prst="line">
            <a:avLst/>
          </a:prstGeom>
          <a:noFill/>
          <a:ln w="12700" cap="flat" cmpd="sng" algn="ctr">
            <a:solidFill>
              <a:srgbClr val="000000"/>
            </a:solidFill>
            <a:prstDash val="solid"/>
          </a:ln>
          <a:effectLst/>
        </p:spPr>
      </p:cxnSp>
      <p:cxnSp>
        <p:nvCxnSpPr>
          <p:cNvPr id="241" name="Straight Connector 240">
            <a:extLst>
              <a:ext uri="{FF2B5EF4-FFF2-40B4-BE49-F238E27FC236}">
                <a16:creationId xmlns:a16="http://schemas.microsoft.com/office/drawing/2014/main" id="{FEDEF0D8-C674-7A42-948E-7E305FE7E98D}"/>
              </a:ext>
            </a:extLst>
          </p:cNvPr>
          <p:cNvCxnSpPr/>
          <p:nvPr/>
        </p:nvCxnSpPr>
        <p:spPr>
          <a:xfrm>
            <a:off x="4714460" y="5921445"/>
            <a:ext cx="714375" cy="274637"/>
          </a:xfrm>
          <a:prstGeom prst="line">
            <a:avLst/>
          </a:prstGeom>
          <a:noFill/>
          <a:ln w="12700" cap="flat" cmpd="sng" algn="ctr">
            <a:solidFill>
              <a:srgbClr val="000000"/>
            </a:solidFill>
            <a:prstDash val="solid"/>
          </a:ln>
          <a:effectLst/>
        </p:spPr>
      </p:cxnSp>
      <p:cxnSp>
        <p:nvCxnSpPr>
          <p:cNvPr id="242" name="Straight Connector 241">
            <a:extLst>
              <a:ext uri="{FF2B5EF4-FFF2-40B4-BE49-F238E27FC236}">
                <a16:creationId xmlns:a16="http://schemas.microsoft.com/office/drawing/2014/main" id="{88FEC270-B253-8E44-A411-9C7971EEB2C5}"/>
              </a:ext>
            </a:extLst>
          </p:cNvPr>
          <p:cNvCxnSpPr/>
          <p:nvPr/>
        </p:nvCxnSpPr>
        <p:spPr>
          <a:xfrm flipV="1">
            <a:off x="5732048" y="6115120"/>
            <a:ext cx="1247775" cy="80962"/>
          </a:xfrm>
          <a:prstGeom prst="line">
            <a:avLst/>
          </a:prstGeom>
          <a:noFill/>
          <a:ln w="12700" cap="flat" cmpd="sng" algn="ctr">
            <a:solidFill>
              <a:srgbClr val="000000"/>
            </a:solidFill>
            <a:prstDash val="solid"/>
          </a:ln>
          <a:effectLst/>
        </p:spPr>
      </p:cxnSp>
      <p:cxnSp>
        <p:nvCxnSpPr>
          <p:cNvPr id="243" name="Straight Connector 242">
            <a:extLst>
              <a:ext uri="{FF2B5EF4-FFF2-40B4-BE49-F238E27FC236}">
                <a16:creationId xmlns:a16="http://schemas.microsoft.com/office/drawing/2014/main" id="{829E7CD6-E2DF-3F41-969B-DA845A408D9F}"/>
              </a:ext>
            </a:extLst>
          </p:cNvPr>
          <p:cNvCxnSpPr/>
          <p:nvPr/>
        </p:nvCxnSpPr>
        <p:spPr>
          <a:xfrm>
            <a:off x="6392448" y="5661095"/>
            <a:ext cx="1057275" cy="123825"/>
          </a:xfrm>
          <a:prstGeom prst="line">
            <a:avLst/>
          </a:prstGeom>
          <a:noFill/>
          <a:ln w="12700" cap="flat" cmpd="sng" algn="ctr">
            <a:solidFill>
              <a:srgbClr val="000000"/>
            </a:solidFill>
            <a:prstDash val="solid"/>
          </a:ln>
          <a:effectLst/>
        </p:spPr>
      </p:cxnSp>
      <p:cxnSp>
        <p:nvCxnSpPr>
          <p:cNvPr id="244" name="Straight Connector 243">
            <a:extLst>
              <a:ext uri="{FF2B5EF4-FFF2-40B4-BE49-F238E27FC236}">
                <a16:creationId xmlns:a16="http://schemas.microsoft.com/office/drawing/2014/main" id="{DE601DF1-8D2D-2A46-BC8F-F868A11F76CA}"/>
              </a:ext>
            </a:extLst>
          </p:cNvPr>
          <p:cNvCxnSpPr/>
          <p:nvPr/>
        </p:nvCxnSpPr>
        <p:spPr>
          <a:xfrm flipV="1">
            <a:off x="5676485" y="5815082"/>
            <a:ext cx="1790700" cy="300038"/>
          </a:xfrm>
          <a:prstGeom prst="line">
            <a:avLst/>
          </a:prstGeom>
          <a:noFill/>
          <a:ln w="12700" cap="flat" cmpd="sng" algn="ctr">
            <a:solidFill>
              <a:srgbClr val="000000"/>
            </a:solidFill>
            <a:prstDash val="solid"/>
          </a:ln>
          <a:effectLst/>
        </p:spPr>
      </p:cxnSp>
      <p:cxnSp>
        <p:nvCxnSpPr>
          <p:cNvPr id="245" name="Straight Connector 244">
            <a:extLst>
              <a:ext uri="{FF2B5EF4-FFF2-40B4-BE49-F238E27FC236}">
                <a16:creationId xmlns:a16="http://schemas.microsoft.com/office/drawing/2014/main" id="{A11DDE0B-F575-FA48-8F6B-03D4A7733DCF}"/>
              </a:ext>
            </a:extLst>
          </p:cNvPr>
          <p:cNvCxnSpPr/>
          <p:nvPr/>
        </p:nvCxnSpPr>
        <p:spPr>
          <a:xfrm flipV="1">
            <a:off x="7003635" y="5843657"/>
            <a:ext cx="588963" cy="271463"/>
          </a:xfrm>
          <a:prstGeom prst="line">
            <a:avLst/>
          </a:prstGeom>
          <a:noFill/>
          <a:ln w="12700" cap="flat" cmpd="sng" algn="ctr">
            <a:solidFill>
              <a:srgbClr val="000000"/>
            </a:solidFill>
            <a:prstDash val="solid"/>
          </a:ln>
          <a:effectLst/>
        </p:spPr>
      </p:cxnSp>
      <p:cxnSp>
        <p:nvCxnSpPr>
          <p:cNvPr id="246" name="Straight Connector 245">
            <a:extLst>
              <a:ext uri="{FF2B5EF4-FFF2-40B4-BE49-F238E27FC236}">
                <a16:creationId xmlns:a16="http://schemas.microsoft.com/office/drawing/2014/main" id="{ADA6CD88-616E-B24E-8E41-831DCFC74F88}"/>
              </a:ext>
            </a:extLst>
          </p:cNvPr>
          <p:cNvCxnSpPr/>
          <p:nvPr/>
        </p:nvCxnSpPr>
        <p:spPr>
          <a:xfrm>
            <a:off x="6146385" y="5629345"/>
            <a:ext cx="814388" cy="400050"/>
          </a:xfrm>
          <a:prstGeom prst="line">
            <a:avLst/>
          </a:prstGeom>
          <a:noFill/>
          <a:ln w="12700" cap="flat" cmpd="sng" algn="ctr">
            <a:solidFill>
              <a:srgbClr val="000000"/>
            </a:solidFill>
            <a:prstDash val="solid"/>
          </a:ln>
          <a:effectLst/>
        </p:spPr>
      </p:cxnSp>
      <p:grpSp>
        <p:nvGrpSpPr>
          <p:cNvPr id="247" name="Group 7">
            <a:extLst>
              <a:ext uri="{FF2B5EF4-FFF2-40B4-BE49-F238E27FC236}">
                <a16:creationId xmlns:a16="http://schemas.microsoft.com/office/drawing/2014/main" id="{F23FF8D1-2C6B-9448-B97C-26AA0FF38328}"/>
              </a:ext>
            </a:extLst>
          </p:cNvPr>
          <p:cNvGrpSpPr>
            <a:grpSpLocks/>
          </p:cNvGrpSpPr>
          <p:nvPr/>
        </p:nvGrpSpPr>
        <p:grpSpPr bwMode="auto">
          <a:xfrm>
            <a:off x="5271673" y="6054795"/>
            <a:ext cx="563562" cy="293687"/>
            <a:chOff x="1871277" y="1576300"/>
            <a:chExt cx="1128371" cy="437861"/>
          </a:xfrm>
        </p:grpSpPr>
        <p:sp>
          <p:nvSpPr>
            <p:cNvPr id="248" name="Oval 247">
              <a:extLst>
                <a:ext uri="{FF2B5EF4-FFF2-40B4-BE49-F238E27FC236}">
                  <a16:creationId xmlns:a16="http://schemas.microsoft.com/office/drawing/2014/main" id="{F781E7E0-A5A4-AD4A-A844-E9A7BB7A7970}"/>
                </a:ext>
              </a:extLst>
            </p:cNvPr>
            <p:cNvSpPr>
              <a:spLocks noChangeArrowheads="1"/>
            </p:cNvSpPr>
            <p:nvPr/>
          </p:nvSpPr>
          <p:spPr bwMode="auto">
            <a:xfrm flipV="1">
              <a:off x="1874455" y="1694641"/>
              <a:ext cx="1125193" cy="319520"/>
            </a:xfrm>
            <a:prstGeom prst="ellipse">
              <a:avLst/>
            </a:prstGeom>
            <a:gradFill rotWithShape="1">
              <a:gsLst>
                <a:gs pos="0">
                  <a:srgbClr val="262699"/>
                </a:gs>
                <a:gs pos="53000">
                  <a:srgbClr val="8585E0"/>
                </a:gs>
                <a:gs pos="100000">
                  <a:srgbClr val="262699"/>
                </a:gs>
              </a:gsLst>
              <a:lin ang="0" scaled="1"/>
            </a:gradFill>
            <a:ln w="6350">
              <a:solidFill>
                <a:srgbClr val="000000"/>
              </a:solidFill>
              <a:round/>
              <a:headEnd/>
              <a:tailEnd/>
            </a:ln>
            <a:effectLst>
              <a:outerShdw blurRad="40000" dist="23000" dir="5400000" rotWithShape="0">
                <a:srgbClr val="808080">
                  <a:alpha val="34999"/>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solidFill>
                    <a:srgbClr val="000000"/>
                  </a:solidFill>
                </a:ln>
                <a:solidFill>
                  <a:srgbClr val="FFFFFF"/>
                </a:solidFill>
                <a:effectLst/>
                <a:uLnTx/>
                <a:uFillTx/>
                <a:latin typeface="Gill Sans MT"/>
                <a:ea typeface="ＭＳ Ｐゴシック" panose="020B0600070205080204" pitchFamily="34" charset="-128"/>
                <a:cs typeface="+mn-cs"/>
              </a:endParaRPr>
            </a:p>
          </p:txBody>
        </p:sp>
        <p:sp>
          <p:nvSpPr>
            <p:cNvPr id="249" name="Rectangle 248">
              <a:extLst>
                <a:ext uri="{FF2B5EF4-FFF2-40B4-BE49-F238E27FC236}">
                  <a16:creationId xmlns:a16="http://schemas.microsoft.com/office/drawing/2014/main" id="{3D5BD08E-FA2E-E04F-A545-2E0866784F93}"/>
                </a:ext>
              </a:extLst>
            </p:cNvPr>
            <p:cNvSpPr/>
            <p:nvPr/>
          </p:nvSpPr>
          <p:spPr bwMode="auto">
            <a:xfrm>
              <a:off x="1871277" y="1739610"/>
              <a:ext cx="1128371" cy="115975"/>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sp>
          <p:nvSpPr>
            <p:cNvPr id="250" name="Oval 249">
              <a:extLst>
                <a:ext uri="{FF2B5EF4-FFF2-40B4-BE49-F238E27FC236}">
                  <a16:creationId xmlns:a16="http://schemas.microsoft.com/office/drawing/2014/main" id="{01E234FF-7C0E-FD47-9DA3-FA9619013171}"/>
                </a:ext>
              </a:extLst>
            </p:cNvPr>
            <p:cNvSpPr>
              <a:spLocks noChangeArrowheads="1"/>
            </p:cNvSpPr>
            <p:nvPr/>
          </p:nvSpPr>
          <p:spPr bwMode="auto">
            <a:xfrm flipV="1">
              <a:off x="1871277" y="1576300"/>
              <a:ext cx="1125193" cy="319520"/>
            </a:xfrm>
            <a:prstGeom prst="ellipse">
              <a:avLst/>
            </a:prstGeom>
            <a:solidFill>
              <a:srgbClr val="BFBFBF"/>
            </a:solidFill>
            <a:ln w="6350">
              <a:solidFill>
                <a:srgbClr val="000000"/>
              </a:solidFill>
              <a:round/>
              <a:headEnd/>
              <a:tailEnd/>
            </a:ln>
            <a:effectLst>
              <a:outerShdw blurRad="40000" dist="23000" dir="5400000" rotWithShape="0">
                <a:srgbClr val="808080">
                  <a:alpha val="34999"/>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solidFill>
                    <a:srgbClr val="000000"/>
                  </a:solidFill>
                </a:ln>
                <a:solidFill>
                  <a:srgbClr val="FFFFFF"/>
                </a:solidFill>
                <a:effectLst/>
                <a:uLnTx/>
                <a:uFillTx/>
                <a:latin typeface="Gill Sans MT"/>
                <a:ea typeface="ＭＳ Ｐゴシック" panose="020B0600070205080204" pitchFamily="34" charset="-128"/>
                <a:cs typeface="+mn-cs"/>
              </a:endParaRPr>
            </a:p>
          </p:txBody>
        </p:sp>
        <p:sp>
          <p:nvSpPr>
            <p:cNvPr id="251" name="Freeform 250">
              <a:extLst>
                <a:ext uri="{FF2B5EF4-FFF2-40B4-BE49-F238E27FC236}">
                  <a16:creationId xmlns:a16="http://schemas.microsoft.com/office/drawing/2014/main" id="{563210E5-D710-8E45-8417-02EB79B5C81A}"/>
                </a:ext>
              </a:extLst>
            </p:cNvPr>
            <p:cNvSpPr/>
            <p:nvPr/>
          </p:nvSpPr>
          <p:spPr bwMode="auto">
            <a:xfrm>
              <a:off x="2160521" y="1673339"/>
              <a:ext cx="546704" cy="160944"/>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sp>
          <p:nvSpPr>
            <p:cNvPr id="252" name="Freeform 251">
              <a:extLst>
                <a:ext uri="{FF2B5EF4-FFF2-40B4-BE49-F238E27FC236}">
                  <a16:creationId xmlns:a16="http://schemas.microsoft.com/office/drawing/2014/main" id="{430FD04E-46A2-3749-B589-BEE902C8D592}"/>
                </a:ext>
              </a:extLst>
            </p:cNvPr>
            <p:cNvSpPr>
              <a:spLocks/>
            </p:cNvSpPr>
            <p:nvPr/>
          </p:nvSpPr>
          <p:spPr bwMode="auto">
            <a:xfrm>
              <a:off x="2103307" y="1633104"/>
              <a:ext cx="661131" cy="111240"/>
            </a:xfrm>
            <a:custGeom>
              <a:avLst/>
              <a:gdLst>
                <a:gd name="T0" fmla="*/ 0 w 3723451"/>
                <a:gd name="T1" fmla="*/ 27215 h 932950"/>
                <a:gd name="T2" fmla="*/ 116331 w 3723451"/>
                <a:gd name="T3" fmla="*/ 321 h 932950"/>
                <a:gd name="T4" fmla="*/ 329509 w 3723451"/>
                <a:gd name="T5" fmla="*/ 62069 h 932950"/>
                <a:gd name="T6" fmla="*/ 532884 w 3723451"/>
                <a:gd name="T7" fmla="*/ 0 h 932950"/>
                <a:gd name="T8" fmla="*/ 661131 w 3723451"/>
                <a:gd name="T9" fmla="*/ 24699 h 932950"/>
                <a:gd name="T10" fmla="*/ 565716 w 3723451"/>
                <a:gd name="T11" fmla="*/ 55071 h 932950"/>
                <a:gd name="T12" fmla="*/ 534996 w 3723451"/>
                <a:gd name="T13" fmla="*/ 46883 h 932950"/>
                <a:gd name="T14" fmla="*/ 333255 w 3723451"/>
                <a:gd name="T15" fmla="*/ 111240 h 932950"/>
                <a:gd name="T16" fmla="*/ 126353 w 3723451"/>
                <a:gd name="T17" fmla="*/ 49250 h 932950"/>
                <a:gd name="T18" fmla="*/ 92901 w 3723451"/>
                <a:gd name="T19" fmla="*/ 55941 h 932950"/>
                <a:gd name="T20" fmla="*/ 0 w 3723451"/>
                <a:gd name="T21" fmla="*/ 27215 h 9329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53" name="Freeform 252">
              <a:extLst>
                <a:ext uri="{FF2B5EF4-FFF2-40B4-BE49-F238E27FC236}">
                  <a16:creationId xmlns:a16="http://schemas.microsoft.com/office/drawing/2014/main" id="{BDBA4CA4-485A-D94A-B148-5C44318A1988}"/>
                </a:ext>
              </a:extLst>
            </p:cNvPr>
            <p:cNvSpPr>
              <a:spLocks/>
            </p:cNvSpPr>
            <p:nvPr/>
          </p:nvSpPr>
          <p:spPr bwMode="auto">
            <a:xfrm>
              <a:off x="2538765" y="1727776"/>
              <a:ext cx="241567" cy="97039"/>
            </a:xfrm>
            <a:custGeom>
              <a:avLst/>
              <a:gdLst>
                <a:gd name="T0" fmla="*/ 0 w 1366596"/>
                <a:gd name="T1" fmla="*/ 0 h 809868"/>
                <a:gd name="T2" fmla="*/ 241567 w 1366596"/>
                <a:gd name="T3" fmla="*/ 74985 h 809868"/>
                <a:gd name="T4" fmla="*/ 152911 w 1366596"/>
                <a:gd name="T5" fmla="*/ 97039 h 809868"/>
                <a:gd name="T6" fmla="*/ 813 w 1366596"/>
                <a:gd name="T7" fmla="*/ 51276 h 809868"/>
                <a:gd name="T8" fmla="*/ 0 w 1366596"/>
                <a:gd name="T9" fmla="*/ 0 h 8098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54" name="Freeform 253">
              <a:extLst>
                <a:ext uri="{FF2B5EF4-FFF2-40B4-BE49-F238E27FC236}">
                  <a16:creationId xmlns:a16="http://schemas.microsoft.com/office/drawing/2014/main" id="{4F7BCFB0-4862-0040-98EF-79148CCE20CE}"/>
                </a:ext>
              </a:extLst>
            </p:cNvPr>
            <p:cNvSpPr>
              <a:spLocks/>
            </p:cNvSpPr>
            <p:nvPr/>
          </p:nvSpPr>
          <p:spPr bwMode="auto">
            <a:xfrm>
              <a:off x="2090593" y="1730143"/>
              <a:ext cx="238389" cy="97040"/>
            </a:xfrm>
            <a:custGeom>
              <a:avLst/>
              <a:gdLst>
                <a:gd name="T0" fmla="*/ 235135 w 1348191"/>
                <a:gd name="T1" fmla="*/ 0 h 791462"/>
                <a:gd name="T2" fmla="*/ 238389 w 1348191"/>
                <a:gd name="T3" fmla="*/ 46827 h 791462"/>
                <a:gd name="T4" fmla="*/ 86243 w 1348191"/>
                <a:gd name="T5" fmla="*/ 97040 h 791462"/>
                <a:gd name="T6" fmla="*/ 0 w 1348191"/>
                <a:gd name="T7" fmla="*/ 75037 h 791462"/>
                <a:gd name="T8" fmla="*/ 235135 w 1348191"/>
                <a:gd name="T9" fmla="*/ 0 h 7914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8191" h="791462">
                  <a:moveTo>
                    <a:pt x="1329786" y="0"/>
                  </a:moveTo>
                  <a:lnTo>
                    <a:pt x="1348191" y="381926"/>
                  </a:lnTo>
                  <a:lnTo>
                    <a:pt x="487742" y="791462"/>
                  </a:lnTo>
                  <a:lnTo>
                    <a:pt x="0" y="612002"/>
                  </a:lnTo>
                  <a:lnTo>
                    <a:pt x="1329786" y="0"/>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cxnSp>
          <p:nvCxnSpPr>
            <p:cNvPr id="255" name="Straight Connector 254">
              <a:extLst>
                <a:ext uri="{FF2B5EF4-FFF2-40B4-BE49-F238E27FC236}">
                  <a16:creationId xmlns:a16="http://schemas.microsoft.com/office/drawing/2014/main" id="{FA80ECE7-29EF-E045-8DE9-443E8B56CBA4}"/>
                </a:ext>
              </a:extLst>
            </p:cNvPr>
            <p:cNvCxnSpPr>
              <a:cxnSpLocks noChangeShapeType="1"/>
              <a:endCxn id="250" idx="2"/>
            </p:cNvCxnSpPr>
            <p:nvPr/>
          </p:nvCxnSpPr>
          <p:spPr bwMode="auto">
            <a:xfrm flipH="1" flipV="1">
              <a:off x="1871277" y="1737244"/>
              <a:ext cx="3178" cy="123075"/>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cxnSp>
          <p:nvCxnSpPr>
            <p:cNvPr id="256" name="Straight Connector 255">
              <a:extLst>
                <a:ext uri="{FF2B5EF4-FFF2-40B4-BE49-F238E27FC236}">
                  <a16:creationId xmlns:a16="http://schemas.microsoft.com/office/drawing/2014/main" id="{886C4C8B-81F8-494E-B3C9-F2C152BA755D}"/>
                </a:ext>
              </a:extLst>
            </p:cNvPr>
            <p:cNvCxnSpPr>
              <a:cxnSpLocks noChangeShapeType="1"/>
            </p:cNvCxnSpPr>
            <p:nvPr/>
          </p:nvCxnSpPr>
          <p:spPr bwMode="auto">
            <a:xfrm flipH="1" flipV="1">
              <a:off x="2996470" y="1734876"/>
              <a:ext cx="3178" cy="123075"/>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grpSp>
      <p:grpSp>
        <p:nvGrpSpPr>
          <p:cNvPr id="257" name="Group 327">
            <a:extLst>
              <a:ext uri="{FF2B5EF4-FFF2-40B4-BE49-F238E27FC236}">
                <a16:creationId xmlns:a16="http://schemas.microsoft.com/office/drawing/2014/main" id="{C6D6E434-396F-824D-B42D-39B257E17412}"/>
              </a:ext>
            </a:extLst>
          </p:cNvPr>
          <p:cNvGrpSpPr>
            <a:grpSpLocks/>
          </p:cNvGrpSpPr>
          <p:nvPr/>
        </p:nvGrpSpPr>
        <p:grpSpPr bwMode="auto">
          <a:xfrm>
            <a:off x="5966998" y="5513457"/>
            <a:ext cx="565150" cy="292100"/>
            <a:chOff x="1871277" y="1576300"/>
            <a:chExt cx="1128371" cy="437861"/>
          </a:xfrm>
        </p:grpSpPr>
        <p:sp>
          <p:nvSpPr>
            <p:cNvPr id="258" name="Oval 257">
              <a:extLst>
                <a:ext uri="{FF2B5EF4-FFF2-40B4-BE49-F238E27FC236}">
                  <a16:creationId xmlns:a16="http://schemas.microsoft.com/office/drawing/2014/main" id="{BD523501-0761-ED43-9FA5-AEA15E2D1C9C}"/>
                </a:ext>
              </a:extLst>
            </p:cNvPr>
            <p:cNvSpPr>
              <a:spLocks noChangeArrowheads="1"/>
            </p:cNvSpPr>
            <p:nvPr/>
          </p:nvSpPr>
          <p:spPr bwMode="auto">
            <a:xfrm flipV="1">
              <a:off x="1874446" y="1692905"/>
              <a:ext cx="1125202" cy="321256"/>
            </a:xfrm>
            <a:prstGeom prst="ellipse">
              <a:avLst/>
            </a:prstGeom>
            <a:gradFill rotWithShape="1">
              <a:gsLst>
                <a:gs pos="0">
                  <a:srgbClr val="262699"/>
                </a:gs>
                <a:gs pos="53000">
                  <a:srgbClr val="8585E0"/>
                </a:gs>
                <a:gs pos="100000">
                  <a:srgbClr val="262699"/>
                </a:gs>
              </a:gsLst>
              <a:lin ang="0" scaled="1"/>
            </a:gradFill>
            <a:ln w="6350">
              <a:solidFill>
                <a:srgbClr val="000000"/>
              </a:solidFill>
              <a:round/>
              <a:headEnd/>
              <a:tailEnd/>
            </a:ln>
            <a:effectLst>
              <a:outerShdw blurRad="40000" dist="23000" dir="5400000" rotWithShape="0">
                <a:srgbClr val="808080">
                  <a:alpha val="34999"/>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solidFill>
                    <a:srgbClr val="000000"/>
                  </a:solidFill>
                </a:ln>
                <a:solidFill>
                  <a:srgbClr val="FFFFFF"/>
                </a:solidFill>
                <a:effectLst/>
                <a:uLnTx/>
                <a:uFillTx/>
                <a:latin typeface="Gill Sans MT"/>
                <a:ea typeface="ＭＳ Ｐゴシック" panose="020B0600070205080204" pitchFamily="34" charset="-128"/>
                <a:cs typeface="+mn-cs"/>
              </a:endParaRPr>
            </a:p>
          </p:txBody>
        </p:sp>
        <p:sp>
          <p:nvSpPr>
            <p:cNvPr id="259" name="Rectangle 258">
              <a:extLst>
                <a:ext uri="{FF2B5EF4-FFF2-40B4-BE49-F238E27FC236}">
                  <a16:creationId xmlns:a16="http://schemas.microsoft.com/office/drawing/2014/main" id="{1B2C53EE-99C4-9041-B078-E1DEA73E56F8}"/>
                </a:ext>
              </a:extLst>
            </p:cNvPr>
            <p:cNvSpPr/>
            <p:nvPr/>
          </p:nvSpPr>
          <p:spPr bwMode="auto">
            <a:xfrm>
              <a:off x="1871277" y="1740499"/>
              <a:ext cx="1128371" cy="114225"/>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sp>
          <p:nvSpPr>
            <p:cNvPr id="260" name="Oval 259">
              <a:extLst>
                <a:ext uri="{FF2B5EF4-FFF2-40B4-BE49-F238E27FC236}">
                  <a16:creationId xmlns:a16="http://schemas.microsoft.com/office/drawing/2014/main" id="{27361595-2FF4-1B46-839D-326969B484FA}"/>
                </a:ext>
              </a:extLst>
            </p:cNvPr>
            <p:cNvSpPr>
              <a:spLocks noChangeArrowheads="1"/>
            </p:cNvSpPr>
            <p:nvPr/>
          </p:nvSpPr>
          <p:spPr bwMode="auto">
            <a:xfrm flipV="1">
              <a:off x="1871277" y="1576300"/>
              <a:ext cx="1125200" cy="321257"/>
            </a:xfrm>
            <a:prstGeom prst="ellipse">
              <a:avLst/>
            </a:prstGeom>
            <a:solidFill>
              <a:srgbClr val="BFBFBF"/>
            </a:solidFill>
            <a:ln w="6350">
              <a:solidFill>
                <a:srgbClr val="000000"/>
              </a:solidFill>
              <a:round/>
              <a:headEnd/>
              <a:tailEnd/>
            </a:ln>
            <a:effectLst>
              <a:outerShdw blurRad="40000" dist="23000" dir="5400000" rotWithShape="0">
                <a:srgbClr val="808080">
                  <a:alpha val="34999"/>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solidFill>
                    <a:srgbClr val="000000"/>
                  </a:solidFill>
                </a:ln>
                <a:solidFill>
                  <a:srgbClr val="FFFFFF"/>
                </a:solidFill>
                <a:effectLst/>
                <a:uLnTx/>
                <a:uFillTx/>
                <a:latin typeface="Gill Sans MT"/>
                <a:ea typeface="ＭＳ Ｐゴシック" panose="020B0600070205080204" pitchFamily="34" charset="-128"/>
                <a:cs typeface="+mn-cs"/>
              </a:endParaRPr>
            </a:p>
          </p:txBody>
        </p:sp>
        <p:sp>
          <p:nvSpPr>
            <p:cNvPr id="261" name="Freeform 260">
              <a:extLst>
                <a:ext uri="{FF2B5EF4-FFF2-40B4-BE49-F238E27FC236}">
                  <a16:creationId xmlns:a16="http://schemas.microsoft.com/office/drawing/2014/main" id="{89642470-FD74-1047-9747-D0EB2363B800}"/>
                </a:ext>
              </a:extLst>
            </p:cNvPr>
            <p:cNvSpPr/>
            <p:nvPr/>
          </p:nvSpPr>
          <p:spPr bwMode="auto">
            <a:xfrm>
              <a:off x="2159708" y="1673868"/>
              <a:ext cx="548339" cy="15943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sp>
          <p:nvSpPr>
            <p:cNvPr id="262" name="Freeform 261">
              <a:extLst>
                <a:ext uri="{FF2B5EF4-FFF2-40B4-BE49-F238E27FC236}">
                  <a16:creationId xmlns:a16="http://schemas.microsoft.com/office/drawing/2014/main" id="{12E17BAF-3675-9946-91CF-C0BD05A47A02}"/>
                </a:ext>
              </a:extLst>
            </p:cNvPr>
            <p:cNvSpPr>
              <a:spLocks/>
            </p:cNvSpPr>
            <p:nvPr/>
          </p:nvSpPr>
          <p:spPr bwMode="auto">
            <a:xfrm>
              <a:off x="2102655" y="1633412"/>
              <a:ext cx="662444" cy="111846"/>
            </a:xfrm>
            <a:custGeom>
              <a:avLst/>
              <a:gdLst>
                <a:gd name="T0" fmla="*/ 0 w 3723451"/>
                <a:gd name="T1" fmla="*/ 27363 h 932950"/>
                <a:gd name="T2" fmla="*/ 116562 w 3723451"/>
                <a:gd name="T3" fmla="*/ 322 h 932950"/>
                <a:gd name="T4" fmla="*/ 330164 w 3723451"/>
                <a:gd name="T5" fmla="*/ 62407 h 932950"/>
                <a:gd name="T6" fmla="*/ 533943 w 3723451"/>
                <a:gd name="T7" fmla="*/ 0 h 932950"/>
                <a:gd name="T8" fmla="*/ 662444 w 3723451"/>
                <a:gd name="T9" fmla="*/ 24834 h 932950"/>
                <a:gd name="T10" fmla="*/ 566839 w 3723451"/>
                <a:gd name="T11" fmla="*/ 55371 h 932950"/>
                <a:gd name="T12" fmla="*/ 536059 w 3723451"/>
                <a:gd name="T13" fmla="*/ 47138 h 932950"/>
                <a:gd name="T14" fmla="*/ 333917 w 3723451"/>
                <a:gd name="T15" fmla="*/ 111846 h 932950"/>
                <a:gd name="T16" fmla="*/ 126604 w 3723451"/>
                <a:gd name="T17" fmla="*/ 49519 h 932950"/>
                <a:gd name="T18" fmla="*/ 93086 w 3723451"/>
                <a:gd name="T19" fmla="*/ 56246 h 932950"/>
                <a:gd name="T20" fmla="*/ 0 w 3723451"/>
                <a:gd name="T21" fmla="*/ 27363 h 9329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63" name="Freeform 262">
              <a:extLst>
                <a:ext uri="{FF2B5EF4-FFF2-40B4-BE49-F238E27FC236}">
                  <a16:creationId xmlns:a16="http://schemas.microsoft.com/office/drawing/2014/main" id="{FB02D5C9-E16C-D545-9658-9B08CD700FC7}"/>
                </a:ext>
              </a:extLst>
            </p:cNvPr>
            <p:cNvSpPr>
              <a:spLocks/>
            </p:cNvSpPr>
            <p:nvPr/>
          </p:nvSpPr>
          <p:spPr bwMode="auto">
            <a:xfrm>
              <a:off x="2536889" y="1728599"/>
              <a:ext cx="244057" cy="97568"/>
            </a:xfrm>
            <a:custGeom>
              <a:avLst/>
              <a:gdLst>
                <a:gd name="T0" fmla="*/ 0 w 1366596"/>
                <a:gd name="T1" fmla="*/ 0 h 809868"/>
                <a:gd name="T2" fmla="*/ 244057 w 1366596"/>
                <a:gd name="T3" fmla="*/ 75393 h 809868"/>
                <a:gd name="T4" fmla="*/ 154487 w 1366596"/>
                <a:gd name="T5" fmla="*/ 97568 h 809868"/>
                <a:gd name="T6" fmla="*/ 822 w 1366596"/>
                <a:gd name="T7" fmla="*/ 51556 h 809868"/>
                <a:gd name="T8" fmla="*/ 0 w 1366596"/>
                <a:gd name="T9" fmla="*/ 0 h 8098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64" name="Freeform 263">
              <a:extLst>
                <a:ext uri="{FF2B5EF4-FFF2-40B4-BE49-F238E27FC236}">
                  <a16:creationId xmlns:a16="http://schemas.microsoft.com/office/drawing/2014/main" id="{43C530C6-57F7-D943-BF8C-3B8BE501FC32}"/>
                </a:ext>
              </a:extLst>
            </p:cNvPr>
            <p:cNvSpPr>
              <a:spLocks/>
            </p:cNvSpPr>
            <p:nvPr/>
          </p:nvSpPr>
          <p:spPr bwMode="auto">
            <a:xfrm>
              <a:off x="2089977" y="1730980"/>
              <a:ext cx="240888" cy="95187"/>
            </a:xfrm>
            <a:custGeom>
              <a:avLst/>
              <a:gdLst>
                <a:gd name="T0" fmla="*/ 237599 w 1348191"/>
                <a:gd name="T1" fmla="*/ 0 h 791462"/>
                <a:gd name="T2" fmla="*/ 240888 w 1348191"/>
                <a:gd name="T3" fmla="*/ 45933 h 791462"/>
                <a:gd name="T4" fmla="*/ 87147 w 1348191"/>
                <a:gd name="T5" fmla="*/ 95187 h 791462"/>
                <a:gd name="T6" fmla="*/ 0 w 1348191"/>
                <a:gd name="T7" fmla="*/ 73604 h 791462"/>
                <a:gd name="T8" fmla="*/ 237599 w 1348191"/>
                <a:gd name="T9" fmla="*/ 0 h 7914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8191" h="791462">
                  <a:moveTo>
                    <a:pt x="1329786" y="0"/>
                  </a:moveTo>
                  <a:lnTo>
                    <a:pt x="1348191" y="381926"/>
                  </a:lnTo>
                  <a:lnTo>
                    <a:pt x="487742" y="791462"/>
                  </a:lnTo>
                  <a:lnTo>
                    <a:pt x="0" y="612002"/>
                  </a:lnTo>
                  <a:lnTo>
                    <a:pt x="1329786" y="0"/>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cxnSp>
          <p:nvCxnSpPr>
            <p:cNvPr id="265" name="Straight Connector 264">
              <a:extLst>
                <a:ext uri="{FF2B5EF4-FFF2-40B4-BE49-F238E27FC236}">
                  <a16:creationId xmlns:a16="http://schemas.microsoft.com/office/drawing/2014/main" id="{04998C4B-6CC3-804D-8149-EB9753D18CA7}"/>
                </a:ext>
              </a:extLst>
            </p:cNvPr>
            <p:cNvCxnSpPr>
              <a:cxnSpLocks noChangeShapeType="1"/>
              <a:endCxn id="260" idx="2"/>
            </p:cNvCxnSpPr>
            <p:nvPr/>
          </p:nvCxnSpPr>
          <p:spPr bwMode="auto">
            <a:xfrm flipH="1" flipV="1">
              <a:off x="1871277" y="1735739"/>
              <a:ext cx="3169" cy="123743"/>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cxnSp>
          <p:nvCxnSpPr>
            <p:cNvPr id="266" name="Straight Connector 265">
              <a:extLst>
                <a:ext uri="{FF2B5EF4-FFF2-40B4-BE49-F238E27FC236}">
                  <a16:creationId xmlns:a16="http://schemas.microsoft.com/office/drawing/2014/main" id="{565D2A47-CC6C-8440-A5DF-83E670BCAF12}"/>
                </a:ext>
              </a:extLst>
            </p:cNvPr>
            <p:cNvCxnSpPr>
              <a:cxnSpLocks noChangeShapeType="1"/>
            </p:cNvCxnSpPr>
            <p:nvPr/>
          </p:nvCxnSpPr>
          <p:spPr bwMode="auto">
            <a:xfrm flipH="1" flipV="1">
              <a:off x="2996477" y="1733359"/>
              <a:ext cx="3171" cy="123743"/>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grpSp>
      <p:grpSp>
        <p:nvGrpSpPr>
          <p:cNvPr id="267" name="Group 337">
            <a:extLst>
              <a:ext uri="{FF2B5EF4-FFF2-40B4-BE49-F238E27FC236}">
                <a16:creationId xmlns:a16="http://schemas.microsoft.com/office/drawing/2014/main" id="{82B40A4C-BCB9-0F49-86D8-65358510B247}"/>
              </a:ext>
            </a:extLst>
          </p:cNvPr>
          <p:cNvGrpSpPr>
            <a:grpSpLocks/>
          </p:cNvGrpSpPr>
          <p:nvPr/>
        </p:nvGrpSpPr>
        <p:grpSpPr bwMode="auto">
          <a:xfrm>
            <a:off x="6609935" y="5967482"/>
            <a:ext cx="563563" cy="293688"/>
            <a:chOff x="1871277" y="1576300"/>
            <a:chExt cx="1128371" cy="437861"/>
          </a:xfrm>
        </p:grpSpPr>
        <p:sp>
          <p:nvSpPr>
            <p:cNvPr id="268" name="Oval 267">
              <a:extLst>
                <a:ext uri="{FF2B5EF4-FFF2-40B4-BE49-F238E27FC236}">
                  <a16:creationId xmlns:a16="http://schemas.microsoft.com/office/drawing/2014/main" id="{683F4F4C-42FD-9846-A017-5B90A1CDF30A}"/>
                </a:ext>
              </a:extLst>
            </p:cNvPr>
            <p:cNvSpPr>
              <a:spLocks noChangeArrowheads="1"/>
            </p:cNvSpPr>
            <p:nvPr/>
          </p:nvSpPr>
          <p:spPr bwMode="auto">
            <a:xfrm flipV="1">
              <a:off x="1874457" y="1694641"/>
              <a:ext cx="1125191" cy="319520"/>
            </a:xfrm>
            <a:prstGeom prst="ellipse">
              <a:avLst/>
            </a:prstGeom>
            <a:gradFill rotWithShape="1">
              <a:gsLst>
                <a:gs pos="0">
                  <a:srgbClr val="262699"/>
                </a:gs>
                <a:gs pos="53000">
                  <a:srgbClr val="8585E0"/>
                </a:gs>
                <a:gs pos="100000">
                  <a:srgbClr val="262699"/>
                </a:gs>
              </a:gsLst>
              <a:lin ang="0" scaled="1"/>
            </a:gradFill>
            <a:ln w="6350">
              <a:solidFill>
                <a:srgbClr val="000000"/>
              </a:solidFill>
              <a:round/>
              <a:headEnd/>
              <a:tailEnd/>
            </a:ln>
            <a:effectLst>
              <a:outerShdw blurRad="40000" dist="23000" dir="5400000" rotWithShape="0">
                <a:srgbClr val="808080">
                  <a:alpha val="34999"/>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solidFill>
                    <a:srgbClr val="000000"/>
                  </a:solidFill>
                </a:ln>
                <a:solidFill>
                  <a:srgbClr val="FFFFFF"/>
                </a:solidFill>
                <a:effectLst/>
                <a:uLnTx/>
                <a:uFillTx/>
                <a:latin typeface="Gill Sans MT"/>
                <a:ea typeface="ＭＳ Ｐゴシック" panose="020B0600070205080204" pitchFamily="34" charset="-128"/>
                <a:cs typeface="+mn-cs"/>
              </a:endParaRPr>
            </a:p>
          </p:txBody>
        </p:sp>
        <p:sp>
          <p:nvSpPr>
            <p:cNvPr id="269" name="Rectangle 268">
              <a:extLst>
                <a:ext uri="{FF2B5EF4-FFF2-40B4-BE49-F238E27FC236}">
                  <a16:creationId xmlns:a16="http://schemas.microsoft.com/office/drawing/2014/main" id="{3F600344-6D5A-5149-9480-8AD325F910A2}"/>
                </a:ext>
              </a:extLst>
            </p:cNvPr>
            <p:cNvSpPr/>
            <p:nvPr/>
          </p:nvSpPr>
          <p:spPr bwMode="auto">
            <a:xfrm>
              <a:off x="1871277" y="1739611"/>
              <a:ext cx="1128371" cy="115973"/>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sp>
          <p:nvSpPr>
            <p:cNvPr id="270" name="Oval 269">
              <a:extLst>
                <a:ext uri="{FF2B5EF4-FFF2-40B4-BE49-F238E27FC236}">
                  <a16:creationId xmlns:a16="http://schemas.microsoft.com/office/drawing/2014/main" id="{358912A5-2365-7548-98D1-05C254AB8C93}"/>
                </a:ext>
              </a:extLst>
            </p:cNvPr>
            <p:cNvSpPr>
              <a:spLocks noChangeArrowheads="1"/>
            </p:cNvSpPr>
            <p:nvPr/>
          </p:nvSpPr>
          <p:spPr bwMode="auto">
            <a:xfrm flipV="1">
              <a:off x="1871277" y="1576300"/>
              <a:ext cx="1125191" cy="319520"/>
            </a:xfrm>
            <a:prstGeom prst="ellipse">
              <a:avLst/>
            </a:prstGeom>
            <a:solidFill>
              <a:srgbClr val="BFBFBF"/>
            </a:solidFill>
            <a:ln w="6350">
              <a:solidFill>
                <a:srgbClr val="000000"/>
              </a:solidFill>
              <a:round/>
              <a:headEnd/>
              <a:tailEnd/>
            </a:ln>
            <a:effectLst>
              <a:outerShdw blurRad="40000" dist="23000" dir="5400000" rotWithShape="0">
                <a:srgbClr val="808080">
                  <a:alpha val="34999"/>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solidFill>
                    <a:srgbClr val="000000"/>
                  </a:solidFill>
                </a:ln>
                <a:solidFill>
                  <a:srgbClr val="FFFFFF"/>
                </a:solidFill>
                <a:effectLst/>
                <a:uLnTx/>
                <a:uFillTx/>
                <a:latin typeface="Gill Sans MT"/>
                <a:ea typeface="ＭＳ Ｐゴシック" panose="020B0600070205080204" pitchFamily="34" charset="-128"/>
                <a:cs typeface="+mn-cs"/>
              </a:endParaRPr>
            </a:p>
          </p:txBody>
        </p:sp>
        <p:sp>
          <p:nvSpPr>
            <p:cNvPr id="271" name="Freeform 270">
              <a:extLst>
                <a:ext uri="{FF2B5EF4-FFF2-40B4-BE49-F238E27FC236}">
                  <a16:creationId xmlns:a16="http://schemas.microsoft.com/office/drawing/2014/main" id="{856A4118-FA0A-BF49-876A-9D235E6C6E2E}"/>
                </a:ext>
              </a:extLst>
            </p:cNvPr>
            <p:cNvSpPr/>
            <p:nvPr/>
          </p:nvSpPr>
          <p:spPr bwMode="auto">
            <a:xfrm>
              <a:off x="2160522" y="1673340"/>
              <a:ext cx="546703" cy="160943"/>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sp>
          <p:nvSpPr>
            <p:cNvPr id="272" name="Freeform 271">
              <a:extLst>
                <a:ext uri="{FF2B5EF4-FFF2-40B4-BE49-F238E27FC236}">
                  <a16:creationId xmlns:a16="http://schemas.microsoft.com/office/drawing/2014/main" id="{73066D64-2E3F-F24D-B741-44F8F9E6C32A}"/>
                </a:ext>
              </a:extLst>
            </p:cNvPr>
            <p:cNvSpPr>
              <a:spLocks/>
            </p:cNvSpPr>
            <p:nvPr/>
          </p:nvSpPr>
          <p:spPr bwMode="auto">
            <a:xfrm>
              <a:off x="2103309" y="1633103"/>
              <a:ext cx="661129" cy="111241"/>
            </a:xfrm>
            <a:custGeom>
              <a:avLst/>
              <a:gdLst>
                <a:gd name="T0" fmla="*/ 0 w 3723451"/>
                <a:gd name="T1" fmla="*/ 27215 h 932950"/>
                <a:gd name="T2" fmla="*/ 116330 w 3723451"/>
                <a:gd name="T3" fmla="*/ 321 h 932950"/>
                <a:gd name="T4" fmla="*/ 329508 w 3723451"/>
                <a:gd name="T5" fmla="*/ 62070 h 932950"/>
                <a:gd name="T6" fmla="*/ 532883 w 3723451"/>
                <a:gd name="T7" fmla="*/ 0 h 932950"/>
                <a:gd name="T8" fmla="*/ 661129 w 3723451"/>
                <a:gd name="T9" fmla="*/ 24700 h 932950"/>
                <a:gd name="T10" fmla="*/ 565714 w 3723451"/>
                <a:gd name="T11" fmla="*/ 55072 h 932950"/>
                <a:gd name="T12" fmla="*/ 534995 w 3723451"/>
                <a:gd name="T13" fmla="*/ 46883 h 932950"/>
                <a:gd name="T14" fmla="*/ 333254 w 3723451"/>
                <a:gd name="T15" fmla="*/ 111241 h 932950"/>
                <a:gd name="T16" fmla="*/ 126353 w 3723451"/>
                <a:gd name="T17" fmla="*/ 49251 h 932950"/>
                <a:gd name="T18" fmla="*/ 92901 w 3723451"/>
                <a:gd name="T19" fmla="*/ 55941 h 932950"/>
                <a:gd name="T20" fmla="*/ 0 w 3723451"/>
                <a:gd name="T21" fmla="*/ 27215 h 9329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73" name="Freeform 272">
              <a:extLst>
                <a:ext uri="{FF2B5EF4-FFF2-40B4-BE49-F238E27FC236}">
                  <a16:creationId xmlns:a16="http://schemas.microsoft.com/office/drawing/2014/main" id="{63C7C818-A6BA-5B46-8663-C7EB1B1CEB1A}"/>
                </a:ext>
              </a:extLst>
            </p:cNvPr>
            <p:cNvSpPr>
              <a:spLocks/>
            </p:cNvSpPr>
            <p:nvPr/>
          </p:nvSpPr>
          <p:spPr bwMode="auto">
            <a:xfrm>
              <a:off x="2538763" y="1727776"/>
              <a:ext cx="241567" cy="97040"/>
            </a:xfrm>
            <a:custGeom>
              <a:avLst/>
              <a:gdLst>
                <a:gd name="T0" fmla="*/ 0 w 1366596"/>
                <a:gd name="T1" fmla="*/ 0 h 809868"/>
                <a:gd name="T2" fmla="*/ 241567 w 1366596"/>
                <a:gd name="T3" fmla="*/ 74985 h 809868"/>
                <a:gd name="T4" fmla="*/ 152911 w 1366596"/>
                <a:gd name="T5" fmla="*/ 97040 h 809868"/>
                <a:gd name="T6" fmla="*/ 813 w 1366596"/>
                <a:gd name="T7" fmla="*/ 51277 h 809868"/>
                <a:gd name="T8" fmla="*/ 0 w 1366596"/>
                <a:gd name="T9" fmla="*/ 0 h 8098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74" name="Freeform 273">
              <a:extLst>
                <a:ext uri="{FF2B5EF4-FFF2-40B4-BE49-F238E27FC236}">
                  <a16:creationId xmlns:a16="http://schemas.microsoft.com/office/drawing/2014/main" id="{958FEB88-75FB-2D44-9A10-0367FDB3A463}"/>
                </a:ext>
              </a:extLst>
            </p:cNvPr>
            <p:cNvSpPr>
              <a:spLocks/>
            </p:cNvSpPr>
            <p:nvPr/>
          </p:nvSpPr>
          <p:spPr bwMode="auto">
            <a:xfrm>
              <a:off x="2090595" y="1730144"/>
              <a:ext cx="238387" cy="97039"/>
            </a:xfrm>
            <a:custGeom>
              <a:avLst/>
              <a:gdLst>
                <a:gd name="T0" fmla="*/ 235133 w 1348191"/>
                <a:gd name="T1" fmla="*/ 0 h 791462"/>
                <a:gd name="T2" fmla="*/ 238387 w 1348191"/>
                <a:gd name="T3" fmla="*/ 46827 h 791462"/>
                <a:gd name="T4" fmla="*/ 86242 w 1348191"/>
                <a:gd name="T5" fmla="*/ 97039 h 791462"/>
                <a:gd name="T6" fmla="*/ 0 w 1348191"/>
                <a:gd name="T7" fmla="*/ 75036 h 791462"/>
                <a:gd name="T8" fmla="*/ 235133 w 1348191"/>
                <a:gd name="T9" fmla="*/ 0 h 7914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8191" h="791462">
                  <a:moveTo>
                    <a:pt x="1329786" y="0"/>
                  </a:moveTo>
                  <a:lnTo>
                    <a:pt x="1348191" y="381926"/>
                  </a:lnTo>
                  <a:lnTo>
                    <a:pt x="487742" y="791462"/>
                  </a:lnTo>
                  <a:lnTo>
                    <a:pt x="0" y="612002"/>
                  </a:lnTo>
                  <a:lnTo>
                    <a:pt x="1329786" y="0"/>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cxnSp>
          <p:nvCxnSpPr>
            <p:cNvPr id="275" name="Straight Connector 274">
              <a:extLst>
                <a:ext uri="{FF2B5EF4-FFF2-40B4-BE49-F238E27FC236}">
                  <a16:creationId xmlns:a16="http://schemas.microsoft.com/office/drawing/2014/main" id="{E5F8810D-58B9-1B41-9069-743A57CBD942}"/>
                </a:ext>
              </a:extLst>
            </p:cNvPr>
            <p:cNvCxnSpPr>
              <a:cxnSpLocks noChangeShapeType="1"/>
              <a:endCxn id="270" idx="2"/>
            </p:cNvCxnSpPr>
            <p:nvPr/>
          </p:nvCxnSpPr>
          <p:spPr bwMode="auto">
            <a:xfrm flipH="1" flipV="1">
              <a:off x="1871277" y="1737243"/>
              <a:ext cx="3180" cy="123074"/>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cxnSp>
          <p:nvCxnSpPr>
            <p:cNvPr id="276" name="Straight Connector 275">
              <a:extLst>
                <a:ext uri="{FF2B5EF4-FFF2-40B4-BE49-F238E27FC236}">
                  <a16:creationId xmlns:a16="http://schemas.microsoft.com/office/drawing/2014/main" id="{B7248C01-1BC9-084D-9C19-4C517E66801B}"/>
                </a:ext>
              </a:extLst>
            </p:cNvPr>
            <p:cNvCxnSpPr>
              <a:cxnSpLocks noChangeShapeType="1"/>
            </p:cNvCxnSpPr>
            <p:nvPr/>
          </p:nvCxnSpPr>
          <p:spPr bwMode="auto">
            <a:xfrm flipH="1" flipV="1">
              <a:off x="2996468" y="1734877"/>
              <a:ext cx="3180" cy="123074"/>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grpSp>
      <p:grpSp>
        <p:nvGrpSpPr>
          <p:cNvPr id="277" name="Group 347">
            <a:extLst>
              <a:ext uri="{FF2B5EF4-FFF2-40B4-BE49-F238E27FC236}">
                <a16:creationId xmlns:a16="http://schemas.microsoft.com/office/drawing/2014/main" id="{EA66C38A-2A9F-054D-B190-0607C48440C0}"/>
              </a:ext>
            </a:extLst>
          </p:cNvPr>
          <p:cNvGrpSpPr>
            <a:grpSpLocks/>
          </p:cNvGrpSpPr>
          <p:nvPr/>
        </p:nvGrpSpPr>
        <p:grpSpPr bwMode="auto">
          <a:xfrm>
            <a:off x="7332248" y="5653157"/>
            <a:ext cx="565150" cy="293688"/>
            <a:chOff x="1871277" y="1576300"/>
            <a:chExt cx="1128371" cy="437861"/>
          </a:xfrm>
        </p:grpSpPr>
        <p:sp>
          <p:nvSpPr>
            <p:cNvPr id="278" name="Oval 277">
              <a:extLst>
                <a:ext uri="{FF2B5EF4-FFF2-40B4-BE49-F238E27FC236}">
                  <a16:creationId xmlns:a16="http://schemas.microsoft.com/office/drawing/2014/main" id="{578C6C8A-3C2C-CA47-A52F-E5336E397A8C}"/>
                </a:ext>
              </a:extLst>
            </p:cNvPr>
            <p:cNvSpPr>
              <a:spLocks noChangeArrowheads="1"/>
            </p:cNvSpPr>
            <p:nvPr/>
          </p:nvSpPr>
          <p:spPr bwMode="auto">
            <a:xfrm flipV="1">
              <a:off x="1874446" y="1694641"/>
              <a:ext cx="1125202" cy="319520"/>
            </a:xfrm>
            <a:prstGeom prst="ellipse">
              <a:avLst/>
            </a:prstGeom>
            <a:gradFill rotWithShape="1">
              <a:gsLst>
                <a:gs pos="0">
                  <a:srgbClr val="262699"/>
                </a:gs>
                <a:gs pos="53000">
                  <a:srgbClr val="8585E0"/>
                </a:gs>
                <a:gs pos="100000">
                  <a:srgbClr val="262699"/>
                </a:gs>
              </a:gsLst>
              <a:lin ang="0" scaled="1"/>
            </a:gradFill>
            <a:ln w="6350">
              <a:solidFill>
                <a:srgbClr val="000000"/>
              </a:solidFill>
              <a:round/>
              <a:headEnd/>
              <a:tailEnd/>
            </a:ln>
            <a:effectLst>
              <a:outerShdw blurRad="40000" dist="23000" dir="5400000" rotWithShape="0">
                <a:srgbClr val="808080">
                  <a:alpha val="34999"/>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solidFill>
                    <a:srgbClr val="000000"/>
                  </a:solidFill>
                </a:ln>
                <a:solidFill>
                  <a:srgbClr val="FFFFFF"/>
                </a:solidFill>
                <a:effectLst/>
                <a:uLnTx/>
                <a:uFillTx/>
                <a:latin typeface="Gill Sans MT"/>
                <a:ea typeface="ＭＳ Ｐゴシック" panose="020B0600070205080204" pitchFamily="34" charset="-128"/>
                <a:cs typeface="+mn-cs"/>
              </a:endParaRPr>
            </a:p>
          </p:txBody>
        </p:sp>
        <p:sp>
          <p:nvSpPr>
            <p:cNvPr id="279" name="Rectangle 278">
              <a:extLst>
                <a:ext uri="{FF2B5EF4-FFF2-40B4-BE49-F238E27FC236}">
                  <a16:creationId xmlns:a16="http://schemas.microsoft.com/office/drawing/2014/main" id="{40527894-E8D6-8847-A758-9F4A98B89D5B}"/>
                </a:ext>
              </a:extLst>
            </p:cNvPr>
            <p:cNvSpPr/>
            <p:nvPr/>
          </p:nvSpPr>
          <p:spPr bwMode="auto">
            <a:xfrm>
              <a:off x="1871277" y="1739611"/>
              <a:ext cx="1128371" cy="115973"/>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sp>
          <p:nvSpPr>
            <p:cNvPr id="280" name="Oval 279">
              <a:extLst>
                <a:ext uri="{FF2B5EF4-FFF2-40B4-BE49-F238E27FC236}">
                  <a16:creationId xmlns:a16="http://schemas.microsoft.com/office/drawing/2014/main" id="{50FCBF9F-6CE0-7B47-94FC-CD5787B788A2}"/>
                </a:ext>
              </a:extLst>
            </p:cNvPr>
            <p:cNvSpPr>
              <a:spLocks noChangeArrowheads="1"/>
            </p:cNvSpPr>
            <p:nvPr/>
          </p:nvSpPr>
          <p:spPr bwMode="auto">
            <a:xfrm flipV="1">
              <a:off x="1871277" y="1576300"/>
              <a:ext cx="1125200" cy="319520"/>
            </a:xfrm>
            <a:prstGeom prst="ellipse">
              <a:avLst/>
            </a:prstGeom>
            <a:solidFill>
              <a:srgbClr val="BFBFBF"/>
            </a:solidFill>
            <a:ln w="6350">
              <a:solidFill>
                <a:srgbClr val="000000"/>
              </a:solidFill>
              <a:round/>
              <a:headEnd/>
              <a:tailEnd/>
            </a:ln>
            <a:effectLst>
              <a:outerShdw blurRad="40000" dist="23000" dir="5400000" rotWithShape="0">
                <a:srgbClr val="808080">
                  <a:alpha val="34999"/>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solidFill>
                    <a:srgbClr val="000000"/>
                  </a:solidFill>
                </a:ln>
                <a:solidFill>
                  <a:srgbClr val="FFFFFF"/>
                </a:solidFill>
                <a:effectLst/>
                <a:uLnTx/>
                <a:uFillTx/>
                <a:latin typeface="Gill Sans MT"/>
                <a:ea typeface="ＭＳ Ｐゴシック" panose="020B0600070205080204" pitchFamily="34" charset="-128"/>
                <a:cs typeface="+mn-cs"/>
              </a:endParaRPr>
            </a:p>
          </p:txBody>
        </p:sp>
        <p:sp>
          <p:nvSpPr>
            <p:cNvPr id="281" name="Freeform 280">
              <a:extLst>
                <a:ext uri="{FF2B5EF4-FFF2-40B4-BE49-F238E27FC236}">
                  <a16:creationId xmlns:a16="http://schemas.microsoft.com/office/drawing/2014/main" id="{5D5ADD21-3F21-8E47-B87D-2BDC146712B9}"/>
                </a:ext>
              </a:extLst>
            </p:cNvPr>
            <p:cNvSpPr/>
            <p:nvPr/>
          </p:nvSpPr>
          <p:spPr bwMode="auto">
            <a:xfrm>
              <a:off x="2159708" y="1673340"/>
              <a:ext cx="548339" cy="160943"/>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sp>
          <p:nvSpPr>
            <p:cNvPr id="282" name="Freeform 281">
              <a:extLst>
                <a:ext uri="{FF2B5EF4-FFF2-40B4-BE49-F238E27FC236}">
                  <a16:creationId xmlns:a16="http://schemas.microsoft.com/office/drawing/2014/main" id="{0FF22D66-78A9-2245-ACA6-A35063B9545F}"/>
                </a:ext>
              </a:extLst>
            </p:cNvPr>
            <p:cNvSpPr>
              <a:spLocks/>
            </p:cNvSpPr>
            <p:nvPr/>
          </p:nvSpPr>
          <p:spPr bwMode="auto">
            <a:xfrm>
              <a:off x="2102655" y="1633103"/>
              <a:ext cx="662444" cy="111241"/>
            </a:xfrm>
            <a:custGeom>
              <a:avLst/>
              <a:gdLst>
                <a:gd name="T0" fmla="*/ 0 w 3723451"/>
                <a:gd name="T1" fmla="*/ 27215 h 932950"/>
                <a:gd name="T2" fmla="*/ 116562 w 3723451"/>
                <a:gd name="T3" fmla="*/ 321 h 932950"/>
                <a:gd name="T4" fmla="*/ 330164 w 3723451"/>
                <a:gd name="T5" fmla="*/ 62070 h 932950"/>
                <a:gd name="T6" fmla="*/ 533943 w 3723451"/>
                <a:gd name="T7" fmla="*/ 0 h 932950"/>
                <a:gd name="T8" fmla="*/ 662444 w 3723451"/>
                <a:gd name="T9" fmla="*/ 24700 h 932950"/>
                <a:gd name="T10" fmla="*/ 566839 w 3723451"/>
                <a:gd name="T11" fmla="*/ 55072 h 932950"/>
                <a:gd name="T12" fmla="*/ 536059 w 3723451"/>
                <a:gd name="T13" fmla="*/ 46883 h 932950"/>
                <a:gd name="T14" fmla="*/ 333917 w 3723451"/>
                <a:gd name="T15" fmla="*/ 111241 h 932950"/>
                <a:gd name="T16" fmla="*/ 126604 w 3723451"/>
                <a:gd name="T17" fmla="*/ 49251 h 932950"/>
                <a:gd name="T18" fmla="*/ 93086 w 3723451"/>
                <a:gd name="T19" fmla="*/ 55941 h 932950"/>
                <a:gd name="T20" fmla="*/ 0 w 3723451"/>
                <a:gd name="T21" fmla="*/ 27215 h 9329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83" name="Freeform 282">
              <a:extLst>
                <a:ext uri="{FF2B5EF4-FFF2-40B4-BE49-F238E27FC236}">
                  <a16:creationId xmlns:a16="http://schemas.microsoft.com/office/drawing/2014/main" id="{A86BA2E2-E459-454D-98E3-2CB0E41E1ED3}"/>
                </a:ext>
              </a:extLst>
            </p:cNvPr>
            <p:cNvSpPr>
              <a:spLocks/>
            </p:cNvSpPr>
            <p:nvPr/>
          </p:nvSpPr>
          <p:spPr bwMode="auto">
            <a:xfrm>
              <a:off x="2536889" y="1727776"/>
              <a:ext cx="244057" cy="97040"/>
            </a:xfrm>
            <a:custGeom>
              <a:avLst/>
              <a:gdLst>
                <a:gd name="T0" fmla="*/ 0 w 1366596"/>
                <a:gd name="T1" fmla="*/ 0 h 809868"/>
                <a:gd name="T2" fmla="*/ 244057 w 1366596"/>
                <a:gd name="T3" fmla="*/ 74985 h 809868"/>
                <a:gd name="T4" fmla="*/ 154487 w 1366596"/>
                <a:gd name="T5" fmla="*/ 97040 h 809868"/>
                <a:gd name="T6" fmla="*/ 822 w 1366596"/>
                <a:gd name="T7" fmla="*/ 51277 h 809868"/>
                <a:gd name="T8" fmla="*/ 0 w 1366596"/>
                <a:gd name="T9" fmla="*/ 0 h 8098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84" name="Freeform 283">
              <a:extLst>
                <a:ext uri="{FF2B5EF4-FFF2-40B4-BE49-F238E27FC236}">
                  <a16:creationId xmlns:a16="http://schemas.microsoft.com/office/drawing/2014/main" id="{32EB212F-0575-FD42-B1AF-F3AAD1FDE604}"/>
                </a:ext>
              </a:extLst>
            </p:cNvPr>
            <p:cNvSpPr>
              <a:spLocks/>
            </p:cNvSpPr>
            <p:nvPr/>
          </p:nvSpPr>
          <p:spPr bwMode="auto">
            <a:xfrm>
              <a:off x="2089977" y="1730144"/>
              <a:ext cx="240888" cy="97039"/>
            </a:xfrm>
            <a:custGeom>
              <a:avLst/>
              <a:gdLst>
                <a:gd name="T0" fmla="*/ 237599 w 1348191"/>
                <a:gd name="T1" fmla="*/ 0 h 791462"/>
                <a:gd name="T2" fmla="*/ 240888 w 1348191"/>
                <a:gd name="T3" fmla="*/ 46827 h 791462"/>
                <a:gd name="T4" fmla="*/ 87147 w 1348191"/>
                <a:gd name="T5" fmla="*/ 97039 h 791462"/>
                <a:gd name="T6" fmla="*/ 0 w 1348191"/>
                <a:gd name="T7" fmla="*/ 75036 h 791462"/>
                <a:gd name="T8" fmla="*/ 237599 w 1348191"/>
                <a:gd name="T9" fmla="*/ 0 h 7914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8191" h="791462">
                  <a:moveTo>
                    <a:pt x="1329786" y="0"/>
                  </a:moveTo>
                  <a:lnTo>
                    <a:pt x="1348191" y="381926"/>
                  </a:lnTo>
                  <a:lnTo>
                    <a:pt x="487742" y="791462"/>
                  </a:lnTo>
                  <a:lnTo>
                    <a:pt x="0" y="612002"/>
                  </a:lnTo>
                  <a:lnTo>
                    <a:pt x="1329786" y="0"/>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cxnSp>
          <p:nvCxnSpPr>
            <p:cNvPr id="285" name="Straight Connector 284">
              <a:extLst>
                <a:ext uri="{FF2B5EF4-FFF2-40B4-BE49-F238E27FC236}">
                  <a16:creationId xmlns:a16="http://schemas.microsoft.com/office/drawing/2014/main" id="{913FC001-18AF-3A49-BFB4-0B914F19FFD8}"/>
                </a:ext>
              </a:extLst>
            </p:cNvPr>
            <p:cNvCxnSpPr>
              <a:cxnSpLocks noChangeShapeType="1"/>
              <a:endCxn id="280" idx="2"/>
            </p:cNvCxnSpPr>
            <p:nvPr/>
          </p:nvCxnSpPr>
          <p:spPr bwMode="auto">
            <a:xfrm flipH="1" flipV="1">
              <a:off x="1871277" y="1737243"/>
              <a:ext cx="3169" cy="123074"/>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cxnSp>
          <p:nvCxnSpPr>
            <p:cNvPr id="286" name="Straight Connector 285">
              <a:extLst>
                <a:ext uri="{FF2B5EF4-FFF2-40B4-BE49-F238E27FC236}">
                  <a16:creationId xmlns:a16="http://schemas.microsoft.com/office/drawing/2014/main" id="{7194EB53-3E3D-024D-B0D2-5596DAD2A331}"/>
                </a:ext>
              </a:extLst>
            </p:cNvPr>
            <p:cNvCxnSpPr>
              <a:cxnSpLocks noChangeShapeType="1"/>
            </p:cNvCxnSpPr>
            <p:nvPr/>
          </p:nvCxnSpPr>
          <p:spPr bwMode="auto">
            <a:xfrm flipH="1" flipV="1">
              <a:off x="2996477" y="1734877"/>
              <a:ext cx="3171" cy="123074"/>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grpSp>
      <p:grpSp>
        <p:nvGrpSpPr>
          <p:cNvPr id="287" name="Group 286">
            <a:extLst>
              <a:ext uri="{FF2B5EF4-FFF2-40B4-BE49-F238E27FC236}">
                <a16:creationId xmlns:a16="http://schemas.microsoft.com/office/drawing/2014/main" id="{7169FC3C-178E-6048-AB6C-8493893B17E5}"/>
              </a:ext>
            </a:extLst>
          </p:cNvPr>
          <p:cNvGrpSpPr>
            <a:grpSpLocks/>
          </p:cNvGrpSpPr>
          <p:nvPr/>
        </p:nvGrpSpPr>
        <p:grpSpPr bwMode="auto">
          <a:xfrm>
            <a:off x="3347623" y="2370207"/>
            <a:ext cx="5270500" cy="3805238"/>
            <a:chOff x="1757805" y="2331054"/>
            <a:chExt cx="5270058" cy="3804634"/>
          </a:xfrm>
        </p:grpSpPr>
        <p:sp>
          <p:nvSpPr>
            <p:cNvPr id="288" name="Freeform 287">
              <a:extLst>
                <a:ext uri="{FF2B5EF4-FFF2-40B4-BE49-F238E27FC236}">
                  <a16:creationId xmlns:a16="http://schemas.microsoft.com/office/drawing/2014/main" id="{440C625E-763F-DC45-B239-42BFE9E9081B}"/>
                </a:ext>
              </a:extLst>
            </p:cNvPr>
            <p:cNvSpPr/>
            <p:nvPr/>
          </p:nvSpPr>
          <p:spPr>
            <a:xfrm>
              <a:off x="1776853" y="4829382"/>
              <a:ext cx="1220685" cy="920604"/>
            </a:xfrm>
            <a:custGeom>
              <a:avLst/>
              <a:gdLst>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418712 w 1040633"/>
                <a:gd name="connsiteY4" fmla="*/ 1189324 h 1219697"/>
                <a:gd name="connsiteX5" fmla="*/ 139870 w 1040633"/>
                <a:gd name="connsiteY5" fmla="*/ 1191723 h 1219697"/>
                <a:gd name="connsiteX0" fmla="*/ 139870 w 1040633"/>
                <a:gd name="connsiteY0" fmla="*/ 1191723 h 1355926"/>
                <a:gd name="connsiteX1" fmla="*/ 0 w 1040633"/>
                <a:gd name="connsiteY1" fmla="*/ 0 h 1355926"/>
                <a:gd name="connsiteX2" fmla="*/ 1040633 w 1040633"/>
                <a:gd name="connsiteY2" fmla="*/ 16785 h 1355926"/>
                <a:gd name="connsiteX3" fmla="*/ 833625 w 1040633"/>
                <a:gd name="connsiteY3" fmla="*/ 1219697 h 1355926"/>
                <a:gd name="connsiteX4" fmla="*/ 139870 w 1040633"/>
                <a:gd name="connsiteY4" fmla="*/ 1191723 h 1355926"/>
                <a:gd name="connsiteX0" fmla="*/ 139870 w 1040633"/>
                <a:gd name="connsiteY0" fmla="*/ 1191723 h 1289901"/>
                <a:gd name="connsiteX1" fmla="*/ 0 w 1040633"/>
                <a:gd name="connsiteY1" fmla="*/ 0 h 1289901"/>
                <a:gd name="connsiteX2" fmla="*/ 1040633 w 1040633"/>
                <a:gd name="connsiteY2" fmla="*/ 16785 h 1289901"/>
                <a:gd name="connsiteX3" fmla="*/ 833625 w 1040633"/>
                <a:gd name="connsiteY3" fmla="*/ 1219697 h 1289901"/>
                <a:gd name="connsiteX4" fmla="*/ 139870 w 1040633"/>
                <a:gd name="connsiteY4" fmla="*/ 1191723 h 1289901"/>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191723"/>
                <a:gd name="connsiteX1" fmla="*/ 0 w 1040633"/>
                <a:gd name="connsiteY1" fmla="*/ 0 h 1191723"/>
                <a:gd name="connsiteX2" fmla="*/ 1040633 w 1040633"/>
                <a:gd name="connsiteY2" fmla="*/ 16785 h 1191723"/>
                <a:gd name="connsiteX3" fmla="*/ 671988 w 1040633"/>
                <a:gd name="connsiteY3" fmla="*/ 1158121 h 1191723"/>
                <a:gd name="connsiteX4" fmla="*/ 139870 w 1040633"/>
                <a:gd name="connsiteY4" fmla="*/ 1191723 h 1191723"/>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56947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569478 w 1040633"/>
                <a:gd name="connsiteY3" fmla="*/ 1158121 h 1160935"/>
                <a:gd name="connsiteX4" fmla="*/ 363082 w 1040633"/>
                <a:gd name="connsiteY4" fmla="*/ 1160935 h 1160935"/>
                <a:gd name="connsiteX0" fmla="*/ 448507 w 1040633"/>
                <a:gd name="connsiteY0" fmla="*/ 1160935 h 1160935"/>
                <a:gd name="connsiteX1" fmla="*/ 0 w 1040633"/>
                <a:gd name="connsiteY1" fmla="*/ 0 h 1160935"/>
                <a:gd name="connsiteX2" fmla="*/ 1040633 w 1040633"/>
                <a:gd name="connsiteY2" fmla="*/ 16785 h 1160935"/>
                <a:gd name="connsiteX3" fmla="*/ 569478 w 1040633"/>
                <a:gd name="connsiteY3" fmla="*/ 1158121 h 1160935"/>
                <a:gd name="connsiteX4" fmla="*/ 448507 w 1040633"/>
                <a:gd name="connsiteY4" fmla="*/ 1160935 h 1160935"/>
                <a:gd name="connsiteX0" fmla="*/ 448507 w 1040633"/>
                <a:gd name="connsiteY0" fmla="*/ 1160935 h 1160935"/>
                <a:gd name="connsiteX1" fmla="*/ 0 w 1040633"/>
                <a:gd name="connsiteY1" fmla="*/ 0 h 1160935"/>
                <a:gd name="connsiteX2" fmla="*/ 1040633 w 1040633"/>
                <a:gd name="connsiteY2" fmla="*/ 16785 h 1160935"/>
                <a:gd name="connsiteX3" fmla="*/ 569478 w 1040633"/>
                <a:gd name="connsiteY3" fmla="*/ 1158121 h 1160935"/>
                <a:gd name="connsiteX4" fmla="*/ 448507 w 1040633"/>
                <a:gd name="connsiteY4" fmla="*/ 1160935 h 1160935"/>
                <a:gd name="connsiteX0" fmla="*/ 448507 w 1040633"/>
                <a:gd name="connsiteY0" fmla="*/ 1160935 h 1160935"/>
                <a:gd name="connsiteX1" fmla="*/ 0 w 1040633"/>
                <a:gd name="connsiteY1" fmla="*/ 0 h 1160935"/>
                <a:gd name="connsiteX2" fmla="*/ 1040633 w 1040633"/>
                <a:gd name="connsiteY2" fmla="*/ 16785 h 1160935"/>
                <a:gd name="connsiteX3" fmla="*/ 569478 w 1040633"/>
                <a:gd name="connsiteY3" fmla="*/ 1158121 h 1160935"/>
                <a:gd name="connsiteX4" fmla="*/ 448507 w 1040633"/>
                <a:gd name="connsiteY4" fmla="*/ 1160935 h 1160935"/>
                <a:gd name="connsiteX0" fmla="*/ 448507 w 1325315"/>
                <a:gd name="connsiteY0" fmla="*/ 1160935 h 1160935"/>
                <a:gd name="connsiteX1" fmla="*/ 0 w 1325315"/>
                <a:gd name="connsiteY1" fmla="*/ 0 h 1160935"/>
                <a:gd name="connsiteX2" fmla="*/ 1040633 w 1325315"/>
                <a:gd name="connsiteY2" fmla="*/ 16785 h 1160935"/>
                <a:gd name="connsiteX3" fmla="*/ 1214315 w 1325315"/>
                <a:gd name="connsiteY3" fmla="*/ 1064597 h 1160935"/>
                <a:gd name="connsiteX4" fmla="*/ 448507 w 1325315"/>
                <a:gd name="connsiteY4" fmla="*/ 1160935 h 1160935"/>
                <a:gd name="connsiteX0" fmla="*/ 448507 w 1214315"/>
                <a:gd name="connsiteY0" fmla="*/ 1160935 h 1160935"/>
                <a:gd name="connsiteX1" fmla="*/ 0 w 1214315"/>
                <a:gd name="connsiteY1" fmla="*/ 0 h 1160935"/>
                <a:gd name="connsiteX2" fmla="*/ 1040633 w 1214315"/>
                <a:gd name="connsiteY2" fmla="*/ 16785 h 1160935"/>
                <a:gd name="connsiteX3" fmla="*/ 1214315 w 1214315"/>
                <a:gd name="connsiteY3" fmla="*/ 1064597 h 1160935"/>
                <a:gd name="connsiteX4" fmla="*/ 448507 w 1214315"/>
                <a:gd name="connsiteY4" fmla="*/ 1160935 h 1160935"/>
                <a:gd name="connsiteX0" fmla="*/ 448507 w 1214315"/>
                <a:gd name="connsiteY0" fmla="*/ 1160935 h 1160935"/>
                <a:gd name="connsiteX1" fmla="*/ 0 w 1214315"/>
                <a:gd name="connsiteY1" fmla="*/ 0 h 1160935"/>
                <a:gd name="connsiteX2" fmla="*/ 1040633 w 1214315"/>
                <a:gd name="connsiteY2" fmla="*/ 16785 h 1160935"/>
                <a:gd name="connsiteX3" fmla="*/ 1214315 w 1214315"/>
                <a:gd name="connsiteY3" fmla="*/ 1064597 h 1160935"/>
                <a:gd name="connsiteX4" fmla="*/ 448507 w 1214315"/>
                <a:gd name="connsiteY4" fmla="*/ 1160935 h 1160935"/>
                <a:gd name="connsiteX0" fmla="*/ 1053964 w 1214315"/>
                <a:gd name="connsiteY0" fmla="*/ 1136323 h 1136323"/>
                <a:gd name="connsiteX1" fmla="*/ 0 w 1214315"/>
                <a:gd name="connsiteY1" fmla="*/ 0 h 1136323"/>
                <a:gd name="connsiteX2" fmla="*/ 1040633 w 1214315"/>
                <a:gd name="connsiteY2" fmla="*/ 16785 h 1136323"/>
                <a:gd name="connsiteX3" fmla="*/ 1214315 w 1214315"/>
                <a:gd name="connsiteY3" fmla="*/ 1064597 h 1136323"/>
                <a:gd name="connsiteX4" fmla="*/ 1053964 w 1214315"/>
                <a:gd name="connsiteY4" fmla="*/ 1136323 h 1136323"/>
                <a:gd name="connsiteX0" fmla="*/ 1053964 w 1214315"/>
                <a:gd name="connsiteY0" fmla="*/ 1136323 h 1136323"/>
                <a:gd name="connsiteX1" fmla="*/ 0 w 1214315"/>
                <a:gd name="connsiteY1" fmla="*/ 0 h 1136323"/>
                <a:gd name="connsiteX2" fmla="*/ 1040633 w 1214315"/>
                <a:gd name="connsiteY2" fmla="*/ 16785 h 1136323"/>
                <a:gd name="connsiteX3" fmla="*/ 1214315 w 1214315"/>
                <a:gd name="connsiteY3" fmla="*/ 1064597 h 1136323"/>
                <a:gd name="connsiteX4" fmla="*/ 1053964 w 1214315"/>
                <a:gd name="connsiteY4" fmla="*/ 1136323 h 1136323"/>
                <a:gd name="connsiteX0" fmla="*/ 1053964 w 1214315"/>
                <a:gd name="connsiteY0" fmla="*/ 1136323 h 1136323"/>
                <a:gd name="connsiteX1" fmla="*/ 0 w 1214315"/>
                <a:gd name="connsiteY1" fmla="*/ 0 h 1136323"/>
                <a:gd name="connsiteX2" fmla="*/ 1040633 w 1214315"/>
                <a:gd name="connsiteY2" fmla="*/ 16785 h 1136323"/>
                <a:gd name="connsiteX3" fmla="*/ 1214315 w 1214315"/>
                <a:gd name="connsiteY3" fmla="*/ 1064597 h 1136323"/>
                <a:gd name="connsiteX4" fmla="*/ 1053964 w 1214315"/>
                <a:gd name="connsiteY4" fmla="*/ 1136323 h 1136323"/>
                <a:gd name="connsiteX0" fmla="*/ 1060159 w 1220510"/>
                <a:gd name="connsiteY0" fmla="*/ 1119627 h 1119627"/>
                <a:gd name="connsiteX1" fmla="*/ 0 w 1220510"/>
                <a:gd name="connsiteY1" fmla="*/ 249694 h 1119627"/>
                <a:gd name="connsiteX2" fmla="*/ 1046828 w 1220510"/>
                <a:gd name="connsiteY2" fmla="*/ 89 h 1119627"/>
                <a:gd name="connsiteX3" fmla="*/ 1220510 w 1220510"/>
                <a:gd name="connsiteY3" fmla="*/ 1047901 h 1119627"/>
                <a:gd name="connsiteX4" fmla="*/ 1060159 w 1220510"/>
                <a:gd name="connsiteY4" fmla="*/ 1119627 h 1119627"/>
                <a:gd name="connsiteX0" fmla="*/ 1060159 w 1220510"/>
                <a:gd name="connsiteY0" fmla="*/ 1119627 h 1119627"/>
                <a:gd name="connsiteX1" fmla="*/ 0 w 1220510"/>
                <a:gd name="connsiteY1" fmla="*/ 249694 h 1119627"/>
                <a:gd name="connsiteX2" fmla="*/ 1046828 w 1220510"/>
                <a:gd name="connsiteY2" fmla="*/ 89 h 1119627"/>
                <a:gd name="connsiteX3" fmla="*/ 1220510 w 1220510"/>
                <a:gd name="connsiteY3" fmla="*/ 1047901 h 1119627"/>
                <a:gd name="connsiteX4" fmla="*/ 1060159 w 1220510"/>
                <a:gd name="connsiteY4" fmla="*/ 1119627 h 1119627"/>
                <a:gd name="connsiteX0" fmla="*/ 1060159 w 1220510"/>
                <a:gd name="connsiteY0" fmla="*/ 1119627 h 1119627"/>
                <a:gd name="connsiteX1" fmla="*/ 0 w 1220510"/>
                <a:gd name="connsiteY1" fmla="*/ 249694 h 1119627"/>
                <a:gd name="connsiteX2" fmla="*/ 1046828 w 1220510"/>
                <a:gd name="connsiteY2" fmla="*/ 89 h 1119627"/>
                <a:gd name="connsiteX3" fmla="*/ 1220510 w 1220510"/>
                <a:gd name="connsiteY3" fmla="*/ 1047901 h 1119627"/>
                <a:gd name="connsiteX4" fmla="*/ 1060159 w 1220510"/>
                <a:gd name="connsiteY4" fmla="*/ 1119627 h 1119627"/>
                <a:gd name="connsiteX0" fmla="*/ 1060159 w 1220510"/>
                <a:gd name="connsiteY0" fmla="*/ 921649 h 921649"/>
                <a:gd name="connsiteX1" fmla="*/ 0 w 1220510"/>
                <a:gd name="connsiteY1" fmla="*/ 51716 h 921649"/>
                <a:gd name="connsiteX2" fmla="*/ 1059218 w 1220510"/>
                <a:gd name="connsiteY2" fmla="*/ 355 h 921649"/>
                <a:gd name="connsiteX3" fmla="*/ 1220510 w 1220510"/>
                <a:gd name="connsiteY3" fmla="*/ 849923 h 921649"/>
                <a:gd name="connsiteX4" fmla="*/ 1060159 w 1220510"/>
                <a:gd name="connsiteY4" fmla="*/ 921649 h 921649"/>
                <a:gd name="connsiteX0" fmla="*/ 1060159 w 1220510"/>
                <a:gd name="connsiteY0" fmla="*/ 921649 h 921649"/>
                <a:gd name="connsiteX1" fmla="*/ 0 w 1220510"/>
                <a:gd name="connsiteY1" fmla="*/ 51716 h 921649"/>
                <a:gd name="connsiteX2" fmla="*/ 1059218 w 1220510"/>
                <a:gd name="connsiteY2" fmla="*/ 355 h 921649"/>
                <a:gd name="connsiteX3" fmla="*/ 1220510 w 1220510"/>
                <a:gd name="connsiteY3" fmla="*/ 849923 h 921649"/>
                <a:gd name="connsiteX4" fmla="*/ 1060159 w 1220510"/>
                <a:gd name="connsiteY4" fmla="*/ 921649 h 921649"/>
                <a:gd name="connsiteX0" fmla="*/ 1060159 w 1220510"/>
                <a:gd name="connsiteY0" fmla="*/ 921649 h 921649"/>
                <a:gd name="connsiteX1" fmla="*/ 0 w 1220510"/>
                <a:gd name="connsiteY1" fmla="*/ 51716 h 921649"/>
                <a:gd name="connsiteX2" fmla="*/ 1059218 w 1220510"/>
                <a:gd name="connsiteY2" fmla="*/ 355 h 921649"/>
                <a:gd name="connsiteX3" fmla="*/ 1220510 w 1220510"/>
                <a:gd name="connsiteY3" fmla="*/ 849923 h 921649"/>
                <a:gd name="connsiteX4" fmla="*/ 1060159 w 1220510"/>
                <a:gd name="connsiteY4" fmla="*/ 921649 h 9216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0510" h="921649">
                  <a:moveTo>
                    <a:pt x="1060159" y="921649"/>
                  </a:moveTo>
                  <a:cubicBezTo>
                    <a:pt x="166591" y="183345"/>
                    <a:pt x="908943" y="790884"/>
                    <a:pt x="0" y="51716"/>
                  </a:cubicBezTo>
                  <a:cubicBezTo>
                    <a:pt x="346878" y="57311"/>
                    <a:pt x="712340" y="-5240"/>
                    <a:pt x="1059218" y="355"/>
                  </a:cubicBezTo>
                  <a:cubicBezTo>
                    <a:pt x="1192967" y="751903"/>
                    <a:pt x="1090859" y="157699"/>
                    <a:pt x="1220510" y="849923"/>
                  </a:cubicBezTo>
                  <a:cubicBezTo>
                    <a:pt x="1126090" y="855456"/>
                    <a:pt x="1222187" y="863235"/>
                    <a:pt x="1060159" y="921649"/>
                  </a:cubicBezTo>
                  <a:close/>
                </a:path>
              </a:pathLst>
            </a:custGeom>
            <a:gradFill rotWithShape="1">
              <a:gsLst>
                <a:gs pos="0">
                  <a:srgbClr val="FFFFFF">
                    <a:lumMod val="95000"/>
                  </a:srgbClr>
                </a:gs>
                <a:gs pos="100000">
                  <a:srgbClr val="FFFFFF">
                    <a:lumMod val="75000"/>
                  </a:srgbClr>
                </a:gs>
              </a:gsLst>
              <a:lin ang="16200000" scaled="0"/>
            </a:gradFill>
            <a:ln w="9525" cap="flat" cmpd="sng" algn="ctr">
              <a:solidFill>
                <a:srgbClr val="FFFFFF">
                  <a:lumMod val="75000"/>
                </a:srgbClr>
              </a:solid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sp>
          <p:nvSpPr>
            <p:cNvPr id="289" name="Freeform 288">
              <a:extLst>
                <a:ext uri="{FF2B5EF4-FFF2-40B4-BE49-F238E27FC236}">
                  <a16:creationId xmlns:a16="http://schemas.microsoft.com/office/drawing/2014/main" id="{7B2A49C4-873B-2743-B356-AA474598AAC7}"/>
                </a:ext>
              </a:extLst>
            </p:cNvPr>
            <p:cNvSpPr/>
            <p:nvPr/>
          </p:nvSpPr>
          <p:spPr>
            <a:xfrm>
              <a:off x="6102428" y="4916682"/>
              <a:ext cx="925435" cy="757117"/>
            </a:xfrm>
            <a:custGeom>
              <a:avLst/>
              <a:gdLst>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418712 w 1040633"/>
                <a:gd name="connsiteY4" fmla="*/ 1189324 h 1219697"/>
                <a:gd name="connsiteX5" fmla="*/ 139870 w 1040633"/>
                <a:gd name="connsiteY5" fmla="*/ 1191723 h 1219697"/>
                <a:gd name="connsiteX0" fmla="*/ 139870 w 1040633"/>
                <a:gd name="connsiteY0" fmla="*/ 1191723 h 1355926"/>
                <a:gd name="connsiteX1" fmla="*/ 0 w 1040633"/>
                <a:gd name="connsiteY1" fmla="*/ 0 h 1355926"/>
                <a:gd name="connsiteX2" fmla="*/ 1040633 w 1040633"/>
                <a:gd name="connsiteY2" fmla="*/ 16785 h 1355926"/>
                <a:gd name="connsiteX3" fmla="*/ 833625 w 1040633"/>
                <a:gd name="connsiteY3" fmla="*/ 1219697 h 1355926"/>
                <a:gd name="connsiteX4" fmla="*/ 139870 w 1040633"/>
                <a:gd name="connsiteY4" fmla="*/ 1191723 h 1355926"/>
                <a:gd name="connsiteX0" fmla="*/ 139870 w 1040633"/>
                <a:gd name="connsiteY0" fmla="*/ 1191723 h 1289901"/>
                <a:gd name="connsiteX1" fmla="*/ 0 w 1040633"/>
                <a:gd name="connsiteY1" fmla="*/ 0 h 1289901"/>
                <a:gd name="connsiteX2" fmla="*/ 1040633 w 1040633"/>
                <a:gd name="connsiteY2" fmla="*/ 16785 h 1289901"/>
                <a:gd name="connsiteX3" fmla="*/ 833625 w 1040633"/>
                <a:gd name="connsiteY3" fmla="*/ 1219697 h 1289901"/>
                <a:gd name="connsiteX4" fmla="*/ 139870 w 1040633"/>
                <a:gd name="connsiteY4" fmla="*/ 1191723 h 1289901"/>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191723"/>
                <a:gd name="connsiteX1" fmla="*/ 0 w 1040633"/>
                <a:gd name="connsiteY1" fmla="*/ 0 h 1191723"/>
                <a:gd name="connsiteX2" fmla="*/ 1040633 w 1040633"/>
                <a:gd name="connsiteY2" fmla="*/ 16785 h 1191723"/>
                <a:gd name="connsiteX3" fmla="*/ 671988 w 1040633"/>
                <a:gd name="connsiteY3" fmla="*/ 1158121 h 1191723"/>
                <a:gd name="connsiteX4" fmla="*/ 139870 w 1040633"/>
                <a:gd name="connsiteY4" fmla="*/ 1191723 h 1191723"/>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778664"/>
                <a:gd name="connsiteY0" fmla="*/ 1160935 h 1160935"/>
                <a:gd name="connsiteX1" fmla="*/ 0 w 778664"/>
                <a:gd name="connsiteY1" fmla="*/ 0 h 1160935"/>
                <a:gd name="connsiteX2" fmla="*/ 778664 w 778664"/>
                <a:gd name="connsiteY2" fmla="*/ 130682 h 1160935"/>
                <a:gd name="connsiteX3" fmla="*/ 671988 w 778664"/>
                <a:gd name="connsiteY3" fmla="*/ 1158121 h 1160935"/>
                <a:gd name="connsiteX4" fmla="*/ 363082 w 778664"/>
                <a:gd name="connsiteY4" fmla="*/ 1160935 h 1160935"/>
                <a:gd name="connsiteX0" fmla="*/ 363082 w 778664"/>
                <a:gd name="connsiteY0" fmla="*/ 1160935 h 1160935"/>
                <a:gd name="connsiteX1" fmla="*/ 0 w 778664"/>
                <a:gd name="connsiteY1" fmla="*/ 0 h 1160935"/>
                <a:gd name="connsiteX2" fmla="*/ 778664 w 778664"/>
                <a:gd name="connsiteY2" fmla="*/ 130682 h 1160935"/>
                <a:gd name="connsiteX3" fmla="*/ 694768 w 778664"/>
                <a:gd name="connsiteY3" fmla="*/ 1112562 h 1160935"/>
                <a:gd name="connsiteX4" fmla="*/ 363082 w 778664"/>
                <a:gd name="connsiteY4" fmla="*/ 1160935 h 1160935"/>
                <a:gd name="connsiteX0" fmla="*/ 363082 w 778664"/>
                <a:gd name="connsiteY0" fmla="*/ 1160935 h 1160935"/>
                <a:gd name="connsiteX1" fmla="*/ 0 w 778664"/>
                <a:gd name="connsiteY1" fmla="*/ 0 h 1160935"/>
                <a:gd name="connsiteX2" fmla="*/ 778664 w 778664"/>
                <a:gd name="connsiteY2" fmla="*/ 130682 h 1160935"/>
                <a:gd name="connsiteX3" fmla="*/ 694768 w 778664"/>
                <a:gd name="connsiteY3" fmla="*/ 1112562 h 1160935"/>
                <a:gd name="connsiteX4" fmla="*/ 363082 w 778664"/>
                <a:gd name="connsiteY4" fmla="*/ 1160935 h 1160935"/>
                <a:gd name="connsiteX0" fmla="*/ 397252 w 778664"/>
                <a:gd name="connsiteY0" fmla="*/ 1103987 h 1112562"/>
                <a:gd name="connsiteX1" fmla="*/ 0 w 778664"/>
                <a:gd name="connsiteY1" fmla="*/ 0 h 1112562"/>
                <a:gd name="connsiteX2" fmla="*/ 778664 w 778664"/>
                <a:gd name="connsiteY2" fmla="*/ 130682 h 1112562"/>
                <a:gd name="connsiteX3" fmla="*/ 694768 w 778664"/>
                <a:gd name="connsiteY3" fmla="*/ 1112562 h 1112562"/>
                <a:gd name="connsiteX4" fmla="*/ 397252 w 778664"/>
                <a:gd name="connsiteY4" fmla="*/ 1103987 h 1112562"/>
                <a:gd name="connsiteX0" fmla="*/ 397252 w 778664"/>
                <a:gd name="connsiteY0" fmla="*/ 1103987 h 1112562"/>
                <a:gd name="connsiteX1" fmla="*/ 0 w 778664"/>
                <a:gd name="connsiteY1" fmla="*/ 0 h 1112562"/>
                <a:gd name="connsiteX2" fmla="*/ 778664 w 778664"/>
                <a:gd name="connsiteY2" fmla="*/ 130682 h 1112562"/>
                <a:gd name="connsiteX3" fmla="*/ 694768 w 778664"/>
                <a:gd name="connsiteY3" fmla="*/ 1112562 h 1112562"/>
                <a:gd name="connsiteX4" fmla="*/ 397252 w 778664"/>
                <a:gd name="connsiteY4" fmla="*/ 1103987 h 1112562"/>
                <a:gd name="connsiteX0" fmla="*/ 397252 w 778664"/>
                <a:gd name="connsiteY0" fmla="*/ 1103987 h 1112562"/>
                <a:gd name="connsiteX1" fmla="*/ 0 w 778664"/>
                <a:gd name="connsiteY1" fmla="*/ 0 h 1112562"/>
                <a:gd name="connsiteX2" fmla="*/ 778664 w 778664"/>
                <a:gd name="connsiteY2" fmla="*/ 130682 h 1112562"/>
                <a:gd name="connsiteX3" fmla="*/ 694768 w 778664"/>
                <a:gd name="connsiteY3" fmla="*/ 1112562 h 1112562"/>
                <a:gd name="connsiteX4" fmla="*/ 397252 w 778664"/>
                <a:gd name="connsiteY4" fmla="*/ 1103987 h 1112562"/>
                <a:gd name="connsiteX0" fmla="*/ 123893 w 505305"/>
                <a:gd name="connsiteY0" fmla="*/ 973305 h 981880"/>
                <a:gd name="connsiteX1" fmla="*/ 0 w 505305"/>
                <a:gd name="connsiteY1" fmla="*/ 28773 h 981880"/>
                <a:gd name="connsiteX2" fmla="*/ 505305 w 505305"/>
                <a:gd name="connsiteY2" fmla="*/ 0 h 981880"/>
                <a:gd name="connsiteX3" fmla="*/ 421409 w 505305"/>
                <a:gd name="connsiteY3" fmla="*/ 981880 h 981880"/>
                <a:gd name="connsiteX4" fmla="*/ 123893 w 505305"/>
                <a:gd name="connsiteY4" fmla="*/ 973305 h 981880"/>
                <a:gd name="connsiteX0" fmla="*/ 123893 w 505305"/>
                <a:gd name="connsiteY0" fmla="*/ 973305 h 981880"/>
                <a:gd name="connsiteX1" fmla="*/ 0 w 505305"/>
                <a:gd name="connsiteY1" fmla="*/ 28773 h 981880"/>
                <a:gd name="connsiteX2" fmla="*/ 505305 w 505305"/>
                <a:gd name="connsiteY2" fmla="*/ 0 h 981880"/>
                <a:gd name="connsiteX3" fmla="*/ 421409 w 505305"/>
                <a:gd name="connsiteY3" fmla="*/ 981880 h 981880"/>
                <a:gd name="connsiteX4" fmla="*/ 123893 w 505305"/>
                <a:gd name="connsiteY4" fmla="*/ 973305 h 981880"/>
                <a:gd name="connsiteX0" fmla="*/ 123893 w 505305"/>
                <a:gd name="connsiteY0" fmla="*/ 973305 h 981880"/>
                <a:gd name="connsiteX1" fmla="*/ 0 w 505305"/>
                <a:gd name="connsiteY1" fmla="*/ 28773 h 981880"/>
                <a:gd name="connsiteX2" fmla="*/ 505305 w 505305"/>
                <a:gd name="connsiteY2" fmla="*/ 0 h 981880"/>
                <a:gd name="connsiteX3" fmla="*/ 421409 w 505305"/>
                <a:gd name="connsiteY3" fmla="*/ 981880 h 981880"/>
                <a:gd name="connsiteX4" fmla="*/ 123893 w 505305"/>
                <a:gd name="connsiteY4" fmla="*/ 973305 h 981880"/>
                <a:gd name="connsiteX0" fmla="*/ 123893 w 505305"/>
                <a:gd name="connsiteY0" fmla="*/ 973305 h 981880"/>
                <a:gd name="connsiteX1" fmla="*/ 0 w 505305"/>
                <a:gd name="connsiteY1" fmla="*/ 28773 h 981880"/>
                <a:gd name="connsiteX2" fmla="*/ 505305 w 505305"/>
                <a:gd name="connsiteY2" fmla="*/ 0 h 981880"/>
                <a:gd name="connsiteX3" fmla="*/ 421409 w 505305"/>
                <a:gd name="connsiteY3" fmla="*/ 981880 h 981880"/>
                <a:gd name="connsiteX4" fmla="*/ 123893 w 505305"/>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18198 w 499610"/>
                <a:gd name="connsiteY4" fmla="*/ 973305 h 976186"/>
                <a:gd name="connsiteX0" fmla="*/ 11819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18198 w 499610"/>
                <a:gd name="connsiteY4" fmla="*/ 973305 h 976186"/>
                <a:gd name="connsiteX0" fmla="*/ 19792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97928 w 499610"/>
                <a:gd name="connsiteY4" fmla="*/ 973305 h 976186"/>
                <a:gd name="connsiteX0" fmla="*/ 19792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97928 w 499610"/>
                <a:gd name="connsiteY4" fmla="*/ 973305 h 976186"/>
                <a:gd name="connsiteX0" fmla="*/ 19792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97928 w 499610"/>
                <a:gd name="connsiteY4" fmla="*/ 973305 h 976186"/>
                <a:gd name="connsiteX0" fmla="*/ 19792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97928 w 499610"/>
                <a:gd name="connsiteY4" fmla="*/ 973305 h 976186"/>
                <a:gd name="connsiteX0" fmla="*/ 23004 w 954755"/>
                <a:gd name="connsiteY0" fmla="*/ 943771 h 976186"/>
                <a:gd name="connsiteX1" fmla="*/ 455145 w 954755"/>
                <a:gd name="connsiteY1" fmla="*/ 11688 h 976186"/>
                <a:gd name="connsiteX2" fmla="*/ 954755 w 954755"/>
                <a:gd name="connsiteY2" fmla="*/ 0 h 976186"/>
                <a:gd name="connsiteX3" fmla="*/ 728484 w 954755"/>
                <a:gd name="connsiteY3" fmla="*/ 976186 h 976186"/>
                <a:gd name="connsiteX4" fmla="*/ 23004 w 954755"/>
                <a:gd name="connsiteY4" fmla="*/ 943771 h 976186"/>
                <a:gd name="connsiteX0" fmla="*/ 0 w 931751"/>
                <a:gd name="connsiteY0" fmla="*/ 943771 h 976186"/>
                <a:gd name="connsiteX1" fmla="*/ 432141 w 931751"/>
                <a:gd name="connsiteY1" fmla="*/ 11688 h 976186"/>
                <a:gd name="connsiteX2" fmla="*/ 931751 w 931751"/>
                <a:gd name="connsiteY2" fmla="*/ 0 h 976186"/>
                <a:gd name="connsiteX3" fmla="*/ 705480 w 931751"/>
                <a:gd name="connsiteY3" fmla="*/ 976186 h 976186"/>
                <a:gd name="connsiteX4" fmla="*/ 0 w 931751"/>
                <a:gd name="connsiteY4" fmla="*/ 943771 h 976186"/>
                <a:gd name="connsiteX0" fmla="*/ 0 w 931751"/>
                <a:gd name="connsiteY0" fmla="*/ 943771 h 976186"/>
                <a:gd name="connsiteX1" fmla="*/ 432141 w 931751"/>
                <a:gd name="connsiteY1" fmla="*/ 11688 h 976186"/>
                <a:gd name="connsiteX2" fmla="*/ 931751 w 931751"/>
                <a:gd name="connsiteY2" fmla="*/ 0 h 976186"/>
                <a:gd name="connsiteX3" fmla="*/ 705480 w 931751"/>
                <a:gd name="connsiteY3" fmla="*/ 976186 h 976186"/>
                <a:gd name="connsiteX4" fmla="*/ 0 w 931751"/>
                <a:gd name="connsiteY4" fmla="*/ 943771 h 976186"/>
                <a:gd name="connsiteX0" fmla="*/ 0 w 931751"/>
                <a:gd name="connsiteY0" fmla="*/ 943771 h 976186"/>
                <a:gd name="connsiteX1" fmla="*/ 432141 w 931751"/>
                <a:gd name="connsiteY1" fmla="*/ 11688 h 976186"/>
                <a:gd name="connsiteX2" fmla="*/ 931751 w 931751"/>
                <a:gd name="connsiteY2" fmla="*/ 0 h 976186"/>
                <a:gd name="connsiteX3" fmla="*/ 705480 w 931751"/>
                <a:gd name="connsiteY3" fmla="*/ 976186 h 976186"/>
                <a:gd name="connsiteX4" fmla="*/ 0 w 931751"/>
                <a:gd name="connsiteY4" fmla="*/ 943771 h 976186"/>
                <a:gd name="connsiteX0" fmla="*/ 0 w 931751"/>
                <a:gd name="connsiteY0" fmla="*/ 943771 h 966342"/>
                <a:gd name="connsiteX1" fmla="*/ 432141 w 931751"/>
                <a:gd name="connsiteY1" fmla="*/ 11688 h 966342"/>
                <a:gd name="connsiteX2" fmla="*/ 931751 w 931751"/>
                <a:gd name="connsiteY2" fmla="*/ 0 h 966342"/>
                <a:gd name="connsiteX3" fmla="*/ 183705 w 931751"/>
                <a:gd name="connsiteY3" fmla="*/ 966342 h 966342"/>
                <a:gd name="connsiteX4" fmla="*/ 0 w 931751"/>
                <a:gd name="connsiteY4" fmla="*/ 943771 h 966342"/>
                <a:gd name="connsiteX0" fmla="*/ 0 w 931751"/>
                <a:gd name="connsiteY0" fmla="*/ 943771 h 966342"/>
                <a:gd name="connsiteX1" fmla="*/ 432141 w 931751"/>
                <a:gd name="connsiteY1" fmla="*/ 11688 h 966342"/>
                <a:gd name="connsiteX2" fmla="*/ 931751 w 931751"/>
                <a:gd name="connsiteY2" fmla="*/ 0 h 966342"/>
                <a:gd name="connsiteX3" fmla="*/ 183705 w 931751"/>
                <a:gd name="connsiteY3" fmla="*/ 966342 h 966342"/>
                <a:gd name="connsiteX4" fmla="*/ 0 w 931751"/>
                <a:gd name="connsiteY4" fmla="*/ 943771 h 966342"/>
                <a:gd name="connsiteX0" fmla="*/ 0 w 931751"/>
                <a:gd name="connsiteY0" fmla="*/ 943771 h 966342"/>
                <a:gd name="connsiteX1" fmla="*/ 432141 w 931751"/>
                <a:gd name="connsiteY1" fmla="*/ 11688 h 966342"/>
                <a:gd name="connsiteX2" fmla="*/ 931751 w 931751"/>
                <a:gd name="connsiteY2" fmla="*/ 0 h 966342"/>
                <a:gd name="connsiteX3" fmla="*/ 183705 w 931751"/>
                <a:gd name="connsiteY3" fmla="*/ 966342 h 966342"/>
                <a:gd name="connsiteX4" fmla="*/ 0 w 931751"/>
                <a:gd name="connsiteY4" fmla="*/ 943771 h 966342"/>
                <a:gd name="connsiteX0" fmla="*/ 0 w 956363"/>
                <a:gd name="connsiteY0" fmla="*/ 932083 h 954654"/>
                <a:gd name="connsiteX1" fmla="*/ 432141 w 956363"/>
                <a:gd name="connsiteY1" fmla="*/ 0 h 954654"/>
                <a:gd name="connsiteX2" fmla="*/ 956363 w 956363"/>
                <a:gd name="connsiteY2" fmla="*/ 12924 h 954654"/>
                <a:gd name="connsiteX3" fmla="*/ 183705 w 956363"/>
                <a:gd name="connsiteY3" fmla="*/ 954654 h 954654"/>
                <a:gd name="connsiteX4" fmla="*/ 0 w 956363"/>
                <a:gd name="connsiteY4" fmla="*/ 932083 h 954654"/>
                <a:gd name="connsiteX0" fmla="*/ 0 w 956363"/>
                <a:gd name="connsiteY0" fmla="*/ 919226 h 941797"/>
                <a:gd name="connsiteX1" fmla="*/ 405840 w 956363"/>
                <a:gd name="connsiteY1" fmla="*/ 197551 h 941797"/>
                <a:gd name="connsiteX2" fmla="*/ 956363 w 956363"/>
                <a:gd name="connsiteY2" fmla="*/ 67 h 941797"/>
                <a:gd name="connsiteX3" fmla="*/ 183705 w 956363"/>
                <a:gd name="connsiteY3" fmla="*/ 941797 h 941797"/>
                <a:gd name="connsiteX4" fmla="*/ 0 w 956363"/>
                <a:gd name="connsiteY4" fmla="*/ 919226 h 941797"/>
                <a:gd name="connsiteX0" fmla="*/ 0 w 956363"/>
                <a:gd name="connsiteY0" fmla="*/ 919226 h 941797"/>
                <a:gd name="connsiteX1" fmla="*/ 405840 w 956363"/>
                <a:gd name="connsiteY1" fmla="*/ 197551 h 941797"/>
                <a:gd name="connsiteX2" fmla="*/ 956363 w 956363"/>
                <a:gd name="connsiteY2" fmla="*/ 67 h 941797"/>
                <a:gd name="connsiteX3" fmla="*/ 183705 w 956363"/>
                <a:gd name="connsiteY3" fmla="*/ 941797 h 941797"/>
                <a:gd name="connsiteX4" fmla="*/ 0 w 956363"/>
                <a:gd name="connsiteY4" fmla="*/ 919226 h 941797"/>
                <a:gd name="connsiteX0" fmla="*/ 0 w 956363"/>
                <a:gd name="connsiteY0" fmla="*/ 919226 h 941797"/>
                <a:gd name="connsiteX1" fmla="*/ 405840 w 956363"/>
                <a:gd name="connsiteY1" fmla="*/ 197551 h 941797"/>
                <a:gd name="connsiteX2" fmla="*/ 956363 w 956363"/>
                <a:gd name="connsiteY2" fmla="*/ 67 h 941797"/>
                <a:gd name="connsiteX3" fmla="*/ 183705 w 956363"/>
                <a:gd name="connsiteY3" fmla="*/ 941797 h 941797"/>
                <a:gd name="connsiteX4" fmla="*/ 0 w 956363"/>
                <a:gd name="connsiteY4" fmla="*/ 919226 h 941797"/>
                <a:gd name="connsiteX0" fmla="*/ 0 w 926304"/>
                <a:gd name="connsiteY0" fmla="*/ 735614 h 758185"/>
                <a:gd name="connsiteX1" fmla="*/ 405840 w 926304"/>
                <a:gd name="connsiteY1" fmla="*/ 13939 h 758185"/>
                <a:gd name="connsiteX2" fmla="*/ 926304 w 926304"/>
                <a:gd name="connsiteY2" fmla="*/ 563 h 758185"/>
                <a:gd name="connsiteX3" fmla="*/ 183705 w 926304"/>
                <a:gd name="connsiteY3" fmla="*/ 758185 h 758185"/>
                <a:gd name="connsiteX4" fmla="*/ 0 w 926304"/>
                <a:gd name="connsiteY4" fmla="*/ 735614 h 758185"/>
                <a:gd name="connsiteX0" fmla="*/ 0 w 926304"/>
                <a:gd name="connsiteY0" fmla="*/ 735614 h 758185"/>
                <a:gd name="connsiteX1" fmla="*/ 405840 w 926304"/>
                <a:gd name="connsiteY1" fmla="*/ 13939 h 758185"/>
                <a:gd name="connsiteX2" fmla="*/ 926304 w 926304"/>
                <a:gd name="connsiteY2" fmla="*/ 563 h 758185"/>
                <a:gd name="connsiteX3" fmla="*/ 183705 w 926304"/>
                <a:gd name="connsiteY3" fmla="*/ 758185 h 758185"/>
                <a:gd name="connsiteX4" fmla="*/ 0 w 926304"/>
                <a:gd name="connsiteY4" fmla="*/ 735614 h 758185"/>
                <a:gd name="connsiteX0" fmla="*/ 0 w 926304"/>
                <a:gd name="connsiteY0" fmla="*/ 735614 h 758185"/>
                <a:gd name="connsiteX1" fmla="*/ 405840 w 926304"/>
                <a:gd name="connsiteY1" fmla="*/ 13939 h 758185"/>
                <a:gd name="connsiteX2" fmla="*/ 926304 w 926304"/>
                <a:gd name="connsiteY2" fmla="*/ 563 h 758185"/>
                <a:gd name="connsiteX3" fmla="*/ 183705 w 926304"/>
                <a:gd name="connsiteY3" fmla="*/ 758185 h 758185"/>
                <a:gd name="connsiteX4" fmla="*/ 0 w 926304"/>
                <a:gd name="connsiteY4" fmla="*/ 735614 h 758185"/>
                <a:gd name="connsiteX0" fmla="*/ 0 w 926304"/>
                <a:gd name="connsiteY0" fmla="*/ 735614 h 758185"/>
                <a:gd name="connsiteX1" fmla="*/ 405840 w 926304"/>
                <a:gd name="connsiteY1" fmla="*/ 13939 h 758185"/>
                <a:gd name="connsiteX2" fmla="*/ 926304 w 926304"/>
                <a:gd name="connsiteY2" fmla="*/ 563 h 758185"/>
                <a:gd name="connsiteX3" fmla="*/ 183705 w 926304"/>
                <a:gd name="connsiteY3" fmla="*/ 758185 h 758185"/>
                <a:gd name="connsiteX4" fmla="*/ 0 w 926304"/>
                <a:gd name="connsiteY4" fmla="*/ 735614 h 7581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6304" h="758185">
                  <a:moveTo>
                    <a:pt x="0" y="735614"/>
                  </a:moveTo>
                  <a:cubicBezTo>
                    <a:pt x="309918" y="169731"/>
                    <a:pt x="59088" y="622691"/>
                    <a:pt x="405840" y="13939"/>
                  </a:cubicBezTo>
                  <a:cubicBezTo>
                    <a:pt x="580581" y="18247"/>
                    <a:pt x="751563" y="-3745"/>
                    <a:pt x="926304" y="563"/>
                  </a:cubicBezTo>
                  <a:cubicBezTo>
                    <a:pt x="312762" y="607705"/>
                    <a:pt x="474902" y="459041"/>
                    <a:pt x="183705" y="758185"/>
                  </a:cubicBezTo>
                  <a:cubicBezTo>
                    <a:pt x="49420" y="729549"/>
                    <a:pt x="196198" y="734148"/>
                    <a:pt x="0" y="735614"/>
                  </a:cubicBezTo>
                  <a:close/>
                </a:path>
              </a:pathLst>
            </a:custGeom>
            <a:gradFill rotWithShape="1">
              <a:gsLst>
                <a:gs pos="0">
                  <a:srgbClr val="FFFFFF">
                    <a:lumMod val="95000"/>
                    <a:alpha val="55000"/>
                  </a:srgbClr>
                </a:gs>
                <a:gs pos="100000">
                  <a:srgbClr val="FFFFFF">
                    <a:lumMod val="75000"/>
                  </a:srgbClr>
                </a:gs>
              </a:gsLst>
              <a:lin ang="16200000" scaled="0"/>
            </a:gradFill>
            <a:ln w="9525" cap="flat" cmpd="sng" algn="ctr">
              <a:solidFill>
                <a:srgbClr val="FFFFFF">
                  <a:lumMod val="75000"/>
                </a:srgbClr>
              </a:solid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sp>
          <p:nvSpPr>
            <p:cNvPr id="290" name="Freeform 289">
              <a:extLst>
                <a:ext uri="{FF2B5EF4-FFF2-40B4-BE49-F238E27FC236}">
                  <a16:creationId xmlns:a16="http://schemas.microsoft.com/office/drawing/2014/main" id="{0D9AB348-D7F2-A742-9B0C-84535C1F8A96}"/>
                </a:ext>
              </a:extLst>
            </p:cNvPr>
            <p:cNvSpPr/>
            <p:nvPr/>
          </p:nvSpPr>
          <p:spPr>
            <a:xfrm>
              <a:off x="5288109" y="4937315"/>
              <a:ext cx="725426" cy="1099963"/>
            </a:xfrm>
            <a:custGeom>
              <a:avLst/>
              <a:gdLst>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418712 w 1040633"/>
                <a:gd name="connsiteY4" fmla="*/ 1189324 h 1219697"/>
                <a:gd name="connsiteX5" fmla="*/ 139870 w 1040633"/>
                <a:gd name="connsiteY5" fmla="*/ 1191723 h 1219697"/>
                <a:gd name="connsiteX0" fmla="*/ 139870 w 1040633"/>
                <a:gd name="connsiteY0" fmla="*/ 1191723 h 1355926"/>
                <a:gd name="connsiteX1" fmla="*/ 0 w 1040633"/>
                <a:gd name="connsiteY1" fmla="*/ 0 h 1355926"/>
                <a:gd name="connsiteX2" fmla="*/ 1040633 w 1040633"/>
                <a:gd name="connsiteY2" fmla="*/ 16785 h 1355926"/>
                <a:gd name="connsiteX3" fmla="*/ 833625 w 1040633"/>
                <a:gd name="connsiteY3" fmla="*/ 1219697 h 1355926"/>
                <a:gd name="connsiteX4" fmla="*/ 139870 w 1040633"/>
                <a:gd name="connsiteY4" fmla="*/ 1191723 h 1355926"/>
                <a:gd name="connsiteX0" fmla="*/ 139870 w 1040633"/>
                <a:gd name="connsiteY0" fmla="*/ 1191723 h 1289901"/>
                <a:gd name="connsiteX1" fmla="*/ 0 w 1040633"/>
                <a:gd name="connsiteY1" fmla="*/ 0 h 1289901"/>
                <a:gd name="connsiteX2" fmla="*/ 1040633 w 1040633"/>
                <a:gd name="connsiteY2" fmla="*/ 16785 h 1289901"/>
                <a:gd name="connsiteX3" fmla="*/ 833625 w 1040633"/>
                <a:gd name="connsiteY3" fmla="*/ 1219697 h 1289901"/>
                <a:gd name="connsiteX4" fmla="*/ 139870 w 1040633"/>
                <a:gd name="connsiteY4" fmla="*/ 1191723 h 1289901"/>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191723"/>
                <a:gd name="connsiteX1" fmla="*/ 0 w 1040633"/>
                <a:gd name="connsiteY1" fmla="*/ 0 h 1191723"/>
                <a:gd name="connsiteX2" fmla="*/ 1040633 w 1040633"/>
                <a:gd name="connsiteY2" fmla="*/ 16785 h 1191723"/>
                <a:gd name="connsiteX3" fmla="*/ 671988 w 1040633"/>
                <a:gd name="connsiteY3" fmla="*/ 1158121 h 1191723"/>
                <a:gd name="connsiteX4" fmla="*/ 139870 w 1040633"/>
                <a:gd name="connsiteY4" fmla="*/ 1191723 h 1191723"/>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778664"/>
                <a:gd name="connsiteY0" fmla="*/ 1160935 h 1160935"/>
                <a:gd name="connsiteX1" fmla="*/ 0 w 778664"/>
                <a:gd name="connsiteY1" fmla="*/ 0 h 1160935"/>
                <a:gd name="connsiteX2" fmla="*/ 778664 w 778664"/>
                <a:gd name="connsiteY2" fmla="*/ 130682 h 1160935"/>
                <a:gd name="connsiteX3" fmla="*/ 671988 w 778664"/>
                <a:gd name="connsiteY3" fmla="*/ 1158121 h 1160935"/>
                <a:gd name="connsiteX4" fmla="*/ 363082 w 778664"/>
                <a:gd name="connsiteY4" fmla="*/ 1160935 h 1160935"/>
                <a:gd name="connsiteX0" fmla="*/ 363082 w 778664"/>
                <a:gd name="connsiteY0" fmla="*/ 1160935 h 1160935"/>
                <a:gd name="connsiteX1" fmla="*/ 0 w 778664"/>
                <a:gd name="connsiteY1" fmla="*/ 0 h 1160935"/>
                <a:gd name="connsiteX2" fmla="*/ 778664 w 778664"/>
                <a:gd name="connsiteY2" fmla="*/ 130682 h 1160935"/>
                <a:gd name="connsiteX3" fmla="*/ 694768 w 778664"/>
                <a:gd name="connsiteY3" fmla="*/ 1112562 h 1160935"/>
                <a:gd name="connsiteX4" fmla="*/ 363082 w 778664"/>
                <a:gd name="connsiteY4" fmla="*/ 1160935 h 1160935"/>
                <a:gd name="connsiteX0" fmla="*/ 363082 w 778664"/>
                <a:gd name="connsiteY0" fmla="*/ 1160935 h 1160935"/>
                <a:gd name="connsiteX1" fmla="*/ 0 w 778664"/>
                <a:gd name="connsiteY1" fmla="*/ 0 h 1160935"/>
                <a:gd name="connsiteX2" fmla="*/ 778664 w 778664"/>
                <a:gd name="connsiteY2" fmla="*/ 130682 h 1160935"/>
                <a:gd name="connsiteX3" fmla="*/ 694768 w 778664"/>
                <a:gd name="connsiteY3" fmla="*/ 1112562 h 1160935"/>
                <a:gd name="connsiteX4" fmla="*/ 363082 w 778664"/>
                <a:gd name="connsiteY4" fmla="*/ 1160935 h 1160935"/>
                <a:gd name="connsiteX0" fmla="*/ 397252 w 778664"/>
                <a:gd name="connsiteY0" fmla="*/ 1103987 h 1112562"/>
                <a:gd name="connsiteX1" fmla="*/ 0 w 778664"/>
                <a:gd name="connsiteY1" fmla="*/ 0 h 1112562"/>
                <a:gd name="connsiteX2" fmla="*/ 778664 w 778664"/>
                <a:gd name="connsiteY2" fmla="*/ 130682 h 1112562"/>
                <a:gd name="connsiteX3" fmla="*/ 694768 w 778664"/>
                <a:gd name="connsiteY3" fmla="*/ 1112562 h 1112562"/>
                <a:gd name="connsiteX4" fmla="*/ 397252 w 778664"/>
                <a:gd name="connsiteY4" fmla="*/ 1103987 h 1112562"/>
                <a:gd name="connsiteX0" fmla="*/ 397252 w 778664"/>
                <a:gd name="connsiteY0" fmla="*/ 1103987 h 1112562"/>
                <a:gd name="connsiteX1" fmla="*/ 0 w 778664"/>
                <a:gd name="connsiteY1" fmla="*/ 0 h 1112562"/>
                <a:gd name="connsiteX2" fmla="*/ 778664 w 778664"/>
                <a:gd name="connsiteY2" fmla="*/ 130682 h 1112562"/>
                <a:gd name="connsiteX3" fmla="*/ 694768 w 778664"/>
                <a:gd name="connsiteY3" fmla="*/ 1112562 h 1112562"/>
                <a:gd name="connsiteX4" fmla="*/ 397252 w 778664"/>
                <a:gd name="connsiteY4" fmla="*/ 1103987 h 1112562"/>
                <a:gd name="connsiteX0" fmla="*/ 397252 w 778664"/>
                <a:gd name="connsiteY0" fmla="*/ 1103987 h 1112562"/>
                <a:gd name="connsiteX1" fmla="*/ 0 w 778664"/>
                <a:gd name="connsiteY1" fmla="*/ 0 h 1112562"/>
                <a:gd name="connsiteX2" fmla="*/ 778664 w 778664"/>
                <a:gd name="connsiteY2" fmla="*/ 130682 h 1112562"/>
                <a:gd name="connsiteX3" fmla="*/ 694768 w 778664"/>
                <a:gd name="connsiteY3" fmla="*/ 1112562 h 1112562"/>
                <a:gd name="connsiteX4" fmla="*/ 397252 w 778664"/>
                <a:gd name="connsiteY4" fmla="*/ 1103987 h 1112562"/>
                <a:gd name="connsiteX0" fmla="*/ 123893 w 505305"/>
                <a:gd name="connsiteY0" fmla="*/ 973305 h 981880"/>
                <a:gd name="connsiteX1" fmla="*/ 0 w 505305"/>
                <a:gd name="connsiteY1" fmla="*/ 28773 h 981880"/>
                <a:gd name="connsiteX2" fmla="*/ 505305 w 505305"/>
                <a:gd name="connsiteY2" fmla="*/ 0 h 981880"/>
                <a:gd name="connsiteX3" fmla="*/ 421409 w 505305"/>
                <a:gd name="connsiteY3" fmla="*/ 981880 h 981880"/>
                <a:gd name="connsiteX4" fmla="*/ 123893 w 505305"/>
                <a:gd name="connsiteY4" fmla="*/ 973305 h 981880"/>
                <a:gd name="connsiteX0" fmla="*/ 123893 w 505305"/>
                <a:gd name="connsiteY0" fmla="*/ 973305 h 981880"/>
                <a:gd name="connsiteX1" fmla="*/ 0 w 505305"/>
                <a:gd name="connsiteY1" fmla="*/ 28773 h 981880"/>
                <a:gd name="connsiteX2" fmla="*/ 505305 w 505305"/>
                <a:gd name="connsiteY2" fmla="*/ 0 h 981880"/>
                <a:gd name="connsiteX3" fmla="*/ 421409 w 505305"/>
                <a:gd name="connsiteY3" fmla="*/ 981880 h 981880"/>
                <a:gd name="connsiteX4" fmla="*/ 123893 w 505305"/>
                <a:gd name="connsiteY4" fmla="*/ 973305 h 981880"/>
                <a:gd name="connsiteX0" fmla="*/ 123893 w 505305"/>
                <a:gd name="connsiteY0" fmla="*/ 973305 h 981880"/>
                <a:gd name="connsiteX1" fmla="*/ 0 w 505305"/>
                <a:gd name="connsiteY1" fmla="*/ 28773 h 981880"/>
                <a:gd name="connsiteX2" fmla="*/ 505305 w 505305"/>
                <a:gd name="connsiteY2" fmla="*/ 0 h 981880"/>
                <a:gd name="connsiteX3" fmla="*/ 421409 w 505305"/>
                <a:gd name="connsiteY3" fmla="*/ 981880 h 981880"/>
                <a:gd name="connsiteX4" fmla="*/ 123893 w 505305"/>
                <a:gd name="connsiteY4" fmla="*/ 973305 h 981880"/>
                <a:gd name="connsiteX0" fmla="*/ 123893 w 505305"/>
                <a:gd name="connsiteY0" fmla="*/ 973305 h 981880"/>
                <a:gd name="connsiteX1" fmla="*/ 0 w 505305"/>
                <a:gd name="connsiteY1" fmla="*/ 28773 h 981880"/>
                <a:gd name="connsiteX2" fmla="*/ 505305 w 505305"/>
                <a:gd name="connsiteY2" fmla="*/ 0 h 981880"/>
                <a:gd name="connsiteX3" fmla="*/ 421409 w 505305"/>
                <a:gd name="connsiteY3" fmla="*/ 981880 h 981880"/>
                <a:gd name="connsiteX4" fmla="*/ 123893 w 505305"/>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18198 w 499610"/>
                <a:gd name="connsiteY4" fmla="*/ 973305 h 976186"/>
                <a:gd name="connsiteX0" fmla="*/ 11819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18198 w 499610"/>
                <a:gd name="connsiteY4" fmla="*/ 973305 h 976186"/>
                <a:gd name="connsiteX0" fmla="*/ 19792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97928 w 499610"/>
                <a:gd name="connsiteY4" fmla="*/ 973305 h 976186"/>
                <a:gd name="connsiteX0" fmla="*/ 19792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97928 w 499610"/>
                <a:gd name="connsiteY4" fmla="*/ 973305 h 976186"/>
                <a:gd name="connsiteX0" fmla="*/ 19792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97928 w 499610"/>
                <a:gd name="connsiteY4" fmla="*/ 973305 h 976186"/>
                <a:gd name="connsiteX0" fmla="*/ 19792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97928 w 499610"/>
                <a:gd name="connsiteY4" fmla="*/ 973305 h 976186"/>
                <a:gd name="connsiteX0" fmla="*/ 27977 w 802211"/>
                <a:gd name="connsiteY0" fmla="*/ 815791 h 976186"/>
                <a:gd name="connsiteX1" fmla="*/ 302601 w 802211"/>
                <a:gd name="connsiteY1" fmla="*/ 11688 h 976186"/>
                <a:gd name="connsiteX2" fmla="*/ 802211 w 802211"/>
                <a:gd name="connsiteY2" fmla="*/ 0 h 976186"/>
                <a:gd name="connsiteX3" fmla="*/ 575940 w 802211"/>
                <a:gd name="connsiteY3" fmla="*/ 976186 h 976186"/>
                <a:gd name="connsiteX4" fmla="*/ 27977 w 802211"/>
                <a:gd name="connsiteY4" fmla="*/ 815791 h 976186"/>
                <a:gd name="connsiteX0" fmla="*/ 27977 w 802211"/>
                <a:gd name="connsiteY0" fmla="*/ 815791 h 815791"/>
                <a:gd name="connsiteX1" fmla="*/ 302601 w 802211"/>
                <a:gd name="connsiteY1" fmla="*/ 11688 h 815791"/>
                <a:gd name="connsiteX2" fmla="*/ 802211 w 802211"/>
                <a:gd name="connsiteY2" fmla="*/ 0 h 815791"/>
                <a:gd name="connsiteX3" fmla="*/ 236294 w 802211"/>
                <a:gd name="connsiteY3" fmla="*/ 808828 h 815791"/>
                <a:gd name="connsiteX4" fmla="*/ 27977 w 802211"/>
                <a:gd name="connsiteY4" fmla="*/ 815791 h 815791"/>
                <a:gd name="connsiteX0" fmla="*/ 27977 w 802211"/>
                <a:gd name="connsiteY0" fmla="*/ 815791 h 815791"/>
                <a:gd name="connsiteX1" fmla="*/ 302601 w 802211"/>
                <a:gd name="connsiteY1" fmla="*/ 11688 h 815791"/>
                <a:gd name="connsiteX2" fmla="*/ 802211 w 802211"/>
                <a:gd name="connsiteY2" fmla="*/ 0 h 815791"/>
                <a:gd name="connsiteX3" fmla="*/ 236294 w 802211"/>
                <a:gd name="connsiteY3" fmla="*/ 808828 h 815791"/>
                <a:gd name="connsiteX4" fmla="*/ 27977 w 802211"/>
                <a:gd name="connsiteY4" fmla="*/ 815791 h 815791"/>
                <a:gd name="connsiteX0" fmla="*/ 27977 w 802211"/>
                <a:gd name="connsiteY0" fmla="*/ 815791 h 815791"/>
                <a:gd name="connsiteX1" fmla="*/ 302601 w 802211"/>
                <a:gd name="connsiteY1" fmla="*/ 11688 h 815791"/>
                <a:gd name="connsiteX2" fmla="*/ 802211 w 802211"/>
                <a:gd name="connsiteY2" fmla="*/ 0 h 815791"/>
                <a:gd name="connsiteX3" fmla="*/ 236294 w 802211"/>
                <a:gd name="connsiteY3" fmla="*/ 808828 h 815791"/>
                <a:gd name="connsiteX4" fmla="*/ 27977 w 802211"/>
                <a:gd name="connsiteY4" fmla="*/ 815791 h 815791"/>
                <a:gd name="connsiteX0" fmla="*/ 27977 w 802211"/>
                <a:gd name="connsiteY0" fmla="*/ 828714 h 828714"/>
                <a:gd name="connsiteX1" fmla="*/ 302601 w 802211"/>
                <a:gd name="connsiteY1" fmla="*/ 0 h 828714"/>
                <a:gd name="connsiteX2" fmla="*/ 802211 w 802211"/>
                <a:gd name="connsiteY2" fmla="*/ 12923 h 828714"/>
                <a:gd name="connsiteX3" fmla="*/ 236294 w 802211"/>
                <a:gd name="connsiteY3" fmla="*/ 821751 h 828714"/>
                <a:gd name="connsiteX4" fmla="*/ 27977 w 802211"/>
                <a:gd name="connsiteY4" fmla="*/ 828714 h 828714"/>
                <a:gd name="connsiteX0" fmla="*/ 56213 w 830447"/>
                <a:gd name="connsiteY0" fmla="*/ 828714 h 828714"/>
                <a:gd name="connsiteX1" fmla="*/ 330837 w 830447"/>
                <a:gd name="connsiteY1" fmla="*/ 0 h 828714"/>
                <a:gd name="connsiteX2" fmla="*/ 830447 w 830447"/>
                <a:gd name="connsiteY2" fmla="*/ 12923 h 828714"/>
                <a:gd name="connsiteX3" fmla="*/ 264530 w 830447"/>
                <a:gd name="connsiteY3" fmla="*/ 821751 h 828714"/>
                <a:gd name="connsiteX4" fmla="*/ 56213 w 830447"/>
                <a:gd name="connsiteY4" fmla="*/ 828714 h 828714"/>
                <a:gd name="connsiteX0" fmla="*/ 64130 w 789139"/>
                <a:gd name="connsiteY0" fmla="*/ 794258 h 821751"/>
                <a:gd name="connsiteX1" fmla="*/ 289529 w 789139"/>
                <a:gd name="connsiteY1" fmla="*/ 0 h 821751"/>
                <a:gd name="connsiteX2" fmla="*/ 789139 w 789139"/>
                <a:gd name="connsiteY2" fmla="*/ 12923 h 821751"/>
                <a:gd name="connsiteX3" fmla="*/ 223222 w 789139"/>
                <a:gd name="connsiteY3" fmla="*/ 821751 h 821751"/>
                <a:gd name="connsiteX4" fmla="*/ 64130 w 789139"/>
                <a:gd name="connsiteY4" fmla="*/ 794258 h 821751"/>
                <a:gd name="connsiteX0" fmla="*/ 0 w 725009"/>
                <a:gd name="connsiteY0" fmla="*/ 794258 h 821751"/>
                <a:gd name="connsiteX1" fmla="*/ 225399 w 725009"/>
                <a:gd name="connsiteY1" fmla="*/ 0 h 821751"/>
                <a:gd name="connsiteX2" fmla="*/ 725009 w 725009"/>
                <a:gd name="connsiteY2" fmla="*/ 12923 h 821751"/>
                <a:gd name="connsiteX3" fmla="*/ 159092 w 725009"/>
                <a:gd name="connsiteY3" fmla="*/ 821751 h 821751"/>
                <a:gd name="connsiteX4" fmla="*/ 0 w 725009"/>
                <a:gd name="connsiteY4" fmla="*/ 794258 h 821751"/>
                <a:gd name="connsiteX0" fmla="*/ 0 w 725009"/>
                <a:gd name="connsiteY0" fmla="*/ 1203768 h 1231261"/>
                <a:gd name="connsiteX1" fmla="*/ 225399 w 725009"/>
                <a:gd name="connsiteY1" fmla="*/ 0 h 1231261"/>
                <a:gd name="connsiteX2" fmla="*/ 725009 w 725009"/>
                <a:gd name="connsiteY2" fmla="*/ 422433 h 1231261"/>
                <a:gd name="connsiteX3" fmla="*/ 159092 w 725009"/>
                <a:gd name="connsiteY3" fmla="*/ 1231261 h 1231261"/>
                <a:gd name="connsiteX4" fmla="*/ 0 w 725009"/>
                <a:gd name="connsiteY4" fmla="*/ 1203768 h 1231261"/>
                <a:gd name="connsiteX0" fmla="*/ 0 w 725009"/>
                <a:gd name="connsiteY0" fmla="*/ 1217334 h 1244827"/>
                <a:gd name="connsiteX1" fmla="*/ 225399 w 725009"/>
                <a:gd name="connsiteY1" fmla="*/ 13566 h 1244827"/>
                <a:gd name="connsiteX2" fmla="*/ 725009 w 725009"/>
                <a:gd name="connsiteY2" fmla="*/ 571 h 1244827"/>
                <a:gd name="connsiteX3" fmla="*/ 159092 w 725009"/>
                <a:gd name="connsiteY3" fmla="*/ 1244827 h 1244827"/>
                <a:gd name="connsiteX4" fmla="*/ 0 w 725009"/>
                <a:gd name="connsiteY4" fmla="*/ 1217334 h 1244827"/>
                <a:gd name="connsiteX0" fmla="*/ 0 w 725009"/>
                <a:gd name="connsiteY0" fmla="*/ 1217334 h 1244827"/>
                <a:gd name="connsiteX1" fmla="*/ 225399 w 725009"/>
                <a:gd name="connsiteY1" fmla="*/ 13566 h 1244827"/>
                <a:gd name="connsiteX2" fmla="*/ 725009 w 725009"/>
                <a:gd name="connsiteY2" fmla="*/ 571 h 1244827"/>
                <a:gd name="connsiteX3" fmla="*/ 159092 w 725009"/>
                <a:gd name="connsiteY3" fmla="*/ 1244827 h 1244827"/>
                <a:gd name="connsiteX4" fmla="*/ 0 w 725009"/>
                <a:gd name="connsiteY4" fmla="*/ 1217334 h 1244827"/>
                <a:gd name="connsiteX0" fmla="*/ 0 w 725009"/>
                <a:gd name="connsiteY0" fmla="*/ 1217334 h 1244827"/>
                <a:gd name="connsiteX1" fmla="*/ 225399 w 725009"/>
                <a:gd name="connsiteY1" fmla="*/ 13566 h 1244827"/>
                <a:gd name="connsiteX2" fmla="*/ 725009 w 725009"/>
                <a:gd name="connsiteY2" fmla="*/ 571 h 1244827"/>
                <a:gd name="connsiteX3" fmla="*/ 159092 w 725009"/>
                <a:gd name="connsiteY3" fmla="*/ 1244827 h 1244827"/>
                <a:gd name="connsiteX4" fmla="*/ 0 w 725009"/>
                <a:gd name="connsiteY4" fmla="*/ 1217334 h 1244827"/>
                <a:gd name="connsiteX0" fmla="*/ 0 w 725009"/>
                <a:gd name="connsiteY0" fmla="*/ 1217334 h 1244827"/>
                <a:gd name="connsiteX1" fmla="*/ 225399 w 725009"/>
                <a:gd name="connsiteY1" fmla="*/ 13566 h 1244827"/>
                <a:gd name="connsiteX2" fmla="*/ 725009 w 725009"/>
                <a:gd name="connsiteY2" fmla="*/ 571 h 1244827"/>
                <a:gd name="connsiteX3" fmla="*/ 159092 w 725009"/>
                <a:gd name="connsiteY3" fmla="*/ 1244827 h 1244827"/>
                <a:gd name="connsiteX4" fmla="*/ 0 w 725009"/>
                <a:gd name="connsiteY4" fmla="*/ 1217334 h 1244827"/>
                <a:gd name="connsiteX0" fmla="*/ 0 w 725009"/>
                <a:gd name="connsiteY0" fmla="*/ 1217334 h 1244827"/>
                <a:gd name="connsiteX1" fmla="*/ 225399 w 725009"/>
                <a:gd name="connsiteY1" fmla="*/ 13566 h 1244827"/>
                <a:gd name="connsiteX2" fmla="*/ 725009 w 725009"/>
                <a:gd name="connsiteY2" fmla="*/ 571 h 1244827"/>
                <a:gd name="connsiteX3" fmla="*/ 159092 w 725009"/>
                <a:gd name="connsiteY3" fmla="*/ 1244827 h 1244827"/>
                <a:gd name="connsiteX4" fmla="*/ 0 w 725009"/>
                <a:gd name="connsiteY4" fmla="*/ 1217334 h 1244827"/>
                <a:gd name="connsiteX0" fmla="*/ 0 w 725009"/>
                <a:gd name="connsiteY0" fmla="*/ 1217334 h 1244827"/>
                <a:gd name="connsiteX1" fmla="*/ 225399 w 725009"/>
                <a:gd name="connsiteY1" fmla="*/ 13566 h 1244827"/>
                <a:gd name="connsiteX2" fmla="*/ 725009 w 725009"/>
                <a:gd name="connsiteY2" fmla="*/ 571 h 1244827"/>
                <a:gd name="connsiteX3" fmla="*/ 159092 w 725009"/>
                <a:gd name="connsiteY3" fmla="*/ 1244827 h 1244827"/>
                <a:gd name="connsiteX4" fmla="*/ 0 w 725009"/>
                <a:gd name="connsiteY4" fmla="*/ 1217334 h 1244827"/>
                <a:gd name="connsiteX0" fmla="*/ 0 w 725009"/>
                <a:gd name="connsiteY0" fmla="*/ 1203768 h 1231261"/>
                <a:gd name="connsiteX1" fmla="*/ 225399 w 725009"/>
                <a:gd name="connsiteY1" fmla="*/ 0 h 1231261"/>
                <a:gd name="connsiteX2" fmla="*/ 725009 w 725009"/>
                <a:gd name="connsiteY2" fmla="*/ 129782 h 1231261"/>
                <a:gd name="connsiteX3" fmla="*/ 159092 w 725009"/>
                <a:gd name="connsiteY3" fmla="*/ 1231261 h 1231261"/>
                <a:gd name="connsiteX4" fmla="*/ 0 w 725009"/>
                <a:gd name="connsiteY4" fmla="*/ 1203768 h 1231261"/>
                <a:gd name="connsiteX0" fmla="*/ 0 w 725009"/>
                <a:gd name="connsiteY0" fmla="*/ 1203768 h 1231261"/>
                <a:gd name="connsiteX1" fmla="*/ 225399 w 725009"/>
                <a:gd name="connsiteY1" fmla="*/ 0 h 1231261"/>
                <a:gd name="connsiteX2" fmla="*/ 725009 w 725009"/>
                <a:gd name="connsiteY2" fmla="*/ 129782 h 1231261"/>
                <a:gd name="connsiteX3" fmla="*/ 159092 w 725009"/>
                <a:gd name="connsiteY3" fmla="*/ 1231261 h 1231261"/>
                <a:gd name="connsiteX4" fmla="*/ 0 w 725009"/>
                <a:gd name="connsiteY4" fmla="*/ 1203768 h 1231261"/>
                <a:gd name="connsiteX0" fmla="*/ 0 w 725009"/>
                <a:gd name="connsiteY0" fmla="*/ 1203768 h 1231261"/>
                <a:gd name="connsiteX1" fmla="*/ 225399 w 725009"/>
                <a:gd name="connsiteY1" fmla="*/ 0 h 1231261"/>
                <a:gd name="connsiteX2" fmla="*/ 725009 w 725009"/>
                <a:gd name="connsiteY2" fmla="*/ 129782 h 1231261"/>
                <a:gd name="connsiteX3" fmla="*/ 159092 w 725009"/>
                <a:gd name="connsiteY3" fmla="*/ 1231261 h 1231261"/>
                <a:gd name="connsiteX4" fmla="*/ 0 w 725009"/>
                <a:gd name="connsiteY4" fmla="*/ 1203768 h 1231261"/>
                <a:gd name="connsiteX0" fmla="*/ 0 w 725497"/>
                <a:gd name="connsiteY0" fmla="*/ 1279028 h 1306521"/>
                <a:gd name="connsiteX1" fmla="*/ 225399 w 725497"/>
                <a:gd name="connsiteY1" fmla="*/ 75260 h 1306521"/>
                <a:gd name="connsiteX2" fmla="*/ 396193 w 725497"/>
                <a:gd name="connsiteY2" fmla="*/ 156799 h 1306521"/>
                <a:gd name="connsiteX3" fmla="*/ 725009 w 725497"/>
                <a:gd name="connsiteY3" fmla="*/ 205042 h 1306521"/>
                <a:gd name="connsiteX4" fmla="*/ 159092 w 725497"/>
                <a:gd name="connsiteY4" fmla="*/ 1306521 h 1306521"/>
                <a:gd name="connsiteX5" fmla="*/ 0 w 725497"/>
                <a:gd name="connsiteY5" fmla="*/ 1279028 h 1306521"/>
                <a:gd name="connsiteX0" fmla="*/ 0 w 725239"/>
                <a:gd name="connsiteY0" fmla="*/ 1295668 h 1323161"/>
                <a:gd name="connsiteX1" fmla="*/ 225399 w 725239"/>
                <a:gd name="connsiteY1" fmla="*/ 91900 h 1323161"/>
                <a:gd name="connsiteX2" fmla="*/ 725009 w 725239"/>
                <a:gd name="connsiteY2" fmla="*/ 221682 h 1323161"/>
                <a:gd name="connsiteX3" fmla="*/ 159092 w 725239"/>
                <a:gd name="connsiteY3" fmla="*/ 1323161 h 1323161"/>
                <a:gd name="connsiteX4" fmla="*/ 0 w 725239"/>
                <a:gd name="connsiteY4" fmla="*/ 1295668 h 1323161"/>
                <a:gd name="connsiteX0" fmla="*/ 0 w 725221"/>
                <a:gd name="connsiteY0" fmla="*/ 1210552 h 1238045"/>
                <a:gd name="connsiteX1" fmla="*/ 191583 w 725221"/>
                <a:gd name="connsiteY1" fmla="*/ 153319 h 1238045"/>
                <a:gd name="connsiteX2" fmla="*/ 725009 w 725221"/>
                <a:gd name="connsiteY2" fmla="*/ 136566 h 1238045"/>
                <a:gd name="connsiteX3" fmla="*/ 159092 w 725221"/>
                <a:gd name="connsiteY3" fmla="*/ 1238045 h 1238045"/>
                <a:gd name="connsiteX4" fmla="*/ 0 w 725221"/>
                <a:gd name="connsiteY4" fmla="*/ 1210552 h 1238045"/>
                <a:gd name="connsiteX0" fmla="*/ 0 w 725305"/>
                <a:gd name="connsiteY0" fmla="*/ 1158512 h 1186005"/>
                <a:gd name="connsiteX1" fmla="*/ 191583 w 725305"/>
                <a:gd name="connsiteY1" fmla="*/ 101279 h 1186005"/>
                <a:gd name="connsiteX2" fmla="*/ 725009 w 725305"/>
                <a:gd name="connsiteY2" fmla="*/ 84526 h 1186005"/>
                <a:gd name="connsiteX3" fmla="*/ 159092 w 725305"/>
                <a:gd name="connsiteY3" fmla="*/ 1186005 h 1186005"/>
                <a:gd name="connsiteX4" fmla="*/ 0 w 725305"/>
                <a:gd name="connsiteY4" fmla="*/ 1158512 h 1186005"/>
                <a:gd name="connsiteX0" fmla="*/ 0 w 725009"/>
                <a:gd name="connsiteY0" fmla="*/ 1073986 h 1101479"/>
                <a:gd name="connsiteX1" fmla="*/ 191583 w 725009"/>
                <a:gd name="connsiteY1" fmla="*/ 16753 h 1101479"/>
                <a:gd name="connsiteX2" fmla="*/ 725009 w 725009"/>
                <a:gd name="connsiteY2" fmla="*/ 0 h 1101479"/>
                <a:gd name="connsiteX3" fmla="*/ 159092 w 725009"/>
                <a:gd name="connsiteY3" fmla="*/ 1101479 h 1101479"/>
                <a:gd name="connsiteX4" fmla="*/ 0 w 725009"/>
                <a:gd name="connsiteY4" fmla="*/ 1073986 h 1101479"/>
                <a:gd name="connsiteX0" fmla="*/ 0 w 725009"/>
                <a:gd name="connsiteY0" fmla="*/ 1073986 h 1101479"/>
                <a:gd name="connsiteX1" fmla="*/ 206612 w 725009"/>
                <a:gd name="connsiteY1" fmla="*/ 1724 h 1101479"/>
                <a:gd name="connsiteX2" fmla="*/ 725009 w 725009"/>
                <a:gd name="connsiteY2" fmla="*/ 0 h 1101479"/>
                <a:gd name="connsiteX3" fmla="*/ 159092 w 725009"/>
                <a:gd name="connsiteY3" fmla="*/ 1101479 h 1101479"/>
                <a:gd name="connsiteX4" fmla="*/ 0 w 725009"/>
                <a:gd name="connsiteY4" fmla="*/ 1073986 h 1101479"/>
                <a:gd name="connsiteX0" fmla="*/ 0 w 725009"/>
                <a:gd name="connsiteY0" fmla="*/ 1073986 h 1101479"/>
                <a:gd name="connsiteX1" fmla="*/ 206612 w 725009"/>
                <a:gd name="connsiteY1" fmla="*/ 1724 h 1101479"/>
                <a:gd name="connsiteX2" fmla="*/ 725009 w 725009"/>
                <a:gd name="connsiteY2" fmla="*/ 0 h 1101479"/>
                <a:gd name="connsiteX3" fmla="*/ 159092 w 725009"/>
                <a:gd name="connsiteY3" fmla="*/ 1101479 h 1101479"/>
                <a:gd name="connsiteX4" fmla="*/ 0 w 725009"/>
                <a:gd name="connsiteY4" fmla="*/ 1073986 h 1101479"/>
                <a:gd name="connsiteX0" fmla="*/ 0 w 725009"/>
                <a:gd name="connsiteY0" fmla="*/ 1073986 h 1101479"/>
                <a:gd name="connsiteX1" fmla="*/ 206612 w 725009"/>
                <a:gd name="connsiteY1" fmla="*/ 1724 h 1101479"/>
                <a:gd name="connsiteX2" fmla="*/ 725009 w 725009"/>
                <a:gd name="connsiteY2" fmla="*/ 0 h 1101479"/>
                <a:gd name="connsiteX3" fmla="*/ 159092 w 725009"/>
                <a:gd name="connsiteY3" fmla="*/ 1101479 h 1101479"/>
                <a:gd name="connsiteX4" fmla="*/ 0 w 725009"/>
                <a:gd name="connsiteY4" fmla="*/ 1073986 h 11014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5009" h="1101479">
                  <a:moveTo>
                    <a:pt x="0" y="1073986"/>
                  </a:moveTo>
                  <a:cubicBezTo>
                    <a:pt x="95638" y="589814"/>
                    <a:pt x="96800" y="618448"/>
                    <a:pt x="206612" y="1724"/>
                  </a:cubicBezTo>
                  <a:cubicBezTo>
                    <a:pt x="451440" y="14348"/>
                    <a:pt x="499346" y="35256"/>
                    <a:pt x="725009" y="0"/>
                  </a:cubicBezTo>
                  <a:cubicBezTo>
                    <a:pt x="326141" y="749497"/>
                    <a:pt x="642687" y="159790"/>
                    <a:pt x="159092" y="1101479"/>
                  </a:cubicBezTo>
                  <a:cubicBezTo>
                    <a:pt x="24807" y="1072843"/>
                    <a:pt x="92525" y="1088071"/>
                    <a:pt x="0" y="1073986"/>
                  </a:cubicBezTo>
                  <a:close/>
                </a:path>
              </a:pathLst>
            </a:custGeom>
            <a:gradFill rotWithShape="1">
              <a:gsLst>
                <a:gs pos="0">
                  <a:srgbClr val="FFFFFF">
                    <a:lumMod val="95000"/>
                    <a:alpha val="55000"/>
                  </a:srgbClr>
                </a:gs>
                <a:gs pos="100000">
                  <a:srgbClr val="FFFFFF">
                    <a:lumMod val="75000"/>
                  </a:srgbClr>
                </a:gs>
              </a:gsLst>
              <a:lin ang="16200000" scaled="0"/>
            </a:gradFill>
            <a:ln w="9525" cap="flat" cmpd="sng" algn="ctr">
              <a:solidFill>
                <a:srgbClr val="FFFFFF">
                  <a:lumMod val="75000"/>
                </a:srgbClr>
              </a:solid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sp>
          <p:nvSpPr>
            <p:cNvPr id="291" name="Freeform 290">
              <a:extLst>
                <a:ext uri="{FF2B5EF4-FFF2-40B4-BE49-F238E27FC236}">
                  <a16:creationId xmlns:a16="http://schemas.microsoft.com/office/drawing/2014/main" id="{98F06BD2-BA43-1144-B69F-BF325541EB43}"/>
                </a:ext>
              </a:extLst>
            </p:cNvPr>
            <p:cNvSpPr/>
            <p:nvPr/>
          </p:nvSpPr>
          <p:spPr>
            <a:xfrm>
              <a:off x="4300767" y="4956362"/>
              <a:ext cx="514307" cy="577758"/>
            </a:xfrm>
            <a:custGeom>
              <a:avLst/>
              <a:gdLst>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418712 w 1040633"/>
                <a:gd name="connsiteY4" fmla="*/ 1189324 h 1219697"/>
                <a:gd name="connsiteX5" fmla="*/ 139870 w 1040633"/>
                <a:gd name="connsiteY5" fmla="*/ 1191723 h 1219697"/>
                <a:gd name="connsiteX0" fmla="*/ 139870 w 1040633"/>
                <a:gd name="connsiteY0" fmla="*/ 1191723 h 1355926"/>
                <a:gd name="connsiteX1" fmla="*/ 0 w 1040633"/>
                <a:gd name="connsiteY1" fmla="*/ 0 h 1355926"/>
                <a:gd name="connsiteX2" fmla="*/ 1040633 w 1040633"/>
                <a:gd name="connsiteY2" fmla="*/ 16785 h 1355926"/>
                <a:gd name="connsiteX3" fmla="*/ 833625 w 1040633"/>
                <a:gd name="connsiteY3" fmla="*/ 1219697 h 1355926"/>
                <a:gd name="connsiteX4" fmla="*/ 139870 w 1040633"/>
                <a:gd name="connsiteY4" fmla="*/ 1191723 h 1355926"/>
                <a:gd name="connsiteX0" fmla="*/ 139870 w 1040633"/>
                <a:gd name="connsiteY0" fmla="*/ 1191723 h 1289901"/>
                <a:gd name="connsiteX1" fmla="*/ 0 w 1040633"/>
                <a:gd name="connsiteY1" fmla="*/ 0 h 1289901"/>
                <a:gd name="connsiteX2" fmla="*/ 1040633 w 1040633"/>
                <a:gd name="connsiteY2" fmla="*/ 16785 h 1289901"/>
                <a:gd name="connsiteX3" fmla="*/ 833625 w 1040633"/>
                <a:gd name="connsiteY3" fmla="*/ 1219697 h 1289901"/>
                <a:gd name="connsiteX4" fmla="*/ 139870 w 1040633"/>
                <a:gd name="connsiteY4" fmla="*/ 1191723 h 1289901"/>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191723"/>
                <a:gd name="connsiteX1" fmla="*/ 0 w 1040633"/>
                <a:gd name="connsiteY1" fmla="*/ 0 h 1191723"/>
                <a:gd name="connsiteX2" fmla="*/ 1040633 w 1040633"/>
                <a:gd name="connsiteY2" fmla="*/ 16785 h 1191723"/>
                <a:gd name="connsiteX3" fmla="*/ 671988 w 1040633"/>
                <a:gd name="connsiteY3" fmla="*/ 1158121 h 1191723"/>
                <a:gd name="connsiteX4" fmla="*/ 139870 w 1040633"/>
                <a:gd name="connsiteY4" fmla="*/ 1191723 h 1191723"/>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778664"/>
                <a:gd name="connsiteY0" fmla="*/ 1160935 h 1160935"/>
                <a:gd name="connsiteX1" fmla="*/ 0 w 778664"/>
                <a:gd name="connsiteY1" fmla="*/ 0 h 1160935"/>
                <a:gd name="connsiteX2" fmla="*/ 778664 w 778664"/>
                <a:gd name="connsiteY2" fmla="*/ 130682 h 1160935"/>
                <a:gd name="connsiteX3" fmla="*/ 671988 w 778664"/>
                <a:gd name="connsiteY3" fmla="*/ 1158121 h 1160935"/>
                <a:gd name="connsiteX4" fmla="*/ 363082 w 778664"/>
                <a:gd name="connsiteY4" fmla="*/ 1160935 h 1160935"/>
                <a:gd name="connsiteX0" fmla="*/ 363082 w 778664"/>
                <a:gd name="connsiteY0" fmla="*/ 1160935 h 1160935"/>
                <a:gd name="connsiteX1" fmla="*/ 0 w 778664"/>
                <a:gd name="connsiteY1" fmla="*/ 0 h 1160935"/>
                <a:gd name="connsiteX2" fmla="*/ 778664 w 778664"/>
                <a:gd name="connsiteY2" fmla="*/ 130682 h 1160935"/>
                <a:gd name="connsiteX3" fmla="*/ 694768 w 778664"/>
                <a:gd name="connsiteY3" fmla="*/ 1112562 h 1160935"/>
                <a:gd name="connsiteX4" fmla="*/ 363082 w 778664"/>
                <a:gd name="connsiteY4" fmla="*/ 1160935 h 1160935"/>
                <a:gd name="connsiteX0" fmla="*/ 363082 w 778664"/>
                <a:gd name="connsiteY0" fmla="*/ 1160935 h 1160935"/>
                <a:gd name="connsiteX1" fmla="*/ 0 w 778664"/>
                <a:gd name="connsiteY1" fmla="*/ 0 h 1160935"/>
                <a:gd name="connsiteX2" fmla="*/ 778664 w 778664"/>
                <a:gd name="connsiteY2" fmla="*/ 130682 h 1160935"/>
                <a:gd name="connsiteX3" fmla="*/ 694768 w 778664"/>
                <a:gd name="connsiteY3" fmla="*/ 1112562 h 1160935"/>
                <a:gd name="connsiteX4" fmla="*/ 363082 w 778664"/>
                <a:gd name="connsiteY4" fmla="*/ 1160935 h 1160935"/>
                <a:gd name="connsiteX0" fmla="*/ 397252 w 778664"/>
                <a:gd name="connsiteY0" fmla="*/ 1103987 h 1112562"/>
                <a:gd name="connsiteX1" fmla="*/ 0 w 778664"/>
                <a:gd name="connsiteY1" fmla="*/ 0 h 1112562"/>
                <a:gd name="connsiteX2" fmla="*/ 778664 w 778664"/>
                <a:gd name="connsiteY2" fmla="*/ 130682 h 1112562"/>
                <a:gd name="connsiteX3" fmla="*/ 694768 w 778664"/>
                <a:gd name="connsiteY3" fmla="*/ 1112562 h 1112562"/>
                <a:gd name="connsiteX4" fmla="*/ 397252 w 778664"/>
                <a:gd name="connsiteY4" fmla="*/ 1103987 h 1112562"/>
                <a:gd name="connsiteX0" fmla="*/ 397252 w 778664"/>
                <a:gd name="connsiteY0" fmla="*/ 1103987 h 1112562"/>
                <a:gd name="connsiteX1" fmla="*/ 0 w 778664"/>
                <a:gd name="connsiteY1" fmla="*/ 0 h 1112562"/>
                <a:gd name="connsiteX2" fmla="*/ 778664 w 778664"/>
                <a:gd name="connsiteY2" fmla="*/ 130682 h 1112562"/>
                <a:gd name="connsiteX3" fmla="*/ 694768 w 778664"/>
                <a:gd name="connsiteY3" fmla="*/ 1112562 h 1112562"/>
                <a:gd name="connsiteX4" fmla="*/ 397252 w 778664"/>
                <a:gd name="connsiteY4" fmla="*/ 1103987 h 1112562"/>
                <a:gd name="connsiteX0" fmla="*/ 397252 w 778664"/>
                <a:gd name="connsiteY0" fmla="*/ 1103987 h 1112562"/>
                <a:gd name="connsiteX1" fmla="*/ 0 w 778664"/>
                <a:gd name="connsiteY1" fmla="*/ 0 h 1112562"/>
                <a:gd name="connsiteX2" fmla="*/ 778664 w 778664"/>
                <a:gd name="connsiteY2" fmla="*/ 130682 h 1112562"/>
                <a:gd name="connsiteX3" fmla="*/ 694768 w 778664"/>
                <a:gd name="connsiteY3" fmla="*/ 1112562 h 1112562"/>
                <a:gd name="connsiteX4" fmla="*/ 397252 w 778664"/>
                <a:gd name="connsiteY4" fmla="*/ 1103987 h 1112562"/>
                <a:gd name="connsiteX0" fmla="*/ 123893 w 505305"/>
                <a:gd name="connsiteY0" fmla="*/ 973305 h 981880"/>
                <a:gd name="connsiteX1" fmla="*/ 0 w 505305"/>
                <a:gd name="connsiteY1" fmla="*/ 28773 h 981880"/>
                <a:gd name="connsiteX2" fmla="*/ 505305 w 505305"/>
                <a:gd name="connsiteY2" fmla="*/ 0 h 981880"/>
                <a:gd name="connsiteX3" fmla="*/ 421409 w 505305"/>
                <a:gd name="connsiteY3" fmla="*/ 981880 h 981880"/>
                <a:gd name="connsiteX4" fmla="*/ 123893 w 505305"/>
                <a:gd name="connsiteY4" fmla="*/ 973305 h 981880"/>
                <a:gd name="connsiteX0" fmla="*/ 123893 w 505305"/>
                <a:gd name="connsiteY0" fmla="*/ 973305 h 981880"/>
                <a:gd name="connsiteX1" fmla="*/ 0 w 505305"/>
                <a:gd name="connsiteY1" fmla="*/ 28773 h 981880"/>
                <a:gd name="connsiteX2" fmla="*/ 505305 w 505305"/>
                <a:gd name="connsiteY2" fmla="*/ 0 h 981880"/>
                <a:gd name="connsiteX3" fmla="*/ 421409 w 505305"/>
                <a:gd name="connsiteY3" fmla="*/ 981880 h 981880"/>
                <a:gd name="connsiteX4" fmla="*/ 123893 w 505305"/>
                <a:gd name="connsiteY4" fmla="*/ 973305 h 981880"/>
                <a:gd name="connsiteX0" fmla="*/ 123893 w 505305"/>
                <a:gd name="connsiteY0" fmla="*/ 973305 h 981880"/>
                <a:gd name="connsiteX1" fmla="*/ 0 w 505305"/>
                <a:gd name="connsiteY1" fmla="*/ 28773 h 981880"/>
                <a:gd name="connsiteX2" fmla="*/ 505305 w 505305"/>
                <a:gd name="connsiteY2" fmla="*/ 0 h 981880"/>
                <a:gd name="connsiteX3" fmla="*/ 421409 w 505305"/>
                <a:gd name="connsiteY3" fmla="*/ 981880 h 981880"/>
                <a:gd name="connsiteX4" fmla="*/ 123893 w 505305"/>
                <a:gd name="connsiteY4" fmla="*/ 973305 h 981880"/>
                <a:gd name="connsiteX0" fmla="*/ 123893 w 505305"/>
                <a:gd name="connsiteY0" fmla="*/ 973305 h 981880"/>
                <a:gd name="connsiteX1" fmla="*/ 0 w 505305"/>
                <a:gd name="connsiteY1" fmla="*/ 28773 h 981880"/>
                <a:gd name="connsiteX2" fmla="*/ 505305 w 505305"/>
                <a:gd name="connsiteY2" fmla="*/ 0 h 981880"/>
                <a:gd name="connsiteX3" fmla="*/ 421409 w 505305"/>
                <a:gd name="connsiteY3" fmla="*/ 981880 h 981880"/>
                <a:gd name="connsiteX4" fmla="*/ 123893 w 505305"/>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18198 w 499610"/>
                <a:gd name="connsiteY4" fmla="*/ 973305 h 976186"/>
                <a:gd name="connsiteX0" fmla="*/ 11819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18198 w 499610"/>
                <a:gd name="connsiteY4" fmla="*/ 973305 h 976186"/>
                <a:gd name="connsiteX0" fmla="*/ 19792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97928 w 499610"/>
                <a:gd name="connsiteY4" fmla="*/ 973305 h 976186"/>
                <a:gd name="connsiteX0" fmla="*/ 19792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97928 w 499610"/>
                <a:gd name="connsiteY4" fmla="*/ 973305 h 976186"/>
                <a:gd name="connsiteX0" fmla="*/ 19792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97928 w 499610"/>
                <a:gd name="connsiteY4" fmla="*/ 973305 h 976186"/>
                <a:gd name="connsiteX0" fmla="*/ 19792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97928 w 499610"/>
                <a:gd name="connsiteY4" fmla="*/ 973305 h 976186"/>
                <a:gd name="connsiteX0" fmla="*/ 197928 w 503138"/>
                <a:gd name="connsiteY0" fmla="*/ 961687 h 964568"/>
                <a:gd name="connsiteX1" fmla="*/ 0 w 503138"/>
                <a:gd name="connsiteY1" fmla="*/ 70 h 964568"/>
                <a:gd name="connsiteX2" fmla="*/ 503138 w 503138"/>
                <a:gd name="connsiteY2" fmla="*/ 154187 h 964568"/>
                <a:gd name="connsiteX3" fmla="*/ 273339 w 503138"/>
                <a:gd name="connsiteY3" fmla="*/ 964568 h 964568"/>
                <a:gd name="connsiteX4" fmla="*/ 197928 w 503138"/>
                <a:gd name="connsiteY4" fmla="*/ 961687 h 964568"/>
                <a:gd name="connsiteX0" fmla="*/ 201456 w 506666"/>
                <a:gd name="connsiteY0" fmla="*/ 807500 h 810381"/>
                <a:gd name="connsiteX1" fmla="*/ 0 w 506666"/>
                <a:gd name="connsiteY1" fmla="*/ 15216 h 810381"/>
                <a:gd name="connsiteX2" fmla="*/ 506666 w 506666"/>
                <a:gd name="connsiteY2" fmla="*/ 0 h 810381"/>
                <a:gd name="connsiteX3" fmla="*/ 276867 w 506666"/>
                <a:gd name="connsiteY3" fmla="*/ 810381 h 810381"/>
                <a:gd name="connsiteX4" fmla="*/ 201456 w 506666"/>
                <a:gd name="connsiteY4" fmla="*/ 807500 h 810381"/>
                <a:gd name="connsiteX0" fmla="*/ 201456 w 506666"/>
                <a:gd name="connsiteY0" fmla="*/ 807500 h 811593"/>
                <a:gd name="connsiteX1" fmla="*/ 0 w 506666"/>
                <a:gd name="connsiteY1" fmla="*/ 15216 h 811593"/>
                <a:gd name="connsiteX2" fmla="*/ 506666 w 506666"/>
                <a:gd name="connsiteY2" fmla="*/ 0 h 811593"/>
                <a:gd name="connsiteX3" fmla="*/ 276867 w 506666"/>
                <a:gd name="connsiteY3" fmla="*/ 810381 h 811593"/>
                <a:gd name="connsiteX4" fmla="*/ 201456 w 506666"/>
                <a:gd name="connsiteY4" fmla="*/ 807500 h 811593"/>
                <a:gd name="connsiteX0" fmla="*/ 135576 w 506666"/>
                <a:gd name="connsiteY0" fmla="*/ 818480 h 818480"/>
                <a:gd name="connsiteX1" fmla="*/ 0 w 506666"/>
                <a:gd name="connsiteY1" fmla="*/ 15216 h 818480"/>
                <a:gd name="connsiteX2" fmla="*/ 506666 w 506666"/>
                <a:gd name="connsiteY2" fmla="*/ 0 h 818480"/>
                <a:gd name="connsiteX3" fmla="*/ 276867 w 506666"/>
                <a:gd name="connsiteY3" fmla="*/ 810381 h 818480"/>
                <a:gd name="connsiteX4" fmla="*/ 135576 w 506666"/>
                <a:gd name="connsiteY4" fmla="*/ 818480 h 818480"/>
                <a:gd name="connsiteX0" fmla="*/ 135576 w 506666"/>
                <a:gd name="connsiteY0" fmla="*/ 818480 h 818480"/>
                <a:gd name="connsiteX1" fmla="*/ 0 w 506666"/>
                <a:gd name="connsiteY1" fmla="*/ 15216 h 818480"/>
                <a:gd name="connsiteX2" fmla="*/ 506666 w 506666"/>
                <a:gd name="connsiteY2" fmla="*/ 0 h 818480"/>
                <a:gd name="connsiteX3" fmla="*/ 331766 w 506666"/>
                <a:gd name="connsiteY3" fmla="*/ 803061 h 818480"/>
                <a:gd name="connsiteX4" fmla="*/ 135576 w 506666"/>
                <a:gd name="connsiteY4" fmla="*/ 818480 h 818480"/>
                <a:gd name="connsiteX0" fmla="*/ 135576 w 506666"/>
                <a:gd name="connsiteY0" fmla="*/ 818480 h 818480"/>
                <a:gd name="connsiteX1" fmla="*/ 0 w 506666"/>
                <a:gd name="connsiteY1" fmla="*/ 15216 h 818480"/>
                <a:gd name="connsiteX2" fmla="*/ 506666 w 506666"/>
                <a:gd name="connsiteY2" fmla="*/ 0 h 818480"/>
                <a:gd name="connsiteX3" fmla="*/ 331766 w 506666"/>
                <a:gd name="connsiteY3" fmla="*/ 803061 h 818480"/>
                <a:gd name="connsiteX4" fmla="*/ 135576 w 506666"/>
                <a:gd name="connsiteY4" fmla="*/ 818480 h 818480"/>
                <a:gd name="connsiteX0" fmla="*/ 135576 w 506666"/>
                <a:gd name="connsiteY0" fmla="*/ 818480 h 818480"/>
                <a:gd name="connsiteX1" fmla="*/ 0 w 506666"/>
                <a:gd name="connsiteY1" fmla="*/ 15216 h 818480"/>
                <a:gd name="connsiteX2" fmla="*/ 506666 w 506666"/>
                <a:gd name="connsiteY2" fmla="*/ 0 h 818480"/>
                <a:gd name="connsiteX3" fmla="*/ 331766 w 506666"/>
                <a:gd name="connsiteY3" fmla="*/ 803061 h 818480"/>
                <a:gd name="connsiteX4" fmla="*/ 135576 w 506666"/>
                <a:gd name="connsiteY4" fmla="*/ 818480 h 818480"/>
                <a:gd name="connsiteX0" fmla="*/ 135576 w 506666"/>
                <a:gd name="connsiteY0" fmla="*/ 818480 h 818480"/>
                <a:gd name="connsiteX1" fmla="*/ 0 w 506666"/>
                <a:gd name="connsiteY1" fmla="*/ 7896 h 818480"/>
                <a:gd name="connsiteX2" fmla="*/ 506666 w 506666"/>
                <a:gd name="connsiteY2" fmla="*/ 0 h 818480"/>
                <a:gd name="connsiteX3" fmla="*/ 331766 w 506666"/>
                <a:gd name="connsiteY3" fmla="*/ 803061 h 818480"/>
                <a:gd name="connsiteX4" fmla="*/ 135576 w 506666"/>
                <a:gd name="connsiteY4" fmla="*/ 818480 h 818480"/>
                <a:gd name="connsiteX0" fmla="*/ 135576 w 506666"/>
                <a:gd name="connsiteY0" fmla="*/ 818480 h 818480"/>
                <a:gd name="connsiteX1" fmla="*/ 0 w 506666"/>
                <a:gd name="connsiteY1" fmla="*/ 7896 h 818480"/>
                <a:gd name="connsiteX2" fmla="*/ 506666 w 506666"/>
                <a:gd name="connsiteY2" fmla="*/ 0 h 818480"/>
                <a:gd name="connsiteX3" fmla="*/ 331766 w 506666"/>
                <a:gd name="connsiteY3" fmla="*/ 803061 h 818480"/>
                <a:gd name="connsiteX4" fmla="*/ 135576 w 506666"/>
                <a:gd name="connsiteY4" fmla="*/ 818480 h 818480"/>
                <a:gd name="connsiteX0" fmla="*/ 45472 w 559302"/>
                <a:gd name="connsiteY0" fmla="*/ 807500 h 807500"/>
                <a:gd name="connsiteX1" fmla="*/ 52636 w 559302"/>
                <a:gd name="connsiteY1" fmla="*/ 7896 h 807500"/>
                <a:gd name="connsiteX2" fmla="*/ 559302 w 559302"/>
                <a:gd name="connsiteY2" fmla="*/ 0 h 807500"/>
                <a:gd name="connsiteX3" fmla="*/ 384402 w 559302"/>
                <a:gd name="connsiteY3" fmla="*/ 803061 h 807500"/>
                <a:gd name="connsiteX4" fmla="*/ 45472 w 559302"/>
                <a:gd name="connsiteY4" fmla="*/ 807500 h 807500"/>
                <a:gd name="connsiteX0" fmla="*/ 21974 w 535804"/>
                <a:gd name="connsiteY0" fmla="*/ 807500 h 807500"/>
                <a:gd name="connsiteX1" fmla="*/ 29138 w 535804"/>
                <a:gd name="connsiteY1" fmla="*/ 7896 h 807500"/>
                <a:gd name="connsiteX2" fmla="*/ 535804 w 535804"/>
                <a:gd name="connsiteY2" fmla="*/ 0 h 807500"/>
                <a:gd name="connsiteX3" fmla="*/ 360904 w 535804"/>
                <a:gd name="connsiteY3" fmla="*/ 803061 h 807500"/>
                <a:gd name="connsiteX4" fmla="*/ 21974 w 535804"/>
                <a:gd name="connsiteY4" fmla="*/ 807500 h 807500"/>
                <a:gd name="connsiteX0" fmla="*/ 128256 w 506666"/>
                <a:gd name="connsiteY0" fmla="*/ 829461 h 829461"/>
                <a:gd name="connsiteX1" fmla="*/ 0 w 506666"/>
                <a:gd name="connsiteY1" fmla="*/ 7896 h 829461"/>
                <a:gd name="connsiteX2" fmla="*/ 506666 w 506666"/>
                <a:gd name="connsiteY2" fmla="*/ 0 h 829461"/>
                <a:gd name="connsiteX3" fmla="*/ 331766 w 506666"/>
                <a:gd name="connsiteY3" fmla="*/ 803061 h 829461"/>
                <a:gd name="connsiteX4" fmla="*/ 128256 w 506666"/>
                <a:gd name="connsiteY4" fmla="*/ 829461 h 829461"/>
                <a:gd name="connsiteX0" fmla="*/ 128256 w 506666"/>
                <a:gd name="connsiteY0" fmla="*/ 829461 h 829461"/>
                <a:gd name="connsiteX1" fmla="*/ 0 w 506666"/>
                <a:gd name="connsiteY1" fmla="*/ 7896 h 829461"/>
                <a:gd name="connsiteX2" fmla="*/ 506666 w 506666"/>
                <a:gd name="connsiteY2" fmla="*/ 0 h 829461"/>
                <a:gd name="connsiteX3" fmla="*/ 331766 w 506666"/>
                <a:gd name="connsiteY3" fmla="*/ 803061 h 829461"/>
                <a:gd name="connsiteX4" fmla="*/ 128256 w 506666"/>
                <a:gd name="connsiteY4" fmla="*/ 829461 h 829461"/>
                <a:gd name="connsiteX0" fmla="*/ 128256 w 506666"/>
                <a:gd name="connsiteY0" fmla="*/ 829461 h 829461"/>
                <a:gd name="connsiteX1" fmla="*/ 0 w 506666"/>
                <a:gd name="connsiteY1" fmla="*/ 7896 h 829461"/>
                <a:gd name="connsiteX2" fmla="*/ 506666 w 506666"/>
                <a:gd name="connsiteY2" fmla="*/ 0 h 829461"/>
                <a:gd name="connsiteX3" fmla="*/ 331766 w 506666"/>
                <a:gd name="connsiteY3" fmla="*/ 803061 h 829461"/>
                <a:gd name="connsiteX4" fmla="*/ 128256 w 506666"/>
                <a:gd name="connsiteY4" fmla="*/ 829461 h 829461"/>
                <a:gd name="connsiteX0" fmla="*/ 128256 w 506666"/>
                <a:gd name="connsiteY0" fmla="*/ 829461 h 830473"/>
                <a:gd name="connsiteX1" fmla="*/ 0 w 506666"/>
                <a:gd name="connsiteY1" fmla="*/ 7896 h 830473"/>
                <a:gd name="connsiteX2" fmla="*/ 506666 w 506666"/>
                <a:gd name="connsiteY2" fmla="*/ 0 h 830473"/>
                <a:gd name="connsiteX3" fmla="*/ 331766 w 506666"/>
                <a:gd name="connsiteY3" fmla="*/ 828681 h 830473"/>
                <a:gd name="connsiteX4" fmla="*/ 128256 w 506666"/>
                <a:gd name="connsiteY4" fmla="*/ 829461 h 830473"/>
                <a:gd name="connsiteX0" fmla="*/ 128256 w 506666"/>
                <a:gd name="connsiteY0" fmla="*/ 829461 h 830473"/>
                <a:gd name="connsiteX1" fmla="*/ 0 w 506666"/>
                <a:gd name="connsiteY1" fmla="*/ 7896 h 830473"/>
                <a:gd name="connsiteX2" fmla="*/ 506666 w 506666"/>
                <a:gd name="connsiteY2" fmla="*/ 0 h 830473"/>
                <a:gd name="connsiteX3" fmla="*/ 331766 w 506666"/>
                <a:gd name="connsiteY3" fmla="*/ 828681 h 830473"/>
                <a:gd name="connsiteX4" fmla="*/ 128256 w 506666"/>
                <a:gd name="connsiteY4" fmla="*/ 829461 h 830473"/>
                <a:gd name="connsiteX0" fmla="*/ 128256 w 506666"/>
                <a:gd name="connsiteY0" fmla="*/ 821565 h 822577"/>
                <a:gd name="connsiteX1" fmla="*/ 0 w 506666"/>
                <a:gd name="connsiteY1" fmla="*/ 0 h 822577"/>
                <a:gd name="connsiteX2" fmla="*/ 506666 w 506666"/>
                <a:gd name="connsiteY2" fmla="*/ 255115 h 822577"/>
                <a:gd name="connsiteX3" fmla="*/ 331766 w 506666"/>
                <a:gd name="connsiteY3" fmla="*/ 820785 h 822577"/>
                <a:gd name="connsiteX4" fmla="*/ 128256 w 506666"/>
                <a:gd name="connsiteY4" fmla="*/ 821565 h 822577"/>
                <a:gd name="connsiteX0" fmla="*/ 128256 w 506666"/>
                <a:gd name="connsiteY0" fmla="*/ 821565 h 822577"/>
                <a:gd name="connsiteX1" fmla="*/ 0 w 506666"/>
                <a:gd name="connsiteY1" fmla="*/ 0 h 822577"/>
                <a:gd name="connsiteX2" fmla="*/ 506666 w 506666"/>
                <a:gd name="connsiteY2" fmla="*/ 255115 h 822577"/>
                <a:gd name="connsiteX3" fmla="*/ 331766 w 506666"/>
                <a:gd name="connsiteY3" fmla="*/ 820785 h 822577"/>
                <a:gd name="connsiteX4" fmla="*/ 128256 w 506666"/>
                <a:gd name="connsiteY4" fmla="*/ 821565 h 822577"/>
                <a:gd name="connsiteX0" fmla="*/ 128256 w 506666"/>
                <a:gd name="connsiteY0" fmla="*/ 821565 h 822577"/>
                <a:gd name="connsiteX1" fmla="*/ 0 w 506666"/>
                <a:gd name="connsiteY1" fmla="*/ 0 h 822577"/>
                <a:gd name="connsiteX2" fmla="*/ 506666 w 506666"/>
                <a:gd name="connsiteY2" fmla="*/ 255115 h 822577"/>
                <a:gd name="connsiteX3" fmla="*/ 331766 w 506666"/>
                <a:gd name="connsiteY3" fmla="*/ 820785 h 822577"/>
                <a:gd name="connsiteX4" fmla="*/ 128256 w 506666"/>
                <a:gd name="connsiteY4" fmla="*/ 821565 h 822577"/>
                <a:gd name="connsiteX0" fmla="*/ 135770 w 514180"/>
                <a:gd name="connsiteY0" fmla="*/ 577341 h 578353"/>
                <a:gd name="connsiteX1" fmla="*/ 0 w 514180"/>
                <a:gd name="connsiteY1" fmla="*/ 0 h 578353"/>
                <a:gd name="connsiteX2" fmla="*/ 514180 w 514180"/>
                <a:gd name="connsiteY2" fmla="*/ 10891 h 578353"/>
                <a:gd name="connsiteX3" fmla="*/ 339280 w 514180"/>
                <a:gd name="connsiteY3" fmla="*/ 576561 h 578353"/>
                <a:gd name="connsiteX4" fmla="*/ 135770 w 514180"/>
                <a:gd name="connsiteY4" fmla="*/ 577341 h 578353"/>
                <a:gd name="connsiteX0" fmla="*/ 135770 w 514180"/>
                <a:gd name="connsiteY0" fmla="*/ 577341 h 578353"/>
                <a:gd name="connsiteX1" fmla="*/ 0 w 514180"/>
                <a:gd name="connsiteY1" fmla="*/ 0 h 578353"/>
                <a:gd name="connsiteX2" fmla="*/ 514180 w 514180"/>
                <a:gd name="connsiteY2" fmla="*/ 10891 h 578353"/>
                <a:gd name="connsiteX3" fmla="*/ 339280 w 514180"/>
                <a:gd name="connsiteY3" fmla="*/ 576561 h 578353"/>
                <a:gd name="connsiteX4" fmla="*/ 135770 w 514180"/>
                <a:gd name="connsiteY4" fmla="*/ 577341 h 578353"/>
                <a:gd name="connsiteX0" fmla="*/ 135770 w 514180"/>
                <a:gd name="connsiteY0" fmla="*/ 577341 h 578353"/>
                <a:gd name="connsiteX1" fmla="*/ 0 w 514180"/>
                <a:gd name="connsiteY1" fmla="*/ 0 h 578353"/>
                <a:gd name="connsiteX2" fmla="*/ 514180 w 514180"/>
                <a:gd name="connsiteY2" fmla="*/ 10891 h 578353"/>
                <a:gd name="connsiteX3" fmla="*/ 339280 w 514180"/>
                <a:gd name="connsiteY3" fmla="*/ 576561 h 578353"/>
                <a:gd name="connsiteX4" fmla="*/ 135770 w 514180"/>
                <a:gd name="connsiteY4" fmla="*/ 577341 h 5783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4180" h="578353">
                  <a:moveTo>
                    <a:pt x="135770" y="577341"/>
                  </a:moveTo>
                  <a:cubicBezTo>
                    <a:pt x="50587" y="214237"/>
                    <a:pt x="96631" y="442038"/>
                    <a:pt x="0" y="0"/>
                  </a:cubicBezTo>
                  <a:lnTo>
                    <a:pt x="514180" y="10891"/>
                  </a:lnTo>
                  <a:cubicBezTo>
                    <a:pt x="417353" y="348331"/>
                    <a:pt x="426658" y="280104"/>
                    <a:pt x="339280" y="576561"/>
                  </a:cubicBezTo>
                  <a:cubicBezTo>
                    <a:pt x="292835" y="580865"/>
                    <a:pt x="203869" y="575875"/>
                    <a:pt x="135770" y="577341"/>
                  </a:cubicBezTo>
                  <a:close/>
                </a:path>
              </a:pathLst>
            </a:custGeom>
            <a:gradFill rotWithShape="1">
              <a:gsLst>
                <a:gs pos="0">
                  <a:srgbClr val="FFFFFF">
                    <a:lumMod val="95000"/>
                    <a:alpha val="55000"/>
                  </a:srgbClr>
                </a:gs>
                <a:gs pos="100000">
                  <a:srgbClr val="FFFFFF">
                    <a:lumMod val="75000"/>
                  </a:srgbClr>
                </a:gs>
              </a:gsLst>
              <a:lin ang="16200000" scaled="0"/>
            </a:gradFill>
            <a:ln w="9525" cap="flat" cmpd="sng" algn="ctr">
              <a:solidFill>
                <a:srgbClr val="FFFFFF">
                  <a:lumMod val="75000"/>
                </a:srgbClr>
              </a:solid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sp>
          <p:nvSpPr>
            <p:cNvPr id="292" name="Freeform 291">
              <a:extLst>
                <a:ext uri="{FF2B5EF4-FFF2-40B4-BE49-F238E27FC236}">
                  <a16:creationId xmlns:a16="http://schemas.microsoft.com/office/drawing/2014/main" id="{57135A78-79C3-CB4B-8E8E-D9A274265F07}"/>
                </a:ext>
              </a:extLst>
            </p:cNvPr>
            <p:cNvSpPr/>
            <p:nvPr/>
          </p:nvSpPr>
          <p:spPr>
            <a:xfrm>
              <a:off x="3521369" y="4919856"/>
              <a:ext cx="593675" cy="1215832"/>
            </a:xfrm>
            <a:custGeom>
              <a:avLst/>
              <a:gdLst>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418712 w 1040633"/>
                <a:gd name="connsiteY4" fmla="*/ 1189324 h 1219697"/>
                <a:gd name="connsiteX5" fmla="*/ 139870 w 1040633"/>
                <a:gd name="connsiteY5" fmla="*/ 1191723 h 1219697"/>
                <a:gd name="connsiteX0" fmla="*/ 139870 w 1040633"/>
                <a:gd name="connsiteY0" fmla="*/ 1191723 h 1355926"/>
                <a:gd name="connsiteX1" fmla="*/ 0 w 1040633"/>
                <a:gd name="connsiteY1" fmla="*/ 0 h 1355926"/>
                <a:gd name="connsiteX2" fmla="*/ 1040633 w 1040633"/>
                <a:gd name="connsiteY2" fmla="*/ 16785 h 1355926"/>
                <a:gd name="connsiteX3" fmla="*/ 833625 w 1040633"/>
                <a:gd name="connsiteY3" fmla="*/ 1219697 h 1355926"/>
                <a:gd name="connsiteX4" fmla="*/ 139870 w 1040633"/>
                <a:gd name="connsiteY4" fmla="*/ 1191723 h 1355926"/>
                <a:gd name="connsiteX0" fmla="*/ 139870 w 1040633"/>
                <a:gd name="connsiteY0" fmla="*/ 1191723 h 1289901"/>
                <a:gd name="connsiteX1" fmla="*/ 0 w 1040633"/>
                <a:gd name="connsiteY1" fmla="*/ 0 h 1289901"/>
                <a:gd name="connsiteX2" fmla="*/ 1040633 w 1040633"/>
                <a:gd name="connsiteY2" fmla="*/ 16785 h 1289901"/>
                <a:gd name="connsiteX3" fmla="*/ 833625 w 1040633"/>
                <a:gd name="connsiteY3" fmla="*/ 1219697 h 1289901"/>
                <a:gd name="connsiteX4" fmla="*/ 139870 w 1040633"/>
                <a:gd name="connsiteY4" fmla="*/ 1191723 h 1289901"/>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191723"/>
                <a:gd name="connsiteX1" fmla="*/ 0 w 1040633"/>
                <a:gd name="connsiteY1" fmla="*/ 0 h 1191723"/>
                <a:gd name="connsiteX2" fmla="*/ 1040633 w 1040633"/>
                <a:gd name="connsiteY2" fmla="*/ 16785 h 1191723"/>
                <a:gd name="connsiteX3" fmla="*/ 671988 w 1040633"/>
                <a:gd name="connsiteY3" fmla="*/ 1158121 h 1191723"/>
                <a:gd name="connsiteX4" fmla="*/ 139870 w 1040633"/>
                <a:gd name="connsiteY4" fmla="*/ 1191723 h 1191723"/>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778664"/>
                <a:gd name="connsiteY0" fmla="*/ 1160935 h 1160935"/>
                <a:gd name="connsiteX1" fmla="*/ 0 w 778664"/>
                <a:gd name="connsiteY1" fmla="*/ 0 h 1160935"/>
                <a:gd name="connsiteX2" fmla="*/ 778664 w 778664"/>
                <a:gd name="connsiteY2" fmla="*/ 130682 h 1160935"/>
                <a:gd name="connsiteX3" fmla="*/ 671988 w 778664"/>
                <a:gd name="connsiteY3" fmla="*/ 1158121 h 1160935"/>
                <a:gd name="connsiteX4" fmla="*/ 363082 w 778664"/>
                <a:gd name="connsiteY4" fmla="*/ 1160935 h 1160935"/>
                <a:gd name="connsiteX0" fmla="*/ 363082 w 778664"/>
                <a:gd name="connsiteY0" fmla="*/ 1160935 h 1160935"/>
                <a:gd name="connsiteX1" fmla="*/ 0 w 778664"/>
                <a:gd name="connsiteY1" fmla="*/ 0 h 1160935"/>
                <a:gd name="connsiteX2" fmla="*/ 778664 w 778664"/>
                <a:gd name="connsiteY2" fmla="*/ 130682 h 1160935"/>
                <a:gd name="connsiteX3" fmla="*/ 694768 w 778664"/>
                <a:gd name="connsiteY3" fmla="*/ 1112562 h 1160935"/>
                <a:gd name="connsiteX4" fmla="*/ 363082 w 778664"/>
                <a:gd name="connsiteY4" fmla="*/ 1160935 h 1160935"/>
                <a:gd name="connsiteX0" fmla="*/ 363082 w 778664"/>
                <a:gd name="connsiteY0" fmla="*/ 1160935 h 1160935"/>
                <a:gd name="connsiteX1" fmla="*/ 0 w 778664"/>
                <a:gd name="connsiteY1" fmla="*/ 0 h 1160935"/>
                <a:gd name="connsiteX2" fmla="*/ 778664 w 778664"/>
                <a:gd name="connsiteY2" fmla="*/ 130682 h 1160935"/>
                <a:gd name="connsiteX3" fmla="*/ 694768 w 778664"/>
                <a:gd name="connsiteY3" fmla="*/ 1112562 h 1160935"/>
                <a:gd name="connsiteX4" fmla="*/ 363082 w 778664"/>
                <a:gd name="connsiteY4" fmla="*/ 1160935 h 1160935"/>
                <a:gd name="connsiteX0" fmla="*/ 397252 w 778664"/>
                <a:gd name="connsiteY0" fmla="*/ 1103987 h 1112562"/>
                <a:gd name="connsiteX1" fmla="*/ 0 w 778664"/>
                <a:gd name="connsiteY1" fmla="*/ 0 h 1112562"/>
                <a:gd name="connsiteX2" fmla="*/ 778664 w 778664"/>
                <a:gd name="connsiteY2" fmla="*/ 130682 h 1112562"/>
                <a:gd name="connsiteX3" fmla="*/ 694768 w 778664"/>
                <a:gd name="connsiteY3" fmla="*/ 1112562 h 1112562"/>
                <a:gd name="connsiteX4" fmla="*/ 397252 w 778664"/>
                <a:gd name="connsiteY4" fmla="*/ 1103987 h 1112562"/>
                <a:gd name="connsiteX0" fmla="*/ 397252 w 778664"/>
                <a:gd name="connsiteY0" fmla="*/ 1103987 h 1112562"/>
                <a:gd name="connsiteX1" fmla="*/ 0 w 778664"/>
                <a:gd name="connsiteY1" fmla="*/ 0 h 1112562"/>
                <a:gd name="connsiteX2" fmla="*/ 778664 w 778664"/>
                <a:gd name="connsiteY2" fmla="*/ 130682 h 1112562"/>
                <a:gd name="connsiteX3" fmla="*/ 694768 w 778664"/>
                <a:gd name="connsiteY3" fmla="*/ 1112562 h 1112562"/>
                <a:gd name="connsiteX4" fmla="*/ 397252 w 778664"/>
                <a:gd name="connsiteY4" fmla="*/ 1103987 h 1112562"/>
                <a:gd name="connsiteX0" fmla="*/ 397252 w 778664"/>
                <a:gd name="connsiteY0" fmla="*/ 1103987 h 1112562"/>
                <a:gd name="connsiteX1" fmla="*/ 0 w 778664"/>
                <a:gd name="connsiteY1" fmla="*/ 0 h 1112562"/>
                <a:gd name="connsiteX2" fmla="*/ 778664 w 778664"/>
                <a:gd name="connsiteY2" fmla="*/ 130682 h 1112562"/>
                <a:gd name="connsiteX3" fmla="*/ 694768 w 778664"/>
                <a:gd name="connsiteY3" fmla="*/ 1112562 h 1112562"/>
                <a:gd name="connsiteX4" fmla="*/ 397252 w 778664"/>
                <a:gd name="connsiteY4" fmla="*/ 1103987 h 1112562"/>
                <a:gd name="connsiteX0" fmla="*/ 123893 w 505305"/>
                <a:gd name="connsiteY0" fmla="*/ 973305 h 981880"/>
                <a:gd name="connsiteX1" fmla="*/ 0 w 505305"/>
                <a:gd name="connsiteY1" fmla="*/ 28773 h 981880"/>
                <a:gd name="connsiteX2" fmla="*/ 505305 w 505305"/>
                <a:gd name="connsiteY2" fmla="*/ 0 h 981880"/>
                <a:gd name="connsiteX3" fmla="*/ 421409 w 505305"/>
                <a:gd name="connsiteY3" fmla="*/ 981880 h 981880"/>
                <a:gd name="connsiteX4" fmla="*/ 123893 w 505305"/>
                <a:gd name="connsiteY4" fmla="*/ 973305 h 981880"/>
                <a:gd name="connsiteX0" fmla="*/ 123893 w 505305"/>
                <a:gd name="connsiteY0" fmla="*/ 973305 h 981880"/>
                <a:gd name="connsiteX1" fmla="*/ 0 w 505305"/>
                <a:gd name="connsiteY1" fmla="*/ 28773 h 981880"/>
                <a:gd name="connsiteX2" fmla="*/ 505305 w 505305"/>
                <a:gd name="connsiteY2" fmla="*/ 0 h 981880"/>
                <a:gd name="connsiteX3" fmla="*/ 421409 w 505305"/>
                <a:gd name="connsiteY3" fmla="*/ 981880 h 981880"/>
                <a:gd name="connsiteX4" fmla="*/ 123893 w 505305"/>
                <a:gd name="connsiteY4" fmla="*/ 973305 h 981880"/>
                <a:gd name="connsiteX0" fmla="*/ 123893 w 505305"/>
                <a:gd name="connsiteY0" fmla="*/ 973305 h 981880"/>
                <a:gd name="connsiteX1" fmla="*/ 0 w 505305"/>
                <a:gd name="connsiteY1" fmla="*/ 28773 h 981880"/>
                <a:gd name="connsiteX2" fmla="*/ 505305 w 505305"/>
                <a:gd name="connsiteY2" fmla="*/ 0 h 981880"/>
                <a:gd name="connsiteX3" fmla="*/ 421409 w 505305"/>
                <a:gd name="connsiteY3" fmla="*/ 981880 h 981880"/>
                <a:gd name="connsiteX4" fmla="*/ 123893 w 505305"/>
                <a:gd name="connsiteY4" fmla="*/ 973305 h 981880"/>
                <a:gd name="connsiteX0" fmla="*/ 123893 w 505305"/>
                <a:gd name="connsiteY0" fmla="*/ 973305 h 981880"/>
                <a:gd name="connsiteX1" fmla="*/ 0 w 505305"/>
                <a:gd name="connsiteY1" fmla="*/ 28773 h 981880"/>
                <a:gd name="connsiteX2" fmla="*/ 505305 w 505305"/>
                <a:gd name="connsiteY2" fmla="*/ 0 h 981880"/>
                <a:gd name="connsiteX3" fmla="*/ 421409 w 505305"/>
                <a:gd name="connsiteY3" fmla="*/ 981880 h 981880"/>
                <a:gd name="connsiteX4" fmla="*/ 123893 w 505305"/>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18198 w 499610"/>
                <a:gd name="connsiteY4" fmla="*/ 973305 h 976186"/>
                <a:gd name="connsiteX0" fmla="*/ 11819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18198 w 499610"/>
                <a:gd name="connsiteY4" fmla="*/ 973305 h 976186"/>
                <a:gd name="connsiteX0" fmla="*/ 19792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97928 w 499610"/>
                <a:gd name="connsiteY4" fmla="*/ 973305 h 976186"/>
                <a:gd name="connsiteX0" fmla="*/ 19792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97928 w 499610"/>
                <a:gd name="connsiteY4" fmla="*/ 973305 h 976186"/>
                <a:gd name="connsiteX0" fmla="*/ 19792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97928 w 499610"/>
                <a:gd name="connsiteY4" fmla="*/ 973305 h 976186"/>
                <a:gd name="connsiteX0" fmla="*/ 19792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97928 w 499610"/>
                <a:gd name="connsiteY4" fmla="*/ 973305 h 976186"/>
                <a:gd name="connsiteX0" fmla="*/ 197928 w 621064"/>
                <a:gd name="connsiteY0" fmla="*/ 973305 h 973305"/>
                <a:gd name="connsiteX1" fmla="*/ 0 w 621064"/>
                <a:gd name="connsiteY1" fmla="*/ 11688 h 973305"/>
                <a:gd name="connsiteX2" fmla="*/ 499610 w 621064"/>
                <a:gd name="connsiteY2" fmla="*/ 0 h 973305"/>
                <a:gd name="connsiteX3" fmla="*/ 558839 w 621064"/>
                <a:gd name="connsiteY3" fmla="*/ 754682 h 973305"/>
                <a:gd name="connsiteX4" fmla="*/ 197928 w 621064"/>
                <a:gd name="connsiteY4" fmla="*/ 973305 h 973305"/>
                <a:gd name="connsiteX0" fmla="*/ 197928 w 558839"/>
                <a:gd name="connsiteY0" fmla="*/ 973305 h 973305"/>
                <a:gd name="connsiteX1" fmla="*/ 0 w 558839"/>
                <a:gd name="connsiteY1" fmla="*/ 11688 h 973305"/>
                <a:gd name="connsiteX2" fmla="*/ 499610 w 558839"/>
                <a:gd name="connsiteY2" fmla="*/ 0 h 973305"/>
                <a:gd name="connsiteX3" fmla="*/ 558839 w 558839"/>
                <a:gd name="connsiteY3" fmla="*/ 754682 h 973305"/>
                <a:gd name="connsiteX4" fmla="*/ 197928 w 558839"/>
                <a:gd name="connsiteY4" fmla="*/ 973305 h 973305"/>
                <a:gd name="connsiteX0" fmla="*/ 197928 w 558839"/>
                <a:gd name="connsiteY0" fmla="*/ 973305 h 973305"/>
                <a:gd name="connsiteX1" fmla="*/ 0 w 558839"/>
                <a:gd name="connsiteY1" fmla="*/ 11688 h 973305"/>
                <a:gd name="connsiteX2" fmla="*/ 499610 w 558839"/>
                <a:gd name="connsiteY2" fmla="*/ 0 h 973305"/>
                <a:gd name="connsiteX3" fmla="*/ 558839 w 558839"/>
                <a:gd name="connsiteY3" fmla="*/ 754682 h 973305"/>
                <a:gd name="connsiteX4" fmla="*/ 197928 w 558839"/>
                <a:gd name="connsiteY4" fmla="*/ 973305 h 973305"/>
                <a:gd name="connsiteX0" fmla="*/ 370213 w 558839"/>
                <a:gd name="connsiteY0" fmla="*/ 796102 h 796102"/>
                <a:gd name="connsiteX1" fmla="*/ 0 w 558839"/>
                <a:gd name="connsiteY1" fmla="*/ 11688 h 796102"/>
                <a:gd name="connsiteX2" fmla="*/ 499610 w 558839"/>
                <a:gd name="connsiteY2" fmla="*/ 0 h 796102"/>
                <a:gd name="connsiteX3" fmla="*/ 558839 w 558839"/>
                <a:gd name="connsiteY3" fmla="*/ 754682 h 796102"/>
                <a:gd name="connsiteX4" fmla="*/ 370213 w 558839"/>
                <a:gd name="connsiteY4" fmla="*/ 796102 h 796102"/>
                <a:gd name="connsiteX0" fmla="*/ 370213 w 558839"/>
                <a:gd name="connsiteY0" fmla="*/ 796102 h 796102"/>
                <a:gd name="connsiteX1" fmla="*/ 0 w 558839"/>
                <a:gd name="connsiteY1" fmla="*/ 11688 h 796102"/>
                <a:gd name="connsiteX2" fmla="*/ 499610 w 558839"/>
                <a:gd name="connsiteY2" fmla="*/ 0 h 796102"/>
                <a:gd name="connsiteX3" fmla="*/ 558839 w 558839"/>
                <a:gd name="connsiteY3" fmla="*/ 754682 h 796102"/>
                <a:gd name="connsiteX4" fmla="*/ 370213 w 558839"/>
                <a:gd name="connsiteY4" fmla="*/ 796102 h 796102"/>
                <a:gd name="connsiteX0" fmla="*/ 370213 w 558839"/>
                <a:gd name="connsiteY0" fmla="*/ 796102 h 796102"/>
                <a:gd name="connsiteX1" fmla="*/ 0 w 558839"/>
                <a:gd name="connsiteY1" fmla="*/ 11688 h 796102"/>
                <a:gd name="connsiteX2" fmla="*/ 499610 w 558839"/>
                <a:gd name="connsiteY2" fmla="*/ 0 h 796102"/>
                <a:gd name="connsiteX3" fmla="*/ 558839 w 558839"/>
                <a:gd name="connsiteY3" fmla="*/ 754682 h 796102"/>
                <a:gd name="connsiteX4" fmla="*/ 370213 w 558839"/>
                <a:gd name="connsiteY4" fmla="*/ 796102 h 796102"/>
                <a:gd name="connsiteX0" fmla="*/ 370213 w 558839"/>
                <a:gd name="connsiteY0" fmla="*/ 1315828 h 1315828"/>
                <a:gd name="connsiteX1" fmla="*/ 0 w 558839"/>
                <a:gd name="connsiteY1" fmla="*/ 531414 h 1315828"/>
                <a:gd name="connsiteX2" fmla="*/ 506930 w 558839"/>
                <a:gd name="connsiteY2" fmla="*/ 0 h 1315828"/>
                <a:gd name="connsiteX3" fmla="*/ 558839 w 558839"/>
                <a:gd name="connsiteY3" fmla="*/ 1274408 h 1315828"/>
                <a:gd name="connsiteX4" fmla="*/ 370213 w 558839"/>
                <a:gd name="connsiteY4" fmla="*/ 1315828 h 1315828"/>
                <a:gd name="connsiteX0" fmla="*/ 384853 w 573479"/>
                <a:gd name="connsiteY0" fmla="*/ 1326654 h 1326654"/>
                <a:gd name="connsiteX1" fmla="*/ 0 w 573479"/>
                <a:gd name="connsiteY1" fmla="*/ 554 h 1326654"/>
                <a:gd name="connsiteX2" fmla="*/ 521570 w 573479"/>
                <a:gd name="connsiteY2" fmla="*/ 10826 h 1326654"/>
                <a:gd name="connsiteX3" fmla="*/ 573479 w 573479"/>
                <a:gd name="connsiteY3" fmla="*/ 1285234 h 1326654"/>
                <a:gd name="connsiteX4" fmla="*/ 384853 w 573479"/>
                <a:gd name="connsiteY4" fmla="*/ 1326654 h 1326654"/>
                <a:gd name="connsiteX0" fmla="*/ 384853 w 573479"/>
                <a:gd name="connsiteY0" fmla="*/ 1326654 h 1326654"/>
                <a:gd name="connsiteX1" fmla="*/ 0 w 573479"/>
                <a:gd name="connsiteY1" fmla="*/ 554 h 1326654"/>
                <a:gd name="connsiteX2" fmla="*/ 521570 w 573479"/>
                <a:gd name="connsiteY2" fmla="*/ 10826 h 1326654"/>
                <a:gd name="connsiteX3" fmla="*/ 573479 w 573479"/>
                <a:gd name="connsiteY3" fmla="*/ 1285234 h 1326654"/>
                <a:gd name="connsiteX4" fmla="*/ 384853 w 573479"/>
                <a:gd name="connsiteY4" fmla="*/ 1326654 h 1326654"/>
                <a:gd name="connsiteX0" fmla="*/ 384853 w 573479"/>
                <a:gd name="connsiteY0" fmla="*/ 1326654 h 1326654"/>
                <a:gd name="connsiteX1" fmla="*/ 0 w 573479"/>
                <a:gd name="connsiteY1" fmla="*/ 554 h 1326654"/>
                <a:gd name="connsiteX2" fmla="*/ 521570 w 573479"/>
                <a:gd name="connsiteY2" fmla="*/ 10826 h 1326654"/>
                <a:gd name="connsiteX3" fmla="*/ 573479 w 573479"/>
                <a:gd name="connsiteY3" fmla="*/ 1285234 h 1326654"/>
                <a:gd name="connsiteX4" fmla="*/ 384853 w 573479"/>
                <a:gd name="connsiteY4" fmla="*/ 1326654 h 1326654"/>
                <a:gd name="connsiteX0" fmla="*/ 384853 w 573479"/>
                <a:gd name="connsiteY0" fmla="*/ 1326654 h 1326654"/>
                <a:gd name="connsiteX1" fmla="*/ 0 w 573479"/>
                <a:gd name="connsiteY1" fmla="*/ 554 h 1326654"/>
                <a:gd name="connsiteX2" fmla="*/ 521570 w 573479"/>
                <a:gd name="connsiteY2" fmla="*/ 10826 h 1326654"/>
                <a:gd name="connsiteX3" fmla="*/ 573479 w 573479"/>
                <a:gd name="connsiteY3" fmla="*/ 1285234 h 1326654"/>
                <a:gd name="connsiteX4" fmla="*/ 384853 w 573479"/>
                <a:gd name="connsiteY4" fmla="*/ 1326654 h 1326654"/>
                <a:gd name="connsiteX0" fmla="*/ 384853 w 573479"/>
                <a:gd name="connsiteY0" fmla="*/ 1326654 h 1326654"/>
                <a:gd name="connsiteX1" fmla="*/ 0 w 573479"/>
                <a:gd name="connsiteY1" fmla="*/ 554 h 1326654"/>
                <a:gd name="connsiteX2" fmla="*/ 521570 w 573479"/>
                <a:gd name="connsiteY2" fmla="*/ 10826 h 1326654"/>
                <a:gd name="connsiteX3" fmla="*/ 573479 w 573479"/>
                <a:gd name="connsiteY3" fmla="*/ 1285234 h 1326654"/>
                <a:gd name="connsiteX4" fmla="*/ 384853 w 573479"/>
                <a:gd name="connsiteY4" fmla="*/ 1326654 h 1326654"/>
                <a:gd name="connsiteX0" fmla="*/ 384853 w 573479"/>
                <a:gd name="connsiteY0" fmla="*/ 1326654 h 1326654"/>
                <a:gd name="connsiteX1" fmla="*/ 0 w 573479"/>
                <a:gd name="connsiteY1" fmla="*/ 554 h 1326654"/>
                <a:gd name="connsiteX2" fmla="*/ 521570 w 573479"/>
                <a:gd name="connsiteY2" fmla="*/ 10826 h 1326654"/>
                <a:gd name="connsiteX3" fmla="*/ 573479 w 573479"/>
                <a:gd name="connsiteY3" fmla="*/ 1285234 h 1326654"/>
                <a:gd name="connsiteX4" fmla="*/ 384853 w 573479"/>
                <a:gd name="connsiteY4" fmla="*/ 1326654 h 1326654"/>
                <a:gd name="connsiteX0" fmla="*/ 384853 w 588119"/>
                <a:gd name="connsiteY0" fmla="*/ 1326654 h 1326654"/>
                <a:gd name="connsiteX1" fmla="*/ 0 w 588119"/>
                <a:gd name="connsiteY1" fmla="*/ 554 h 1326654"/>
                <a:gd name="connsiteX2" fmla="*/ 521570 w 588119"/>
                <a:gd name="connsiteY2" fmla="*/ 10826 h 1326654"/>
                <a:gd name="connsiteX3" fmla="*/ 588119 w 588119"/>
                <a:gd name="connsiteY3" fmla="*/ 1321835 h 1326654"/>
                <a:gd name="connsiteX4" fmla="*/ 384853 w 588119"/>
                <a:gd name="connsiteY4" fmla="*/ 1326654 h 1326654"/>
                <a:gd name="connsiteX0" fmla="*/ 384853 w 588119"/>
                <a:gd name="connsiteY0" fmla="*/ 1326654 h 1326654"/>
                <a:gd name="connsiteX1" fmla="*/ 0 w 588119"/>
                <a:gd name="connsiteY1" fmla="*/ 554 h 1326654"/>
                <a:gd name="connsiteX2" fmla="*/ 521570 w 588119"/>
                <a:gd name="connsiteY2" fmla="*/ 10826 h 1326654"/>
                <a:gd name="connsiteX3" fmla="*/ 588119 w 588119"/>
                <a:gd name="connsiteY3" fmla="*/ 1321835 h 1326654"/>
                <a:gd name="connsiteX4" fmla="*/ 384853 w 588119"/>
                <a:gd name="connsiteY4" fmla="*/ 1326654 h 1326654"/>
                <a:gd name="connsiteX0" fmla="*/ 384853 w 588119"/>
                <a:gd name="connsiteY0" fmla="*/ 1326148 h 1326148"/>
                <a:gd name="connsiteX1" fmla="*/ 0 w 588119"/>
                <a:gd name="connsiteY1" fmla="*/ 48 h 1326148"/>
                <a:gd name="connsiteX2" fmla="*/ 521570 w 588119"/>
                <a:gd name="connsiteY2" fmla="*/ 228243 h 1326148"/>
                <a:gd name="connsiteX3" fmla="*/ 588119 w 588119"/>
                <a:gd name="connsiteY3" fmla="*/ 1321329 h 1326148"/>
                <a:gd name="connsiteX4" fmla="*/ 384853 w 588119"/>
                <a:gd name="connsiteY4" fmla="*/ 1326148 h 1326148"/>
                <a:gd name="connsiteX0" fmla="*/ 384853 w 588119"/>
                <a:gd name="connsiteY0" fmla="*/ 1326148 h 1326148"/>
                <a:gd name="connsiteX1" fmla="*/ 0 w 588119"/>
                <a:gd name="connsiteY1" fmla="*/ 48 h 1326148"/>
                <a:gd name="connsiteX2" fmla="*/ 521570 w 588119"/>
                <a:gd name="connsiteY2" fmla="*/ 228243 h 1326148"/>
                <a:gd name="connsiteX3" fmla="*/ 588119 w 588119"/>
                <a:gd name="connsiteY3" fmla="*/ 1321329 h 1326148"/>
                <a:gd name="connsiteX4" fmla="*/ 384853 w 588119"/>
                <a:gd name="connsiteY4" fmla="*/ 1326148 h 1326148"/>
                <a:gd name="connsiteX0" fmla="*/ 384853 w 588119"/>
                <a:gd name="connsiteY0" fmla="*/ 1326148 h 1326148"/>
                <a:gd name="connsiteX1" fmla="*/ 0 w 588119"/>
                <a:gd name="connsiteY1" fmla="*/ 48 h 1326148"/>
                <a:gd name="connsiteX2" fmla="*/ 521570 w 588119"/>
                <a:gd name="connsiteY2" fmla="*/ 228243 h 1326148"/>
                <a:gd name="connsiteX3" fmla="*/ 588119 w 588119"/>
                <a:gd name="connsiteY3" fmla="*/ 1321329 h 1326148"/>
                <a:gd name="connsiteX4" fmla="*/ 384853 w 588119"/>
                <a:gd name="connsiteY4" fmla="*/ 1326148 h 1326148"/>
                <a:gd name="connsiteX0" fmla="*/ 366066 w 569332"/>
                <a:gd name="connsiteY0" fmla="*/ 1097905 h 1097905"/>
                <a:gd name="connsiteX1" fmla="*/ 0 w 569332"/>
                <a:gd name="connsiteY1" fmla="*/ 4757 h 1097905"/>
                <a:gd name="connsiteX2" fmla="*/ 502783 w 569332"/>
                <a:gd name="connsiteY2" fmla="*/ 0 h 1097905"/>
                <a:gd name="connsiteX3" fmla="*/ 569332 w 569332"/>
                <a:gd name="connsiteY3" fmla="*/ 1093086 h 1097905"/>
                <a:gd name="connsiteX4" fmla="*/ 366066 w 569332"/>
                <a:gd name="connsiteY4" fmla="*/ 1097905 h 1097905"/>
                <a:gd name="connsiteX0" fmla="*/ 366066 w 569332"/>
                <a:gd name="connsiteY0" fmla="*/ 1097905 h 1097905"/>
                <a:gd name="connsiteX1" fmla="*/ 0 w 569332"/>
                <a:gd name="connsiteY1" fmla="*/ 4757 h 1097905"/>
                <a:gd name="connsiteX2" fmla="*/ 502783 w 569332"/>
                <a:gd name="connsiteY2" fmla="*/ 0 h 1097905"/>
                <a:gd name="connsiteX3" fmla="*/ 569332 w 569332"/>
                <a:gd name="connsiteY3" fmla="*/ 1093086 h 1097905"/>
                <a:gd name="connsiteX4" fmla="*/ 366066 w 569332"/>
                <a:gd name="connsiteY4" fmla="*/ 1097905 h 1097905"/>
                <a:gd name="connsiteX0" fmla="*/ 366066 w 569332"/>
                <a:gd name="connsiteY0" fmla="*/ 1097905 h 1097905"/>
                <a:gd name="connsiteX1" fmla="*/ 0 w 569332"/>
                <a:gd name="connsiteY1" fmla="*/ 4757 h 1097905"/>
                <a:gd name="connsiteX2" fmla="*/ 502783 w 569332"/>
                <a:gd name="connsiteY2" fmla="*/ 0 h 1097905"/>
                <a:gd name="connsiteX3" fmla="*/ 569332 w 569332"/>
                <a:gd name="connsiteY3" fmla="*/ 1093086 h 1097905"/>
                <a:gd name="connsiteX4" fmla="*/ 366066 w 569332"/>
                <a:gd name="connsiteY4" fmla="*/ 1097905 h 1097905"/>
                <a:gd name="connsiteX0" fmla="*/ 366066 w 594113"/>
                <a:gd name="connsiteY0" fmla="*/ 1097905 h 1179971"/>
                <a:gd name="connsiteX1" fmla="*/ 0 w 594113"/>
                <a:gd name="connsiteY1" fmla="*/ 4757 h 1179971"/>
                <a:gd name="connsiteX2" fmla="*/ 502783 w 594113"/>
                <a:gd name="connsiteY2" fmla="*/ 0 h 1179971"/>
                <a:gd name="connsiteX3" fmla="*/ 594113 w 594113"/>
                <a:gd name="connsiteY3" fmla="*/ 1179818 h 1179971"/>
                <a:gd name="connsiteX4" fmla="*/ 366066 w 594113"/>
                <a:gd name="connsiteY4" fmla="*/ 1097905 h 1179971"/>
                <a:gd name="connsiteX0" fmla="*/ 403236 w 594113"/>
                <a:gd name="connsiteY0" fmla="*/ 1215612 h 1215612"/>
                <a:gd name="connsiteX1" fmla="*/ 0 w 594113"/>
                <a:gd name="connsiteY1" fmla="*/ 4757 h 1215612"/>
                <a:gd name="connsiteX2" fmla="*/ 502783 w 594113"/>
                <a:gd name="connsiteY2" fmla="*/ 0 h 1215612"/>
                <a:gd name="connsiteX3" fmla="*/ 594113 w 594113"/>
                <a:gd name="connsiteY3" fmla="*/ 1179818 h 1215612"/>
                <a:gd name="connsiteX4" fmla="*/ 403236 w 594113"/>
                <a:gd name="connsiteY4" fmla="*/ 1215612 h 12156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4113" h="1215612">
                  <a:moveTo>
                    <a:pt x="403236" y="1215612"/>
                  </a:moveTo>
                  <a:cubicBezTo>
                    <a:pt x="223947" y="663007"/>
                    <a:pt x="295574" y="908506"/>
                    <a:pt x="0" y="4757"/>
                  </a:cubicBezTo>
                  <a:cubicBezTo>
                    <a:pt x="166537" y="861"/>
                    <a:pt x="336246" y="3896"/>
                    <a:pt x="502783" y="0"/>
                  </a:cubicBezTo>
                  <a:cubicBezTo>
                    <a:pt x="555943" y="995541"/>
                    <a:pt x="557486" y="515061"/>
                    <a:pt x="594113" y="1179818"/>
                  </a:cubicBezTo>
                  <a:cubicBezTo>
                    <a:pt x="496428" y="1184123"/>
                    <a:pt x="599434" y="1214146"/>
                    <a:pt x="403236" y="1215612"/>
                  </a:cubicBezTo>
                  <a:close/>
                </a:path>
              </a:pathLst>
            </a:custGeom>
            <a:gradFill rotWithShape="1">
              <a:gsLst>
                <a:gs pos="0">
                  <a:srgbClr val="FFFFFF">
                    <a:lumMod val="95000"/>
                    <a:alpha val="55000"/>
                  </a:srgbClr>
                </a:gs>
                <a:gs pos="100000">
                  <a:srgbClr val="FFFFFF">
                    <a:lumMod val="75000"/>
                  </a:srgbClr>
                </a:gs>
              </a:gsLst>
              <a:lin ang="16200000" scaled="0"/>
            </a:gradFill>
            <a:ln w="9525" cap="flat" cmpd="sng" algn="ctr">
              <a:solidFill>
                <a:srgbClr val="FFFFFF">
                  <a:lumMod val="75000"/>
                </a:srgbClr>
              </a:solid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grpSp>
          <p:nvGrpSpPr>
            <p:cNvPr id="293" name="Group 17">
              <a:extLst>
                <a:ext uri="{FF2B5EF4-FFF2-40B4-BE49-F238E27FC236}">
                  <a16:creationId xmlns:a16="http://schemas.microsoft.com/office/drawing/2014/main" id="{3DCFE7AC-3DDA-544E-9FBA-E2013CB1F765}"/>
                </a:ext>
              </a:extLst>
            </p:cNvPr>
            <p:cNvGrpSpPr>
              <a:grpSpLocks/>
            </p:cNvGrpSpPr>
            <p:nvPr/>
          </p:nvGrpSpPr>
          <p:grpSpPr bwMode="auto">
            <a:xfrm>
              <a:off x="1757805" y="2331054"/>
              <a:ext cx="1079500" cy="2674334"/>
              <a:chOff x="1757805" y="2331054"/>
              <a:chExt cx="1079500" cy="2674334"/>
            </a:xfrm>
          </p:grpSpPr>
          <p:sp>
            <p:nvSpPr>
              <p:cNvPr id="380" name="Rectangle 379">
                <a:extLst>
                  <a:ext uri="{FF2B5EF4-FFF2-40B4-BE49-F238E27FC236}">
                    <a16:creationId xmlns:a16="http://schemas.microsoft.com/office/drawing/2014/main" id="{4A6C83BC-7EC5-0F45-B8BB-C3B547B3E007}"/>
                  </a:ext>
                </a:extLst>
              </p:cNvPr>
              <p:cNvSpPr/>
              <p:nvPr/>
            </p:nvSpPr>
            <p:spPr bwMode="auto">
              <a:xfrm rot="10800000">
                <a:off x="1789552" y="2580252"/>
                <a:ext cx="1027025" cy="1084090"/>
              </a:xfrm>
              <a:prstGeom prst="rect">
                <a:avLst/>
              </a:prstGeom>
              <a:gradFill rotWithShape="1">
                <a:gsLst>
                  <a:gs pos="0">
                    <a:srgbClr val="3333CC">
                      <a:lumMod val="60000"/>
                      <a:lumOff val="40000"/>
                    </a:srgbClr>
                  </a:gs>
                  <a:gs pos="100000">
                    <a:srgbClr val="FFFFFF"/>
                  </a:gs>
                </a:gsLst>
                <a:lin ang="16200000" scaled="0"/>
              </a:gra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grpSp>
            <p:nvGrpSpPr>
              <p:cNvPr id="381" name="Group 104">
                <a:extLst>
                  <a:ext uri="{FF2B5EF4-FFF2-40B4-BE49-F238E27FC236}">
                    <a16:creationId xmlns:a16="http://schemas.microsoft.com/office/drawing/2014/main" id="{C49CCBB3-581C-F744-9C12-88066A544A1A}"/>
                  </a:ext>
                </a:extLst>
              </p:cNvPr>
              <p:cNvGrpSpPr>
                <a:grpSpLocks/>
              </p:cNvGrpSpPr>
              <p:nvPr/>
            </p:nvGrpSpPr>
            <p:grpSpPr bwMode="auto">
              <a:xfrm>
                <a:off x="1782739" y="4616206"/>
                <a:ext cx="1034710" cy="389182"/>
                <a:chOff x="4128636" y="3606589"/>
                <a:chExt cx="568145" cy="338667"/>
              </a:xfrm>
            </p:grpSpPr>
            <p:sp>
              <p:nvSpPr>
                <p:cNvPr id="395" name="Oval 394">
                  <a:extLst>
                    <a:ext uri="{FF2B5EF4-FFF2-40B4-BE49-F238E27FC236}">
                      <a16:creationId xmlns:a16="http://schemas.microsoft.com/office/drawing/2014/main" id="{1360C793-55DD-E448-BB09-2AF9F40ABA16}"/>
                    </a:ext>
                  </a:extLst>
                </p:cNvPr>
                <p:cNvSpPr/>
                <p:nvPr/>
              </p:nvSpPr>
              <p:spPr>
                <a:xfrm>
                  <a:off x="4128891" y="3720271"/>
                  <a:ext cx="565669" cy="225140"/>
                </a:xfrm>
                <a:prstGeom prst="ellipse">
                  <a:avLst/>
                </a:prstGeom>
                <a:solidFill>
                  <a:srgbClr val="3333CC">
                    <a:lumMod val="75000"/>
                  </a:srgbClr>
                </a:solidFill>
                <a:ln w="6350" cap="flat" cmpd="sng" algn="ctr">
                  <a:solidFill>
                    <a:srgbClr val="000000"/>
                  </a:solid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sp>
              <p:nvSpPr>
                <p:cNvPr id="396" name="Rectangle 395">
                  <a:extLst>
                    <a:ext uri="{FF2B5EF4-FFF2-40B4-BE49-F238E27FC236}">
                      <a16:creationId xmlns:a16="http://schemas.microsoft.com/office/drawing/2014/main" id="{B5E5E126-5712-074A-827E-49B7AB6291A3}"/>
                    </a:ext>
                  </a:extLst>
                </p:cNvPr>
                <p:cNvSpPr/>
                <p:nvPr/>
              </p:nvSpPr>
              <p:spPr>
                <a:xfrm>
                  <a:off x="4128891" y="3720271"/>
                  <a:ext cx="565669" cy="111880"/>
                </a:xfrm>
                <a:prstGeom prst="rect">
                  <a:avLst/>
                </a:prstGeom>
                <a:solidFill>
                  <a:srgbClr val="3333CC">
                    <a:lumMod val="75000"/>
                  </a:srgbClr>
                </a:soli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sp>
              <p:nvSpPr>
                <p:cNvPr id="397" name="Oval 396">
                  <a:extLst>
                    <a:ext uri="{FF2B5EF4-FFF2-40B4-BE49-F238E27FC236}">
                      <a16:creationId xmlns:a16="http://schemas.microsoft.com/office/drawing/2014/main" id="{90782D44-406D-1A44-B8FA-7DABB141B919}"/>
                    </a:ext>
                  </a:extLst>
                </p:cNvPr>
                <p:cNvSpPr/>
                <p:nvPr/>
              </p:nvSpPr>
              <p:spPr>
                <a:xfrm>
                  <a:off x="4128891" y="3607011"/>
                  <a:ext cx="565669" cy="225140"/>
                </a:xfrm>
                <a:prstGeom prst="ellipse">
                  <a:avLst/>
                </a:prstGeom>
                <a:solidFill>
                  <a:srgbClr val="3333CC">
                    <a:lumMod val="60000"/>
                    <a:lumOff val="40000"/>
                    <a:alpha val="70000"/>
                  </a:srgbClr>
                </a:soli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cxnSp>
              <p:nvCxnSpPr>
                <p:cNvPr id="398" name="Straight Connector 397">
                  <a:extLst>
                    <a:ext uri="{FF2B5EF4-FFF2-40B4-BE49-F238E27FC236}">
                      <a16:creationId xmlns:a16="http://schemas.microsoft.com/office/drawing/2014/main" id="{91CE1BD1-E198-874C-A63D-F01D330549A7}"/>
                    </a:ext>
                  </a:extLst>
                </p:cNvPr>
                <p:cNvCxnSpPr/>
                <p:nvPr/>
              </p:nvCxnSpPr>
              <p:spPr>
                <a:xfrm>
                  <a:off x="4694560" y="3720271"/>
                  <a:ext cx="0" cy="111880"/>
                </a:xfrm>
                <a:prstGeom prst="line">
                  <a:avLst/>
                </a:prstGeom>
                <a:noFill/>
                <a:ln w="6350" cap="flat" cmpd="sng" algn="ctr">
                  <a:solidFill>
                    <a:srgbClr val="000000"/>
                  </a:solidFill>
                  <a:prstDash val="solid"/>
                </a:ln>
                <a:effectLst/>
              </p:spPr>
            </p:cxnSp>
            <p:cxnSp>
              <p:nvCxnSpPr>
                <p:cNvPr id="399" name="Straight Connector 398">
                  <a:extLst>
                    <a:ext uri="{FF2B5EF4-FFF2-40B4-BE49-F238E27FC236}">
                      <a16:creationId xmlns:a16="http://schemas.microsoft.com/office/drawing/2014/main" id="{5C32A76A-C218-CD4F-A5EA-5F04BEBB7C8B}"/>
                    </a:ext>
                  </a:extLst>
                </p:cNvPr>
                <p:cNvCxnSpPr/>
                <p:nvPr/>
              </p:nvCxnSpPr>
              <p:spPr>
                <a:xfrm>
                  <a:off x="4128891" y="3720271"/>
                  <a:ext cx="0" cy="111880"/>
                </a:xfrm>
                <a:prstGeom prst="line">
                  <a:avLst/>
                </a:prstGeom>
                <a:noFill/>
                <a:ln w="6350" cap="flat" cmpd="sng" algn="ctr">
                  <a:solidFill>
                    <a:srgbClr val="000000"/>
                  </a:solidFill>
                  <a:prstDash val="solid"/>
                </a:ln>
                <a:effectLst/>
              </p:spPr>
            </p:cxnSp>
          </p:grpSp>
          <p:sp>
            <p:nvSpPr>
              <p:cNvPr id="382" name="Rectangle 381">
                <a:extLst>
                  <a:ext uri="{FF2B5EF4-FFF2-40B4-BE49-F238E27FC236}">
                    <a16:creationId xmlns:a16="http://schemas.microsoft.com/office/drawing/2014/main" id="{9568C327-A8B8-714A-9EC6-981C762ACAD5}"/>
                  </a:ext>
                </a:extLst>
              </p:cNvPr>
              <p:cNvSpPr/>
              <p:nvPr/>
            </p:nvSpPr>
            <p:spPr bwMode="auto">
              <a:xfrm>
                <a:off x="1802251" y="3602440"/>
                <a:ext cx="1027025" cy="1163452"/>
              </a:xfrm>
              <a:prstGeom prst="rect">
                <a:avLst/>
              </a:prstGeom>
              <a:gradFill rotWithShape="1">
                <a:gsLst>
                  <a:gs pos="0">
                    <a:srgbClr val="3333CC">
                      <a:lumMod val="40000"/>
                      <a:lumOff val="60000"/>
                    </a:srgbClr>
                  </a:gs>
                  <a:gs pos="100000">
                    <a:srgbClr val="FFFFFF"/>
                  </a:gs>
                </a:gsLst>
                <a:lin ang="16200000" scaled="0"/>
              </a:gra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cxnSp>
            <p:nvCxnSpPr>
              <p:cNvPr id="383" name="Straight Connector 382">
                <a:extLst>
                  <a:ext uri="{FF2B5EF4-FFF2-40B4-BE49-F238E27FC236}">
                    <a16:creationId xmlns:a16="http://schemas.microsoft.com/office/drawing/2014/main" id="{CE43604B-D39F-7044-94F2-CD4AD82F1987}"/>
                  </a:ext>
                </a:extLst>
              </p:cNvPr>
              <p:cNvCxnSpPr/>
              <p:nvPr/>
            </p:nvCxnSpPr>
            <p:spPr bwMode="auto">
              <a:xfrm>
                <a:off x="1781615" y="2805642"/>
                <a:ext cx="20636" cy="2020566"/>
              </a:xfrm>
              <a:prstGeom prst="line">
                <a:avLst/>
              </a:prstGeom>
              <a:noFill/>
              <a:ln w="3175" cap="flat" cmpd="sng" algn="ctr">
                <a:solidFill>
                  <a:srgbClr val="000000"/>
                </a:solidFill>
                <a:prstDash val="sysDash"/>
              </a:ln>
              <a:effectLst/>
            </p:spPr>
          </p:cxnSp>
          <p:cxnSp>
            <p:nvCxnSpPr>
              <p:cNvPr id="384" name="Straight Connector 383">
                <a:extLst>
                  <a:ext uri="{FF2B5EF4-FFF2-40B4-BE49-F238E27FC236}">
                    <a16:creationId xmlns:a16="http://schemas.microsoft.com/office/drawing/2014/main" id="{5C4C1EF2-5AB5-114F-AE30-53470A226E36}"/>
                  </a:ext>
                </a:extLst>
              </p:cNvPr>
              <p:cNvCxnSpPr/>
              <p:nvPr/>
            </p:nvCxnSpPr>
            <p:spPr bwMode="auto">
              <a:xfrm flipH="1">
                <a:off x="2818166" y="2805642"/>
                <a:ext cx="4762" cy="1976123"/>
              </a:xfrm>
              <a:prstGeom prst="line">
                <a:avLst/>
              </a:prstGeom>
              <a:noFill/>
              <a:ln w="3175" cap="flat" cmpd="sng" algn="ctr">
                <a:solidFill>
                  <a:srgbClr val="000000"/>
                </a:solidFill>
                <a:prstDash val="sysDash"/>
              </a:ln>
              <a:effectLst/>
            </p:spPr>
          </p:cxnSp>
          <p:grpSp>
            <p:nvGrpSpPr>
              <p:cNvPr id="385" name="Group 9">
                <a:extLst>
                  <a:ext uri="{FF2B5EF4-FFF2-40B4-BE49-F238E27FC236}">
                    <a16:creationId xmlns:a16="http://schemas.microsoft.com/office/drawing/2014/main" id="{052F022E-CD26-8744-AC3E-C859146E3805}"/>
                  </a:ext>
                </a:extLst>
              </p:cNvPr>
              <p:cNvGrpSpPr>
                <a:grpSpLocks/>
              </p:cNvGrpSpPr>
              <p:nvPr/>
            </p:nvGrpSpPr>
            <p:grpSpPr bwMode="auto">
              <a:xfrm>
                <a:off x="1757805" y="2331054"/>
                <a:ext cx="1079500" cy="430213"/>
                <a:chOff x="2183302" y="1574638"/>
                <a:chExt cx="1200154" cy="430181"/>
              </a:xfrm>
            </p:grpSpPr>
            <p:sp>
              <p:nvSpPr>
                <p:cNvPr id="386" name="Oval 385">
                  <a:extLst>
                    <a:ext uri="{FF2B5EF4-FFF2-40B4-BE49-F238E27FC236}">
                      <a16:creationId xmlns:a16="http://schemas.microsoft.com/office/drawing/2014/main" id="{80AE789D-EAFB-F44C-ACC8-D4E9E127F29B}"/>
                    </a:ext>
                  </a:extLst>
                </p:cNvPr>
                <p:cNvSpPr/>
                <p:nvPr/>
              </p:nvSpPr>
              <p:spPr bwMode="auto">
                <a:xfrm flipV="1">
                  <a:off x="2186832" y="1690499"/>
                  <a:ext cx="1194758" cy="314252"/>
                </a:xfrm>
                <a:prstGeom prst="ellipse">
                  <a:avLst/>
                </a:prstGeom>
                <a:gradFill flip="none" rotWithShape="1">
                  <a:gsLst>
                    <a:gs pos="0">
                      <a:srgbClr val="3333CC">
                        <a:lumMod val="75000"/>
                      </a:srgbClr>
                    </a:gs>
                    <a:gs pos="31000">
                      <a:srgbClr val="3333CC">
                        <a:lumMod val="60000"/>
                        <a:lumOff val="40000"/>
                      </a:srgbClr>
                    </a:gs>
                    <a:gs pos="100000">
                      <a:srgbClr val="3333CC">
                        <a:lumMod val="20000"/>
                        <a:lumOff val="80000"/>
                      </a:srgbClr>
                    </a:gs>
                  </a:gsLst>
                  <a:lin ang="16200000" scaled="0"/>
                  <a:tileRect/>
                </a:gradFill>
                <a:ln w="6350"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solidFill>
                        <a:srgbClr val="000000"/>
                      </a:solidFill>
                    </a:ln>
                    <a:solidFill>
                      <a:srgbClr val="FFFFFF"/>
                    </a:solidFill>
                    <a:effectLst/>
                    <a:uLnTx/>
                    <a:uFillTx/>
                    <a:latin typeface="Gill Sans MT"/>
                    <a:ea typeface="+mn-ea"/>
                    <a:cs typeface="+mn-cs"/>
                  </a:endParaRPr>
                </a:p>
              </p:txBody>
            </p:sp>
            <p:sp>
              <p:nvSpPr>
                <p:cNvPr id="387" name="Rectangle 386">
                  <a:extLst>
                    <a:ext uri="{FF2B5EF4-FFF2-40B4-BE49-F238E27FC236}">
                      <a16:creationId xmlns:a16="http://schemas.microsoft.com/office/drawing/2014/main" id="{5F200699-ED1E-0245-9D7A-C9227AC90EC0}"/>
                    </a:ext>
                  </a:extLst>
                </p:cNvPr>
                <p:cNvSpPr/>
                <p:nvPr/>
              </p:nvSpPr>
              <p:spPr bwMode="auto">
                <a:xfrm>
                  <a:off x="2183302" y="1734939"/>
                  <a:ext cx="1198287" cy="112686"/>
                </a:xfrm>
                <a:prstGeom prst="rect">
                  <a:avLst/>
                </a:prstGeom>
                <a:gradFill rotWithShape="1">
                  <a:gsLst>
                    <a:gs pos="0">
                      <a:srgbClr val="3333CC">
                        <a:lumMod val="40000"/>
                        <a:lumOff val="60000"/>
                      </a:srgbClr>
                    </a:gs>
                    <a:gs pos="54000">
                      <a:srgbClr val="3333CC">
                        <a:lumMod val="60000"/>
                        <a:lumOff val="40000"/>
                      </a:srgbClr>
                    </a:gs>
                    <a:gs pos="100000">
                      <a:srgbClr val="3333CC">
                        <a:lumMod val="75000"/>
                      </a:srgbClr>
                    </a:gs>
                  </a:gsLst>
                  <a:lin ang="16200000" scaled="0"/>
                </a:gradFill>
                <a:ln w="25400"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sp>
              <p:nvSpPr>
                <p:cNvPr id="388" name="Oval 387">
                  <a:extLst>
                    <a:ext uri="{FF2B5EF4-FFF2-40B4-BE49-F238E27FC236}">
                      <a16:creationId xmlns:a16="http://schemas.microsoft.com/office/drawing/2014/main" id="{1653876D-5808-4845-8D45-41E30CCABC5A}"/>
                    </a:ext>
                  </a:extLst>
                </p:cNvPr>
                <p:cNvSpPr>
                  <a:spLocks noChangeArrowheads="1"/>
                </p:cNvSpPr>
                <p:nvPr/>
              </p:nvSpPr>
              <p:spPr bwMode="auto">
                <a:xfrm flipV="1">
                  <a:off x="2183302" y="1574638"/>
                  <a:ext cx="1196523" cy="314252"/>
                </a:xfrm>
                <a:prstGeom prst="ellipse">
                  <a:avLst/>
                </a:prstGeom>
                <a:solidFill>
                  <a:srgbClr val="BFBFBF"/>
                </a:solidFill>
                <a:ln w="6350">
                  <a:solidFill>
                    <a:srgbClr val="000000"/>
                  </a:solidFill>
                  <a:round/>
                  <a:headEnd/>
                  <a:tailEnd/>
                </a:ln>
                <a:effectLst>
                  <a:outerShdw blurRad="40000" dist="23000" dir="5400000" rotWithShape="0">
                    <a:srgbClr val="808080">
                      <a:alpha val="34999"/>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solidFill>
                        <a:srgbClr val="000000"/>
                      </a:solidFill>
                    </a:ln>
                    <a:solidFill>
                      <a:srgbClr val="FFFFFF"/>
                    </a:solidFill>
                    <a:effectLst/>
                    <a:uLnTx/>
                    <a:uFillTx/>
                    <a:latin typeface="Gill Sans MT"/>
                    <a:ea typeface="ＭＳ Ｐゴシック" panose="020B0600070205080204" pitchFamily="34" charset="-128"/>
                    <a:cs typeface="+mn-cs"/>
                  </a:endParaRPr>
                </a:p>
              </p:txBody>
            </p:sp>
            <p:sp>
              <p:nvSpPr>
                <p:cNvPr id="389" name="Freeform 388">
                  <a:extLst>
                    <a:ext uri="{FF2B5EF4-FFF2-40B4-BE49-F238E27FC236}">
                      <a16:creationId xmlns:a16="http://schemas.microsoft.com/office/drawing/2014/main" id="{B63C1A57-A326-E44D-89A7-AE4E169A70AE}"/>
                    </a:ext>
                  </a:extLst>
                </p:cNvPr>
                <p:cNvSpPr/>
                <p:nvPr/>
              </p:nvSpPr>
              <p:spPr bwMode="auto">
                <a:xfrm>
                  <a:off x="2490374" y="1671453"/>
                  <a:ext cx="582379" cy="157125"/>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sp>
              <p:nvSpPr>
                <p:cNvPr id="390" name="Freeform 389">
                  <a:extLst>
                    <a:ext uri="{FF2B5EF4-FFF2-40B4-BE49-F238E27FC236}">
                      <a16:creationId xmlns:a16="http://schemas.microsoft.com/office/drawing/2014/main" id="{C060360D-64F4-6C46-9C73-B1B076DAA15D}"/>
                    </a:ext>
                  </a:extLst>
                </p:cNvPr>
                <p:cNvSpPr>
                  <a:spLocks/>
                </p:cNvSpPr>
                <p:nvPr/>
              </p:nvSpPr>
              <p:spPr bwMode="auto">
                <a:xfrm>
                  <a:off x="2430372" y="1630188"/>
                  <a:ext cx="702384" cy="109512"/>
                </a:xfrm>
                <a:custGeom>
                  <a:avLst/>
                  <a:gdLst>
                    <a:gd name="T0" fmla="*/ 0 w 3723451"/>
                    <a:gd name="T1" fmla="*/ 26792 h 932950"/>
                    <a:gd name="T2" fmla="*/ 123590 w 3723451"/>
                    <a:gd name="T3" fmla="*/ 316 h 932950"/>
                    <a:gd name="T4" fmla="*/ 350070 w 3723451"/>
                    <a:gd name="T5" fmla="*/ 61105 h 932950"/>
                    <a:gd name="T6" fmla="*/ 566135 w 3723451"/>
                    <a:gd name="T7" fmla="*/ 0 h 932950"/>
                    <a:gd name="T8" fmla="*/ 702384 w 3723451"/>
                    <a:gd name="T9" fmla="*/ 24316 h 932950"/>
                    <a:gd name="T10" fmla="*/ 601015 w 3723451"/>
                    <a:gd name="T11" fmla="*/ 54216 h 932950"/>
                    <a:gd name="T12" fmla="*/ 568379 w 3723451"/>
                    <a:gd name="T13" fmla="*/ 46155 h 932950"/>
                    <a:gd name="T14" fmla="*/ 354049 w 3723451"/>
                    <a:gd name="T15" fmla="*/ 109512 h 932950"/>
                    <a:gd name="T16" fmla="*/ 134237 w 3723451"/>
                    <a:gd name="T17" fmla="*/ 48485 h 932950"/>
                    <a:gd name="T18" fmla="*/ 98698 w 3723451"/>
                    <a:gd name="T19" fmla="*/ 55072 h 932950"/>
                    <a:gd name="T20" fmla="*/ 0 w 3723451"/>
                    <a:gd name="T21" fmla="*/ 26792 h 9329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91" name="Freeform 390">
                  <a:extLst>
                    <a:ext uri="{FF2B5EF4-FFF2-40B4-BE49-F238E27FC236}">
                      <a16:creationId xmlns:a16="http://schemas.microsoft.com/office/drawing/2014/main" id="{6762EEAF-2C47-B149-8689-0C95EC53C318}"/>
                    </a:ext>
                  </a:extLst>
                </p:cNvPr>
                <p:cNvSpPr>
                  <a:spLocks/>
                </p:cNvSpPr>
                <p:nvPr/>
              </p:nvSpPr>
              <p:spPr bwMode="auto">
                <a:xfrm>
                  <a:off x="2892745" y="1723828"/>
                  <a:ext cx="257658" cy="95228"/>
                </a:xfrm>
                <a:custGeom>
                  <a:avLst/>
                  <a:gdLst>
                    <a:gd name="T0" fmla="*/ 0 w 1366596"/>
                    <a:gd name="T1" fmla="*/ 0 h 809868"/>
                    <a:gd name="T2" fmla="*/ 257658 w 1366596"/>
                    <a:gd name="T3" fmla="*/ 73585 h 809868"/>
                    <a:gd name="T4" fmla="*/ 163097 w 1366596"/>
                    <a:gd name="T5" fmla="*/ 95228 h 809868"/>
                    <a:gd name="T6" fmla="*/ 867 w 1366596"/>
                    <a:gd name="T7" fmla="*/ 50319 h 809868"/>
                    <a:gd name="T8" fmla="*/ 0 w 1366596"/>
                    <a:gd name="T9" fmla="*/ 0 h 8098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92" name="Freeform 391">
                  <a:extLst>
                    <a:ext uri="{FF2B5EF4-FFF2-40B4-BE49-F238E27FC236}">
                      <a16:creationId xmlns:a16="http://schemas.microsoft.com/office/drawing/2014/main" id="{EEF29461-B5AA-2744-A3DA-2814904A2E2F}"/>
                    </a:ext>
                  </a:extLst>
                </p:cNvPr>
                <p:cNvSpPr>
                  <a:spLocks/>
                </p:cNvSpPr>
                <p:nvPr/>
              </p:nvSpPr>
              <p:spPr bwMode="auto">
                <a:xfrm>
                  <a:off x="2418018" y="1725416"/>
                  <a:ext cx="254129" cy="95228"/>
                </a:xfrm>
                <a:custGeom>
                  <a:avLst/>
                  <a:gdLst>
                    <a:gd name="T0" fmla="*/ 250660 w 1348191"/>
                    <a:gd name="T1" fmla="*/ 0 h 791462"/>
                    <a:gd name="T2" fmla="*/ 254129 w 1348191"/>
                    <a:gd name="T3" fmla="*/ 45953 h 791462"/>
                    <a:gd name="T4" fmla="*/ 91938 w 1348191"/>
                    <a:gd name="T5" fmla="*/ 95228 h 791462"/>
                    <a:gd name="T6" fmla="*/ 0 w 1348191"/>
                    <a:gd name="T7" fmla="*/ 73636 h 791462"/>
                    <a:gd name="T8" fmla="*/ 250660 w 1348191"/>
                    <a:gd name="T9" fmla="*/ 0 h 7914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8191" h="791462">
                      <a:moveTo>
                        <a:pt x="1329786" y="0"/>
                      </a:moveTo>
                      <a:lnTo>
                        <a:pt x="1348191" y="381926"/>
                      </a:lnTo>
                      <a:lnTo>
                        <a:pt x="487742" y="791462"/>
                      </a:lnTo>
                      <a:lnTo>
                        <a:pt x="0" y="612002"/>
                      </a:lnTo>
                      <a:lnTo>
                        <a:pt x="1329786" y="0"/>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cxnSp>
              <p:nvCxnSpPr>
                <p:cNvPr id="393" name="Straight Connector 392">
                  <a:extLst>
                    <a:ext uri="{FF2B5EF4-FFF2-40B4-BE49-F238E27FC236}">
                      <a16:creationId xmlns:a16="http://schemas.microsoft.com/office/drawing/2014/main" id="{BE5A273A-2FEE-9545-BB88-87C7E505179F}"/>
                    </a:ext>
                  </a:extLst>
                </p:cNvPr>
                <p:cNvCxnSpPr>
                  <a:cxnSpLocks noChangeShapeType="1"/>
                  <a:endCxn id="388" idx="2"/>
                </p:cNvCxnSpPr>
                <p:nvPr/>
              </p:nvCxnSpPr>
              <p:spPr bwMode="auto">
                <a:xfrm flipH="1" flipV="1">
                  <a:off x="2183302" y="1731764"/>
                  <a:ext cx="3530" cy="122209"/>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cxnSp>
              <p:nvCxnSpPr>
                <p:cNvPr id="394" name="Straight Connector 393">
                  <a:extLst>
                    <a:ext uri="{FF2B5EF4-FFF2-40B4-BE49-F238E27FC236}">
                      <a16:creationId xmlns:a16="http://schemas.microsoft.com/office/drawing/2014/main" id="{3C46EAE7-509B-4E45-A6E7-9A33E4F0FC70}"/>
                    </a:ext>
                  </a:extLst>
                </p:cNvPr>
                <p:cNvCxnSpPr>
                  <a:cxnSpLocks noChangeShapeType="1"/>
                </p:cNvCxnSpPr>
                <p:nvPr/>
              </p:nvCxnSpPr>
              <p:spPr bwMode="auto">
                <a:xfrm flipH="1" flipV="1">
                  <a:off x="3379825" y="1728590"/>
                  <a:ext cx="3530" cy="122209"/>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grpSp>
        </p:grpSp>
        <p:grpSp>
          <p:nvGrpSpPr>
            <p:cNvPr id="294" name="Group 18">
              <a:extLst>
                <a:ext uri="{FF2B5EF4-FFF2-40B4-BE49-F238E27FC236}">
                  <a16:creationId xmlns:a16="http://schemas.microsoft.com/office/drawing/2014/main" id="{482172DC-CB77-9547-9B55-AA80104E7E80}"/>
                </a:ext>
              </a:extLst>
            </p:cNvPr>
            <p:cNvGrpSpPr>
              <a:grpSpLocks/>
            </p:cNvGrpSpPr>
            <p:nvPr/>
          </p:nvGrpSpPr>
          <p:grpSpPr bwMode="auto">
            <a:xfrm>
              <a:off x="3500438" y="3174091"/>
              <a:ext cx="522287" cy="1831297"/>
              <a:chOff x="3500438" y="3174091"/>
              <a:chExt cx="522287" cy="1831297"/>
            </a:xfrm>
          </p:grpSpPr>
          <p:sp>
            <p:nvSpPr>
              <p:cNvPr id="359" name="Rectangle 358">
                <a:extLst>
                  <a:ext uri="{FF2B5EF4-FFF2-40B4-BE49-F238E27FC236}">
                    <a16:creationId xmlns:a16="http://schemas.microsoft.com/office/drawing/2014/main" id="{62075464-1A4E-BF45-A532-01A9C76E55CE}"/>
                  </a:ext>
                </a:extLst>
              </p:cNvPr>
              <p:cNvSpPr/>
              <p:nvPr/>
            </p:nvSpPr>
            <p:spPr bwMode="auto">
              <a:xfrm rot="10800000">
                <a:off x="3507320" y="3287221"/>
                <a:ext cx="498349" cy="306623"/>
              </a:xfrm>
              <a:prstGeom prst="rect">
                <a:avLst/>
              </a:prstGeom>
              <a:gradFill rotWithShape="1">
                <a:gsLst>
                  <a:gs pos="0">
                    <a:srgbClr val="3333CC">
                      <a:lumMod val="60000"/>
                      <a:lumOff val="40000"/>
                    </a:srgbClr>
                  </a:gs>
                  <a:gs pos="100000">
                    <a:srgbClr val="FFFFFF"/>
                  </a:gs>
                </a:gsLst>
                <a:lin ang="16200000" scaled="0"/>
              </a:gra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cxnSp>
            <p:nvCxnSpPr>
              <p:cNvPr id="360" name="Straight Connector 359">
                <a:extLst>
                  <a:ext uri="{FF2B5EF4-FFF2-40B4-BE49-F238E27FC236}">
                    <a16:creationId xmlns:a16="http://schemas.microsoft.com/office/drawing/2014/main" id="{E6476089-4E8D-9748-8A20-B65AB809DCB0}"/>
                  </a:ext>
                </a:extLst>
              </p:cNvPr>
              <p:cNvCxnSpPr/>
              <p:nvPr/>
            </p:nvCxnSpPr>
            <p:spPr bwMode="auto">
              <a:xfrm flipH="1">
                <a:off x="4019802" y="3321497"/>
                <a:ext cx="1588" cy="1536456"/>
              </a:xfrm>
              <a:prstGeom prst="line">
                <a:avLst/>
              </a:prstGeom>
              <a:noFill/>
              <a:ln w="3175" cap="flat" cmpd="sng" algn="ctr">
                <a:solidFill>
                  <a:srgbClr val="000000"/>
                </a:solidFill>
                <a:prstDash val="sysDash"/>
              </a:ln>
              <a:effectLst/>
            </p:spPr>
          </p:cxnSp>
          <p:pic>
            <p:nvPicPr>
              <p:cNvPr id="361" name="Picture 86" descr="router_top.png">
                <a:extLst>
                  <a:ext uri="{FF2B5EF4-FFF2-40B4-BE49-F238E27FC236}">
                    <a16:creationId xmlns:a16="http://schemas.microsoft.com/office/drawing/2014/main" id="{903307E4-A9C2-9644-824F-D336213F448B}"/>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500438" y="3194292"/>
                <a:ext cx="522287" cy="220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362" name="Group 82">
                <a:extLst>
                  <a:ext uri="{FF2B5EF4-FFF2-40B4-BE49-F238E27FC236}">
                    <a16:creationId xmlns:a16="http://schemas.microsoft.com/office/drawing/2014/main" id="{F71CE2FF-B936-C547-A3CE-97AE0CF5BB65}"/>
                  </a:ext>
                </a:extLst>
              </p:cNvPr>
              <p:cNvGrpSpPr>
                <a:grpSpLocks/>
              </p:cNvGrpSpPr>
              <p:nvPr/>
            </p:nvGrpSpPr>
            <p:grpSpPr bwMode="auto">
              <a:xfrm>
                <a:off x="3511442" y="4783543"/>
                <a:ext cx="507858" cy="221845"/>
                <a:chOff x="4128636" y="3606589"/>
                <a:chExt cx="568145" cy="338667"/>
              </a:xfrm>
            </p:grpSpPr>
            <p:sp>
              <p:nvSpPr>
                <p:cNvPr id="375" name="Oval 374">
                  <a:extLst>
                    <a:ext uri="{FF2B5EF4-FFF2-40B4-BE49-F238E27FC236}">
                      <a16:creationId xmlns:a16="http://schemas.microsoft.com/office/drawing/2014/main" id="{586404AE-C86C-2743-98EF-9CF4A95F4440}"/>
                    </a:ext>
                  </a:extLst>
                </p:cNvPr>
                <p:cNvSpPr/>
                <p:nvPr/>
              </p:nvSpPr>
              <p:spPr>
                <a:xfrm>
                  <a:off x="4129087" y="3720182"/>
                  <a:ext cx="568256" cy="225348"/>
                </a:xfrm>
                <a:prstGeom prst="ellipse">
                  <a:avLst/>
                </a:prstGeom>
                <a:solidFill>
                  <a:srgbClr val="3333CC">
                    <a:lumMod val="75000"/>
                  </a:srgbClr>
                </a:solidFill>
                <a:ln w="6350" cap="flat" cmpd="sng" algn="ctr">
                  <a:solidFill>
                    <a:srgbClr val="000000"/>
                  </a:solid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sp>
              <p:nvSpPr>
                <p:cNvPr id="376" name="Rectangle 375">
                  <a:extLst>
                    <a:ext uri="{FF2B5EF4-FFF2-40B4-BE49-F238E27FC236}">
                      <a16:creationId xmlns:a16="http://schemas.microsoft.com/office/drawing/2014/main" id="{5396A314-1026-4E4E-A149-99672789B306}"/>
                    </a:ext>
                  </a:extLst>
                </p:cNvPr>
                <p:cNvSpPr/>
                <p:nvPr/>
              </p:nvSpPr>
              <p:spPr>
                <a:xfrm>
                  <a:off x="4129087" y="3720182"/>
                  <a:ext cx="568256" cy="111462"/>
                </a:xfrm>
                <a:prstGeom prst="rect">
                  <a:avLst/>
                </a:prstGeom>
                <a:solidFill>
                  <a:srgbClr val="3333CC">
                    <a:lumMod val="75000"/>
                  </a:srgbClr>
                </a:soli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sp>
              <p:nvSpPr>
                <p:cNvPr id="377" name="Oval 376">
                  <a:extLst>
                    <a:ext uri="{FF2B5EF4-FFF2-40B4-BE49-F238E27FC236}">
                      <a16:creationId xmlns:a16="http://schemas.microsoft.com/office/drawing/2014/main" id="{23054A25-C068-9244-9B31-DD0F45D202D9}"/>
                    </a:ext>
                  </a:extLst>
                </p:cNvPr>
                <p:cNvSpPr/>
                <p:nvPr/>
              </p:nvSpPr>
              <p:spPr>
                <a:xfrm>
                  <a:off x="4129087" y="3606297"/>
                  <a:ext cx="568256" cy="225346"/>
                </a:xfrm>
                <a:prstGeom prst="ellipse">
                  <a:avLst/>
                </a:prstGeom>
                <a:solidFill>
                  <a:srgbClr val="3333CC">
                    <a:lumMod val="40000"/>
                    <a:lumOff val="60000"/>
                    <a:alpha val="55000"/>
                  </a:srgbClr>
                </a:soli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cxnSp>
              <p:nvCxnSpPr>
                <p:cNvPr id="378" name="Straight Connector 377">
                  <a:extLst>
                    <a:ext uri="{FF2B5EF4-FFF2-40B4-BE49-F238E27FC236}">
                      <a16:creationId xmlns:a16="http://schemas.microsoft.com/office/drawing/2014/main" id="{CD4A2AA1-5618-3140-9C21-11DC36124DCC}"/>
                    </a:ext>
                  </a:extLst>
                </p:cNvPr>
                <p:cNvCxnSpPr/>
                <p:nvPr/>
              </p:nvCxnSpPr>
              <p:spPr>
                <a:xfrm>
                  <a:off x="4697343" y="3720182"/>
                  <a:ext cx="0" cy="111462"/>
                </a:xfrm>
                <a:prstGeom prst="line">
                  <a:avLst/>
                </a:prstGeom>
                <a:noFill/>
                <a:ln w="6350" cap="flat" cmpd="sng" algn="ctr">
                  <a:solidFill>
                    <a:srgbClr val="000000"/>
                  </a:solidFill>
                  <a:prstDash val="solid"/>
                </a:ln>
                <a:effectLst/>
              </p:spPr>
            </p:cxnSp>
            <p:cxnSp>
              <p:nvCxnSpPr>
                <p:cNvPr id="379" name="Straight Connector 378">
                  <a:extLst>
                    <a:ext uri="{FF2B5EF4-FFF2-40B4-BE49-F238E27FC236}">
                      <a16:creationId xmlns:a16="http://schemas.microsoft.com/office/drawing/2014/main" id="{C0356843-B7EB-A343-9F3C-424592CF11BD}"/>
                    </a:ext>
                  </a:extLst>
                </p:cNvPr>
                <p:cNvCxnSpPr/>
                <p:nvPr/>
              </p:nvCxnSpPr>
              <p:spPr>
                <a:xfrm>
                  <a:off x="4129087" y="3720182"/>
                  <a:ext cx="0" cy="111462"/>
                </a:xfrm>
                <a:prstGeom prst="line">
                  <a:avLst/>
                </a:prstGeom>
                <a:noFill/>
                <a:ln w="6350" cap="flat" cmpd="sng" algn="ctr">
                  <a:solidFill>
                    <a:srgbClr val="000000"/>
                  </a:solidFill>
                  <a:prstDash val="solid"/>
                </a:ln>
                <a:effectLst/>
              </p:spPr>
            </p:cxnSp>
          </p:grpSp>
          <p:sp>
            <p:nvSpPr>
              <p:cNvPr id="363" name="Rectangle 362">
                <a:extLst>
                  <a:ext uri="{FF2B5EF4-FFF2-40B4-BE49-F238E27FC236}">
                    <a16:creationId xmlns:a16="http://schemas.microsoft.com/office/drawing/2014/main" id="{AC6DBBE1-F8C8-7C49-A55E-1A360F9F0FF8}"/>
                  </a:ext>
                </a:extLst>
              </p:cNvPr>
              <p:cNvSpPr/>
              <p:nvPr/>
            </p:nvSpPr>
            <p:spPr bwMode="auto">
              <a:xfrm>
                <a:off x="3516608" y="3697675"/>
                <a:ext cx="498433" cy="1163452"/>
              </a:xfrm>
              <a:prstGeom prst="rect">
                <a:avLst/>
              </a:prstGeom>
              <a:gradFill rotWithShape="1">
                <a:gsLst>
                  <a:gs pos="0">
                    <a:srgbClr val="3333CC">
                      <a:lumMod val="60000"/>
                      <a:lumOff val="40000"/>
                    </a:srgbClr>
                  </a:gs>
                  <a:gs pos="100000">
                    <a:srgbClr val="FFFFFF"/>
                  </a:gs>
                </a:gsLst>
                <a:lin ang="16200000" scaled="0"/>
              </a:gra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cxnSp>
            <p:nvCxnSpPr>
              <p:cNvPr id="364" name="Straight Connector 363">
                <a:extLst>
                  <a:ext uri="{FF2B5EF4-FFF2-40B4-BE49-F238E27FC236}">
                    <a16:creationId xmlns:a16="http://schemas.microsoft.com/office/drawing/2014/main" id="{30264003-6422-A246-8128-339027C2EFE4}"/>
                  </a:ext>
                </a:extLst>
              </p:cNvPr>
              <p:cNvCxnSpPr>
                <a:stCxn id="368" idx="2"/>
              </p:cNvCxnSpPr>
              <p:nvPr/>
            </p:nvCxnSpPr>
            <p:spPr bwMode="auto">
              <a:xfrm flipH="1">
                <a:off x="3507083" y="3262769"/>
                <a:ext cx="4762" cy="1688832"/>
              </a:xfrm>
              <a:prstGeom prst="line">
                <a:avLst/>
              </a:prstGeom>
              <a:noFill/>
              <a:ln w="3175" cap="flat" cmpd="sng" algn="ctr">
                <a:solidFill>
                  <a:srgbClr val="000000"/>
                </a:solidFill>
                <a:prstDash val="sysDash"/>
              </a:ln>
              <a:effectLst/>
            </p:spPr>
          </p:cxnSp>
          <p:grpSp>
            <p:nvGrpSpPr>
              <p:cNvPr id="365" name="Group 377">
                <a:extLst>
                  <a:ext uri="{FF2B5EF4-FFF2-40B4-BE49-F238E27FC236}">
                    <a16:creationId xmlns:a16="http://schemas.microsoft.com/office/drawing/2014/main" id="{39ED4179-25C2-BD40-8CB0-2D2D19D3B89E}"/>
                  </a:ext>
                </a:extLst>
              </p:cNvPr>
              <p:cNvGrpSpPr>
                <a:grpSpLocks/>
              </p:cNvGrpSpPr>
              <p:nvPr/>
            </p:nvGrpSpPr>
            <p:grpSpPr bwMode="auto">
              <a:xfrm>
                <a:off x="3511057" y="3174091"/>
                <a:ext cx="504096" cy="242719"/>
                <a:chOff x="2183302" y="1574638"/>
                <a:chExt cx="1200154" cy="430218"/>
              </a:xfrm>
            </p:grpSpPr>
            <p:sp>
              <p:nvSpPr>
                <p:cNvPr id="366" name="Oval 365">
                  <a:extLst>
                    <a:ext uri="{FF2B5EF4-FFF2-40B4-BE49-F238E27FC236}">
                      <a16:creationId xmlns:a16="http://schemas.microsoft.com/office/drawing/2014/main" id="{8E546C63-6051-664A-A3B3-09898899A0F6}"/>
                    </a:ext>
                  </a:extLst>
                </p:cNvPr>
                <p:cNvSpPr/>
                <p:nvPr/>
              </p:nvSpPr>
              <p:spPr bwMode="auto">
                <a:xfrm flipV="1">
                  <a:off x="2188958" y="1689617"/>
                  <a:ext cx="1194231" cy="315099"/>
                </a:xfrm>
                <a:prstGeom prst="ellipse">
                  <a:avLst/>
                </a:prstGeom>
                <a:gradFill flip="none" rotWithShape="1">
                  <a:gsLst>
                    <a:gs pos="0">
                      <a:srgbClr val="3333CC">
                        <a:lumMod val="75000"/>
                      </a:srgbClr>
                    </a:gs>
                    <a:gs pos="31000">
                      <a:srgbClr val="3333CC">
                        <a:lumMod val="60000"/>
                        <a:lumOff val="40000"/>
                      </a:srgbClr>
                    </a:gs>
                    <a:gs pos="100000">
                      <a:srgbClr val="FFFFFF"/>
                    </a:gs>
                  </a:gsLst>
                  <a:lin ang="16200000" scaled="0"/>
                  <a:tileRect/>
                </a:gradFill>
                <a:ln w="6350"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solidFill>
                        <a:srgbClr val="000000"/>
                      </a:solidFill>
                    </a:ln>
                    <a:solidFill>
                      <a:srgbClr val="FFFFFF"/>
                    </a:solidFill>
                    <a:effectLst/>
                    <a:uLnTx/>
                    <a:uFillTx/>
                    <a:latin typeface="Gill Sans MT"/>
                    <a:ea typeface="+mn-ea"/>
                    <a:cs typeface="+mn-cs"/>
                  </a:endParaRPr>
                </a:p>
              </p:txBody>
            </p:sp>
            <p:sp>
              <p:nvSpPr>
                <p:cNvPr id="367" name="Rectangle 366">
                  <a:extLst>
                    <a:ext uri="{FF2B5EF4-FFF2-40B4-BE49-F238E27FC236}">
                      <a16:creationId xmlns:a16="http://schemas.microsoft.com/office/drawing/2014/main" id="{F85D8891-4691-274F-8A4C-6EB421E1A629}"/>
                    </a:ext>
                  </a:extLst>
                </p:cNvPr>
                <p:cNvSpPr/>
                <p:nvPr/>
              </p:nvSpPr>
              <p:spPr bwMode="auto">
                <a:xfrm>
                  <a:off x="2185178" y="1734631"/>
                  <a:ext cx="1198011" cy="112535"/>
                </a:xfrm>
                <a:prstGeom prst="rect">
                  <a:avLst/>
                </a:prstGeom>
                <a:gradFill rotWithShape="1">
                  <a:gsLst>
                    <a:gs pos="0">
                      <a:srgbClr val="3333CC">
                        <a:lumMod val="40000"/>
                        <a:lumOff val="60000"/>
                      </a:srgbClr>
                    </a:gs>
                    <a:gs pos="54000">
                      <a:srgbClr val="3333CC">
                        <a:lumMod val="60000"/>
                        <a:lumOff val="40000"/>
                      </a:srgbClr>
                    </a:gs>
                    <a:gs pos="100000">
                      <a:srgbClr val="3333CC">
                        <a:lumMod val="75000"/>
                      </a:srgbClr>
                    </a:gs>
                  </a:gsLst>
                  <a:lin ang="16200000" scaled="0"/>
                </a:gradFill>
                <a:ln w="25400"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sp>
              <p:nvSpPr>
                <p:cNvPr id="368" name="Oval 367">
                  <a:extLst>
                    <a:ext uri="{FF2B5EF4-FFF2-40B4-BE49-F238E27FC236}">
                      <a16:creationId xmlns:a16="http://schemas.microsoft.com/office/drawing/2014/main" id="{F6D6309A-F621-8F43-966A-42EE2F5341A2}"/>
                    </a:ext>
                  </a:extLst>
                </p:cNvPr>
                <p:cNvSpPr>
                  <a:spLocks noChangeArrowheads="1"/>
                </p:cNvSpPr>
                <p:nvPr/>
              </p:nvSpPr>
              <p:spPr bwMode="auto">
                <a:xfrm flipV="1">
                  <a:off x="2185178" y="1574269"/>
                  <a:ext cx="1194231" cy="315099"/>
                </a:xfrm>
                <a:prstGeom prst="ellipse">
                  <a:avLst/>
                </a:prstGeom>
                <a:solidFill>
                  <a:srgbClr val="BFBFBF"/>
                </a:solidFill>
                <a:ln w="6350">
                  <a:solidFill>
                    <a:srgbClr val="000000"/>
                  </a:solidFill>
                  <a:round/>
                  <a:headEnd/>
                  <a:tailEnd/>
                </a:ln>
                <a:effectLst>
                  <a:outerShdw blurRad="40000" dist="23000" dir="5400000" rotWithShape="0">
                    <a:srgbClr val="808080">
                      <a:alpha val="34999"/>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solidFill>
                        <a:srgbClr val="000000"/>
                      </a:solidFill>
                    </a:ln>
                    <a:solidFill>
                      <a:srgbClr val="FFFFFF"/>
                    </a:solidFill>
                    <a:effectLst/>
                    <a:uLnTx/>
                    <a:uFillTx/>
                    <a:latin typeface="Gill Sans MT"/>
                    <a:ea typeface="ＭＳ Ｐゴシック" panose="020B0600070205080204" pitchFamily="34" charset="-128"/>
                    <a:cs typeface="+mn-cs"/>
                  </a:endParaRPr>
                </a:p>
              </p:txBody>
            </p:sp>
            <p:sp>
              <p:nvSpPr>
                <p:cNvPr id="369" name="Freeform 368">
                  <a:extLst>
                    <a:ext uri="{FF2B5EF4-FFF2-40B4-BE49-F238E27FC236}">
                      <a16:creationId xmlns:a16="http://schemas.microsoft.com/office/drawing/2014/main" id="{E0967AA3-A871-A446-BBBF-E652596BA5E0}"/>
                    </a:ext>
                  </a:extLst>
                </p:cNvPr>
                <p:cNvSpPr/>
                <p:nvPr/>
              </p:nvSpPr>
              <p:spPr bwMode="auto">
                <a:xfrm>
                  <a:off x="2491295" y="1669924"/>
                  <a:ext cx="581999" cy="157549"/>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sp>
              <p:nvSpPr>
                <p:cNvPr id="370" name="Freeform 369">
                  <a:extLst>
                    <a:ext uri="{FF2B5EF4-FFF2-40B4-BE49-F238E27FC236}">
                      <a16:creationId xmlns:a16="http://schemas.microsoft.com/office/drawing/2014/main" id="{928F9198-71DD-1048-BF0F-138BFE3045B5}"/>
                    </a:ext>
                  </a:extLst>
                </p:cNvPr>
                <p:cNvSpPr>
                  <a:spLocks/>
                </p:cNvSpPr>
                <p:nvPr/>
              </p:nvSpPr>
              <p:spPr bwMode="auto">
                <a:xfrm>
                  <a:off x="2430828" y="1630537"/>
                  <a:ext cx="702933" cy="109721"/>
                </a:xfrm>
                <a:custGeom>
                  <a:avLst/>
                  <a:gdLst>
                    <a:gd name="T0" fmla="*/ 0 w 3723451"/>
                    <a:gd name="T1" fmla="*/ 26843 h 932950"/>
                    <a:gd name="T2" fmla="*/ 123686 w 3723451"/>
                    <a:gd name="T3" fmla="*/ 316 h 932950"/>
                    <a:gd name="T4" fmla="*/ 350344 w 3723451"/>
                    <a:gd name="T5" fmla="*/ 61221 h 932950"/>
                    <a:gd name="T6" fmla="*/ 566578 w 3723451"/>
                    <a:gd name="T7" fmla="*/ 0 h 932950"/>
                    <a:gd name="T8" fmla="*/ 702933 w 3723451"/>
                    <a:gd name="T9" fmla="*/ 24362 h 932950"/>
                    <a:gd name="T10" fmla="*/ 601485 w 3723451"/>
                    <a:gd name="T11" fmla="*/ 54319 h 932950"/>
                    <a:gd name="T12" fmla="*/ 568823 w 3723451"/>
                    <a:gd name="T13" fmla="*/ 46243 h 932950"/>
                    <a:gd name="T14" fmla="*/ 354326 w 3723451"/>
                    <a:gd name="T15" fmla="*/ 109721 h 932950"/>
                    <a:gd name="T16" fmla="*/ 134342 w 3723451"/>
                    <a:gd name="T17" fmla="*/ 48578 h 932950"/>
                    <a:gd name="T18" fmla="*/ 98775 w 3723451"/>
                    <a:gd name="T19" fmla="*/ 55177 h 932950"/>
                    <a:gd name="T20" fmla="*/ 0 w 3723451"/>
                    <a:gd name="T21" fmla="*/ 26843 h 9329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71" name="Freeform 370">
                  <a:extLst>
                    <a:ext uri="{FF2B5EF4-FFF2-40B4-BE49-F238E27FC236}">
                      <a16:creationId xmlns:a16="http://schemas.microsoft.com/office/drawing/2014/main" id="{1C72F53E-6D8A-1247-85AD-4F6DFA9BC40F}"/>
                    </a:ext>
                  </a:extLst>
                </p:cNvPr>
                <p:cNvSpPr>
                  <a:spLocks/>
                </p:cNvSpPr>
                <p:nvPr/>
              </p:nvSpPr>
              <p:spPr bwMode="auto">
                <a:xfrm>
                  <a:off x="2891892" y="1723378"/>
                  <a:ext cx="260764" cy="95655"/>
                </a:xfrm>
                <a:custGeom>
                  <a:avLst/>
                  <a:gdLst>
                    <a:gd name="T0" fmla="*/ 0 w 1366596"/>
                    <a:gd name="T1" fmla="*/ 0 h 809868"/>
                    <a:gd name="T2" fmla="*/ 260764 w 1366596"/>
                    <a:gd name="T3" fmla="*/ 73915 h 809868"/>
                    <a:gd name="T4" fmla="*/ 165063 w 1366596"/>
                    <a:gd name="T5" fmla="*/ 95655 h 809868"/>
                    <a:gd name="T6" fmla="*/ 878 w 1366596"/>
                    <a:gd name="T7" fmla="*/ 50545 h 809868"/>
                    <a:gd name="T8" fmla="*/ 0 w 1366596"/>
                    <a:gd name="T9" fmla="*/ 0 h 8098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72" name="Freeform 371">
                  <a:extLst>
                    <a:ext uri="{FF2B5EF4-FFF2-40B4-BE49-F238E27FC236}">
                      <a16:creationId xmlns:a16="http://schemas.microsoft.com/office/drawing/2014/main" id="{AC38375A-6308-3C42-8428-1BC8EF1E3EF6}"/>
                    </a:ext>
                  </a:extLst>
                </p:cNvPr>
                <p:cNvSpPr>
                  <a:spLocks/>
                </p:cNvSpPr>
                <p:nvPr/>
              </p:nvSpPr>
              <p:spPr bwMode="auto">
                <a:xfrm>
                  <a:off x="2419489" y="1726192"/>
                  <a:ext cx="253208" cy="92841"/>
                </a:xfrm>
                <a:custGeom>
                  <a:avLst/>
                  <a:gdLst>
                    <a:gd name="T0" fmla="*/ 249751 w 1348191"/>
                    <a:gd name="T1" fmla="*/ 0 h 791462"/>
                    <a:gd name="T2" fmla="*/ 253208 w 1348191"/>
                    <a:gd name="T3" fmla="*/ 44801 h 791462"/>
                    <a:gd name="T4" fmla="*/ 91604 w 1348191"/>
                    <a:gd name="T5" fmla="*/ 92841 h 791462"/>
                    <a:gd name="T6" fmla="*/ 0 w 1348191"/>
                    <a:gd name="T7" fmla="*/ 71790 h 791462"/>
                    <a:gd name="T8" fmla="*/ 249751 w 1348191"/>
                    <a:gd name="T9" fmla="*/ 0 h 7914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8191" h="791462">
                      <a:moveTo>
                        <a:pt x="1329786" y="0"/>
                      </a:moveTo>
                      <a:lnTo>
                        <a:pt x="1348191" y="381926"/>
                      </a:lnTo>
                      <a:lnTo>
                        <a:pt x="487742" y="791462"/>
                      </a:lnTo>
                      <a:lnTo>
                        <a:pt x="0" y="612002"/>
                      </a:lnTo>
                      <a:lnTo>
                        <a:pt x="1329786" y="0"/>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cxnSp>
              <p:nvCxnSpPr>
                <p:cNvPr id="373" name="Straight Connector 372">
                  <a:extLst>
                    <a:ext uri="{FF2B5EF4-FFF2-40B4-BE49-F238E27FC236}">
                      <a16:creationId xmlns:a16="http://schemas.microsoft.com/office/drawing/2014/main" id="{2676B342-72B9-EC4E-BEB9-884A31061112}"/>
                    </a:ext>
                  </a:extLst>
                </p:cNvPr>
                <p:cNvCxnSpPr>
                  <a:cxnSpLocks noChangeShapeType="1"/>
                  <a:endCxn id="368" idx="2"/>
                </p:cNvCxnSpPr>
                <p:nvPr/>
              </p:nvCxnSpPr>
              <p:spPr bwMode="auto">
                <a:xfrm flipH="1" flipV="1">
                  <a:off x="2185178" y="1731819"/>
                  <a:ext cx="3780" cy="120975"/>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cxnSp>
              <p:nvCxnSpPr>
                <p:cNvPr id="374" name="Straight Connector 373">
                  <a:extLst>
                    <a:ext uri="{FF2B5EF4-FFF2-40B4-BE49-F238E27FC236}">
                      <a16:creationId xmlns:a16="http://schemas.microsoft.com/office/drawing/2014/main" id="{C9E5ACD2-0571-394B-B54A-E4FD99B680A6}"/>
                    </a:ext>
                  </a:extLst>
                </p:cNvPr>
                <p:cNvCxnSpPr>
                  <a:cxnSpLocks noChangeShapeType="1"/>
                </p:cNvCxnSpPr>
                <p:nvPr/>
              </p:nvCxnSpPr>
              <p:spPr bwMode="auto">
                <a:xfrm flipH="1" flipV="1">
                  <a:off x="3379409" y="1729005"/>
                  <a:ext cx="3780" cy="120976"/>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grpSp>
        </p:grpSp>
        <p:grpSp>
          <p:nvGrpSpPr>
            <p:cNvPr id="295" name="Group 19">
              <a:extLst>
                <a:ext uri="{FF2B5EF4-FFF2-40B4-BE49-F238E27FC236}">
                  <a16:creationId xmlns:a16="http://schemas.microsoft.com/office/drawing/2014/main" id="{3F4E53BA-5956-854C-B31F-6EC1D0D219D1}"/>
                </a:ext>
              </a:extLst>
            </p:cNvPr>
            <p:cNvGrpSpPr>
              <a:grpSpLocks/>
            </p:cNvGrpSpPr>
            <p:nvPr/>
          </p:nvGrpSpPr>
          <p:grpSpPr bwMode="auto">
            <a:xfrm>
              <a:off x="4299212" y="2486508"/>
              <a:ext cx="528376" cy="2517292"/>
              <a:chOff x="4299212" y="2486508"/>
              <a:chExt cx="528376" cy="2517292"/>
            </a:xfrm>
          </p:grpSpPr>
          <p:sp>
            <p:nvSpPr>
              <p:cNvPr id="339" name="Rectangle 338">
                <a:extLst>
                  <a:ext uri="{FF2B5EF4-FFF2-40B4-BE49-F238E27FC236}">
                    <a16:creationId xmlns:a16="http://schemas.microsoft.com/office/drawing/2014/main" id="{E47F6DBD-7B1F-E84E-80B1-B0007CEE2ECA}"/>
                  </a:ext>
                </a:extLst>
              </p:cNvPr>
              <p:cNvSpPr/>
              <p:nvPr/>
            </p:nvSpPr>
            <p:spPr bwMode="auto">
              <a:xfrm rot="10800000">
                <a:off x="4315358" y="2675960"/>
                <a:ext cx="498350" cy="916575"/>
              </a:xfrm>
              <a:prstGeom prst="rect">
                <a:avLst/>
              </a:prstGeom>
              <a:gradFill rotWithShape="1">
                <a:gsLst>
                  <a:gs pos="0">
                    <a:srgbClr val="3333CC">
                      <a:lumMod val="60000"/>
                      <a:lumOff val="40000"/>
                    </a:srgbClr>
                  </a:gs>
                  <a:gs pos="100000">
                    <a:srgbClr val="FFFFFF"/>
                  </a:gs>
                </a:gsLst>
                <a:lin ang="16200000" scaled="0"/>
              </a:gra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cxnSp>
            <p:nvCxnSpPr>
              <p:cNvPr id="340" name="Straight Connector 339">
                <a:extLst>
                  <a:ext uri="{FF2B5EF4-FFF2-40B4-BE49-F238E27FC236}">
                    <a16:creationId xmlns:a16="http://schemas.microsoft.com/office/drawing/2014/main" id="{AD6BA39E-C72A-2B46-89AC-72BC6ECE8737}"/>
                  </a:ext>
                </a:extLst>
              </p:cNvPr>
              <p:cNvCxnSpPr/>
              <p:nvPr/>
            </p:nvCxnSpPr>
            <p:spPr bwMode="auto">
              <a:xfrm>
                <a:off x="4821424" y="2642154"/>
                <a:ext cx="6349" cy="2214211"/>
              </a:xfrm>
              <a:prstGeom prst="line">
                <a:avLst/>
              </a:prstGeom>
              <a:noFill/>
              <a:ln w="3175" cap="flat" cmpd="sng" algn="ctr">
                <a:solidFill>
                  <a:srgbClr val="000000"/>
                </a:solidFill>
                <a:prstDash val="sysDash"/>
              </a:ln>
              <a:effectLst/>
            </p:spPr>
          </p:cxnSp>
          <p:grpSp>
            <p:nvGrpSpPr>
              <p:cNvPr id="341" name="Group 442">
                <a:extLst>
                  <a:ext uri="{FF2B5EF4-FFF2-40B4-BE49-F238E27FC236}">
                    <a16:creationId xmlns:a16="http://schemas.microsoft.com/office/drawing/2014/main" id="{3A2CD557-2097-8643-A2CC-2FC42E115686}"/>
                  </a:ext>
                </a:extLst>
              </p:cNvPr>
              <p:cNvGrpSpPr>
                <a:grpSpLocks/>
              </p:cNvGrpSpPr>
              <p:nvPr/>
            </p:nvGrpSpPr>
            <p:grpSpPr bwMode="auto">
              <a:xfrm>
                <a:off x="4319479" y="4781999"/>
                <a:ext cx="507859" cy="221801"/>
                <a:chOff x="4128636" y="3606589"/>
                <a:chExt cx="568145" cy="338667"/>
              </a:xfrm>
            </p:grpSpPr>
            <p:sp>
              <p:nvSpPr>
                <p:cNvPr id="354" name="Oval 353">
                  <a:extLst>
                    <a:ext uri="{FF2B5EF4-FFF2-40B4-BE49-F238E27FC236}">
                      <a16:creationId xmlns:a16="http://schemas.microsoft.com/office/drawing/2014/main" id="{B01BCE74-1665-8347-ABE7-7ED7C4611208}"/>
                    </a:ext>
                  </a:extLst>
                </p:cNvPr>
                <p:cNvSpPr/>
                <p:nvPr/>
              </p:nvSpPr>
              <p:spPr>
                <a:xfrm>
                  <a:off x="4129012" y="3720139"/>
                  <a:ext cx="568256" cy="225391"/>
                </a:xfrm>
                <a:prstGeom prst="ellipse">
                  <a:avLst/>
                </a:prstGeom>
                <a:solidFill>
                  <a:srgbClr val="3333CC">
                    <a:lumMod val="75000"/>
                  </a:srgbClr>
                </a:solidFill>
                <a:ln w="6350" cap="flat" cmpd="sng" algn="ctr">
                  <a:solidFill>
                    <a:srgbClr val="000000"/>
                  </a:solid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sp>
              <p:nvSpPr>
                <p:cNvPr id="355" name="Rectangle 354">
                  <a:extLst>
                    <a:ext uri="{FF2B5EF4-FFF2-40B4-BE49-F238E27FC236}">
                      <a16:creationId xmlns:a16="http://schemas.microsoft.com/office/drawing/2014/main" id="{3E2DD078-496C-2B4E-9AB7-8E3ED7B0B010}"/>
                    </a:ext>
                  </a:extLst>
                </p:cNvPr>
                <p:cNvSpPr/>
                <p:nvPr/>
              </p:nvSpPr>
              <p:spPr>
                <a:xfrm>
                  <a:off x="4129012" y="3720139"/>
                  <a:ext cx="568256" cy="111484"/>
                </a:xfrm>
                <a:prstGeom prst="rect">
                  <a:avLst/>
                </a:prstGeom>
                <a:solidFill>
                  <a:srgbClr val="3333CC">
                    <a:lumMod val="75000"/>
                  </a:srgbClr>
                </a:soli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sp>
              <p:nvSpPr>
                <p:cNvPr id="356" name="Oval 355">
                  <a:extLst>
                    <a:ext uri="{FF2B5EF4-FFF2-40B4-BE49-F238E27FC236}">
                      <a16:creationId xmlns:a16="http://schemas.microsoft.com/office/drawing/2014/main" id="{0589AD59-3F91-674B-AB1F-9687AE0A7155}"/>
                    </a:ext>
                  </a:extLst>
                </p:cNvPr>
                <p:cNvSpPr/>
                <p:nvPr/>
              </p:nvSpPr>
              <p:spPr>
                <a:xfrm>
                  <a:off x="4129012" y="3606230"/>
                  <a:ext cx="568256" cy="225392"/>
                </a:xfrm>
                <a:prstGeom prst="ellipse">
                  <a:avLst/>
                </a:prstGeom>
                <a:solidFill>
                  <a:srgbClr val="3333CC">
                    <a:lumMod val="40000"/>
                    <a:lumOff val="60000"/>
                    <a:alpha val="55000"/>
                  </a:srgbClr>
                </a:soli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cxnSp>
              <p:nvCxnSpPr>
                <p:cNvPr id="357" name="Straight Connector 356">
                  <a:extLst>
                    <a:ext uri="{FF2B5EF4-FFF2-40B4-BE49-F238E27FC236}">
                      <a16:creationId xmlns:a16="http://schemas.microsoft.com/office/drawing/2014/main" id="{D7DF9909-4629-2B41-A097-0EE5060D231F}"/>
                    </a:ext>
                  </a:extLst>
                </p:cNvPr>
                <p:cNvCxnSpPr/>
                <p:nvPr/>
              </p:nvCxnSpPr>
              <p:spPr>
                <a:xfrm>
                  <a:off x="4697268" y="3720139"/>
                  <a:ext cx="0" cy="111484"/>
                </a:xfrm>
                <a:prstGeom prst="line">
                  <a:avLst/>
                </a:prstGeom>
                <a:noFill/>
                <a:ln w="6350" cap="flat" cmpd="sng" algn="ctr">
                  <a:solidFill>
                    <a:srgbClr val="000000"/>
                  </a:solidFill>
                  <a:prstDash val="solid"/>
                </a:ln>
                <a:effectLst/>
              </p:spPr>
            </p:cxnSp>
            <p:cxnSp>
              <p:nvCxnSpPr>
                <p:cNvPr id="358" name="Straight Connector 357">
                  <a:extLst>
                    <a:ext uri="{FF2B5EF4-FFF2-40B4-BE49-F238E27FC236}">
                      <a16:creationId xmlns:a16="http://schemas.microsoft.com/office/drawing/2014/main" id="{E00A7AA3-4A7D-5A4A-923D-8190368DDD2A}"/>
                    </a:ext>
                  </a:extLst>
                </p:cNvPr>
                <p:cNvCxnSpPr/>
                <p:nvPr/>
              </p:nvCxnSpPr>
              <p:spPr>
                <a:xfrm>
                  <a:off x="4129012" y="3720139"/>
                  <a:ext cx="0" cy="111484"/>
                </a:xfrm>
                <a:prstGeom prst="line">
                  <a:avLst/>
                </a:prstGeom>
                <a:noFill/>
                <a:ln w="6350" cap="flat" cmpd="sng" algn="ctr">
                  <a:solidFill>
                    <a:srgbClr val="000000"/>
                  </a:solidFill>
                  <a:prstDash val="solid"/>
                </a:ln>
                <a:effectLst/>
              </p:spPr>
            </p:cxnSp>
          </p:grpSp>
          <p:sp>
            <p:nvSpPr>
              <p:cNvPr id="342" name="Rectangle 341">
                <a:extLst>
                  <a:ext uri="{FF2B5EF4-FFF2-40B4-BE49-F238E27FC236}">
                    <a16:creationId xmlns:a16="http://schemas.microsoft.com/office/drawing/2014/main" id="{BC350F5D-A217-434B-B0AD-B82598901D58}"/>
                  </a:ext>
                </a:extLst>
              </p:cNvPr>
              <p:cNvSpPr/>
              <p:nvPr/>
            </p:nvSpPr>
            <p:spPr bwMode="auto">
              <a:xfrm>
                <a:off x="4324577" y="3696087"/>
                <a:ext cx="498433" cy="1163453"/>
              </a:xfrm>
              <a:prstGeom prst="rect">
                <a:avLst/>
              </a:prstGeom>
              <a:gradFill rotWithShape="1">
                <a:gsLst>
                  <a:gs pos="0">
                    <a:srgbClr val="3333CC">
                      <a:lumMod val="60000"/>
                      <a:lumOff val="40000"/>
                    </a:srgbClr>
                  </a:gs>
                  <a:gs pos="100000">
                    <a:srgbClr val="FFFFFF"/>
                  </a:gs>
                </a:gsLst>
                <a:lin ang="16200000" scaled="0"/>
              </a:gra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cxnSp>
            <p:nvCxnSpPr>
              <p:cNvPr id="343" name="Straight Connector 342">
                <a:extLst>
                  <a:ext uri="{FF2B5EF4-FFF2-40B4-BE49-F238E27FC236}">
                    <a16:creationId xmlns:a16="http://schemas.microsoft.com/office/drawing/2014/main" id="{59C23D10-C5AD-324E-A998-0B2D8811551A}"/>
                  </a:ext>
                </a:extLst>
              </p:cNvPr>
              <p:cNvCxnSpPr>
                <a:stCxn id="345" idx="2"/>
              </p:cNvCxnSpPr>
              <p:nvPr/>
            </p:nvCxnSpPr>
            <p:spPr bwMode="auto">
              <a:xfrm>
                <a:off x="4300767" y="2640568"/>
                <a:ext cx="14286" cy="2309445"/>
              </a:xfrm>
              <a:prstGeom prst="line">
                <a:avLst/>
              </a:prstGeom>
              <a:noFill/>
              <a:ln w="3175" cap="flat" cmpd="sng" algn="ctr">
                <a:solidFill>
                  <a:srgbClr val="000000"/>
                </a:solidFill>
                <a:prstDash val="sysDash"/>
              </a:ln>
              <a:effectLst/>
            </p:spPr>
          </p:cxnSp>
          <p:grpSp>
            <p:nvGrpSpPr>
              <p:cNvPr id="344" name="Group 456">
                <a:extLst>
                  <a:ext uri="{FF2B5EF4-FFF2-40B4-BE49-F238E27FC236}">
                    <a16:creationId xmlns:a16="http://schemas.microsoft.com/office/drawing/2014/main" id="{3D4ED6A7-656E-564B-9724-777A0E00F8CF}"/>
                  </a:ext>
                </a:extLst>
              </p:cNvPr>
              <p:cNvGrpSpPr>
                <a:grpSpLocks/>
              </p:cNvGrpSpPr>
              <p:nvPr/>
            </p:nvGrpSpPr>
            <p:grpSpPr bwMode="auto">
              <a:xfrm>
                <a:off x="4299212" y="2486508"/>
                <a:ext cx="504825" cy="242888"/>
                <a:chOff x="2183302" y="1574638"/>
                <a:chExt cx="1200154" cy="430218"/>
              </a:xfrm>
            </p:grpSpPr>
            <p:sp>
              <p:nvSpPr>
                <p:cNvPr id="345" name="Oval 344">
                  <a:extLst>
                    <a:ext uri="{FF2B5EF4-FFF2-40B4-BE49-F238E27FC236}">
                      <a16:creationId xmlns:a16="http://schemas.microsoft.com/office/drawing/2014/main" id="{5CA9CA10-6CB9-8C4D-9798-DE3642585FBF}"/>
                    </a:ext>
                  </a:extLst>
                </p:cNvPr>
                <p:cNvSpPr/>
                <p:nvPr/>
              </p:nvSpPr>
              <p:spPr bwMode="auto">
                <a:xfrm flipV="1">
                  <a:off x="2186998" y="1690077"/>
                  <a:ext cx="1196279" cy="314880"/>
                </a:xfrm>
                <a:prstGeom prst="ellipse">
                  <a:avLst/>
                </a:prstGeom>
                <a:gradFill flip="none" rotWithShape="1">
                  <a:gsLst>
                    <a:gs pos="0">
                      <a:srgbClr val="3333CC">
                        <a:lumMod val="75000"/>
                      </a:srgbClr>
                    </a:gs>
                    <a:gs pos="31000">
                      <a:srgbClr val="3333CC">
                        <a:lumMod val="60000"/>
                        <a:lumOff val="40000"/>
                      </a:srgbClr>
                    </a:gs>
                    <a:gs pos="100000">
                      <a:srgbClr val="FFFFFF"/>
                    </a:gs>
                  </a:gsLst>
                  <a:lin ang="16200000" scaled="0"/>
                  <a:tileRect/>
                </a:gradFill>
                <a:ln w="6350"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solidFill>
                        <a:srgbClr val="000000"/>
                      </a:solidFill>
                    </a:ln>
                    <a:solidFill>
                      <a:srgbClr val="FFFFFF"/>
                    </a:solidFill>
                    <a:effectLst/>
                    <a:uLnTx/>
                    <a:uFillTx/>
                    <a:latin typeface="Gill Sans MT"/>
                    <a:ea typeface="+mn-ea"/>
                    <a:cs typeface="+mn-cs"/>
                  </a:endParaRPr>
                </a:p>
              </p:txBody>
            </p:sp>
            <p:sp>
              <p:nvSpPr>
                <p:cNvPr id="346" name="Rectangle 345">
                  <a:extLst>
                    <a:ext uri="{FF2B5EF4-FFF2-40B4-BE49-F238E27FC236}">
                      <a16:creationId xmlns:a16="http://schemas.microsoft.com/office/drawing/2014/main" id="{ED7DFE49-0AB2-5F4A-8804-D8EE2F5D8051}"/>
                    </a:ext>
                  </a:extLst>
                </p:cNvPr>
                <p:cNvSpPr/>
                <p:nvPr/>
              </p:nvSpPr>
              <p:spPr bwMode="auto">
                <a:xfrm>
                  <a:off x="2183224" y="1735060"/>
                  <a:ext cx="1200054" cy="112457"/>
                </a:xfrm>
                <a:prstGeom prst="rect">
                  <a:avLst/>
                </a:prstGeom>
                <a:gradFill rotWithShape="1">
                  <a:gsLst>
                    <a:gs pos="0">
                      <a:srgbClr val="3333CC">
                        <a:lumMod val="40000"/>
                        <a:lumOff val="60000"/>
                      </a:srgbClr>
                    </a:gs>
                    <a:gs pos="54000">
                      <a:srgbClr val="3333CC">
                        <a:lumMod val="60000"/>
                        <a:lumOff val="40000"/>
                      </a:srgbClr>
                    </a:gs>
                    <a:gs pos="100000">
                      <a:srgbClr val="3333CC">
                        <a:lumMod val="75000"/>
                      </a:srgbClr>
                    </a:gs>
                  </a:gsLst>
                  <a:lin ang="16200000" scaled="0"/>
                </a:gradFill>
                <a:ln w="25400"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sp>
              <p:nvSpPr>
                <p:cNvPr id="347" name="Oval 346">
                  <a:extLst>
                    <a:ext uri="{FF2B5EF4-FFF2-40B4-BE49-F238E27FC236}">
                      <a16:creationId xmlns:a16="http://schemas.microsoft.com/office/drawing/2014/main" id="{D9CC071E-9384-A844-AEDF-4D3D5A3D016C}"/>
                    </a:ext>
                  </a:extLst>
                </p:cNvPr>
                <p:cNvSpPr>
                  <a:spLocks noChangeArrowheads="1"/>
                </p:cNvSpPr>
                <p:nvPr/>
              </p:nvSpPr>
              <p:spPr bwMode="auto">
                <a:xfrm flipV="1">
                  <a:off x="2183224" y="1574808"/>
                  <a:ext cx="1196282" cy="314880"/>
                </a:xfrm>
                <a:prstGeom prst="ellipse">
                  <a:avLst/>
                </a:prstGeom>
                <a:solidFill>
                  <a:srgbClr val="BFBFBF"/>
                </a:solidFill>
                <a:ln w="6350">
                  <a:solidFill>
                    <a:srgbClr val="000000"/>
                  </a:solidFill>
                  <a:round/>
                  <a:headEnd/>
                  <a:tailEnd/>
                </a:ln>
                <a:effectLst>
                  <a:outerShdw blurRad="40000" dist="23000" dir="5400000" rotWithShape="0">
                    <a:srgbClr val="808080">
                      <a:alpha val="34999"/>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solidFill>
                        <a:srgbClr val="000000"/>
                      </a:solidFill>
                    </a:ln>
                    <a:solidFill>
                      <a:srgbClr val="FFFFFF"/>
                    </a:solidFill>
                    <a:effectLst/>
                    <a:uLnTx/>
                    <a:uFillTx/>
                    <a:latin typeface="Gill Sans MT"/>
                    <a:ea typeface="ＭＳ Ｐゴシック" panose="020B0600070205080204" pitchFamily="34" charset="-128"/>
                    <a:cs typeface="+mn-cs"/>
                  </a:endParaRPr>
                </a:p>
              </p:txBody>
            </p:sp>
            <p:sp>
              <p:nvSpPr>
                <p:cNvPr id="348" name="Freeform 347">
                  <a:extLst>
                    <a:ext uri="{FF2B5EF4-FFF2-40B4-BE49-F238E27FC236}">
                      <a16:creationId xmlns:a16="http://schemas.microsoft.com/office/drawing/2014/main" id="{9221CFD6-F2B1-BC4A-8685-E97AB592CAEA}"/>
                    </a:ext>
                  </a:extLst>
                </p:cNvPr>
                <p:cNvSpPr/>
                <p:nvPr/>
              </p:nvSpPr>
              <p:spPr bwMode="auto">
                <a:xfrm>
                  <a:off x="2488899" y="1670396"/>
                  <a:ext cx="584931" cy="157440"/>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sp>
              <p:nvSpPr>
                <p:cNvPr id="349" name="Freeform 348">
                  <a:extLst>
                    <a:ext uri="{FF2B5EF4-FFF2-40B4-BE49-F238E27FC236}">
                      <a16:creationId xmlns:a16="http://schemas.microsoft.com/office/drawing/2014/main" id="{E1EB2301-9912-744E-B205-5948ED836C1B}"/>
                    </a:ext>
                  </a:extLst>
                </p:cNvPr>
                <p:cNvSpPr>
                  <a:spLocks/>
                </p:cNvSpPr>
                <p:nvPr/>
              </p:nvSpPr>
              <p:spPr bwMode="auto">
                <a:xfrm>
                  <a:off x="2428519" y="1631037"/>
                  <a:ext cx="705691" cy="109646"/>
                </a:xfrm>
                <a:custGeom>
                  <a:avLst/>
                  <a:gdLst>
                    <a:gd name="T0" fmla="*/ 0 w 3723451"/>
                    <a:gd name="T1" fmla="*/ 26825 h 932950"/>
                    <a:gd name="T2" fmla="*/ 124171 w 3723451"/>
                    <a:gd name="T3" fmla="*/ 316 h 932950"/>
                    <a:gd name="T4" fmla="*/ 351718 w 3723451"/>
                    <a:gd name="T5" fmla="*/ 61180 h 932950"/>
                    <a:gd name="T6" fmla="*/ 568801 w 3723451"/>
                    <a:gd name="T7" fmla="*/ 0 h 932950"/>
                    <a:gd name="T8" fmla="*/ 705691 w 3723451"/>
                    <a:gd name="T9" fmla="*/ 24345 h 932950"/>
                    <a:gd name="T10" fmla="*/ 603845 w 3723451"/>
                    <a:gd name="T11" fmla="*/ 54282 h 932950"/>
                    <a:gd name="T12" fmla="*/ 571055 w 3723451"/>
                    <a:gd name="T13" fmla="*/ 46211 h 932950"/>
                    <a:gd name="T14" fmla="*/ 355716 w 3723451"/>
                    <a:gd name="T15" fmla="*/ 109646 h 932950"/>
                    <a:gd name="T16" fmla="*/ 134869 w 3723451"/>
                    <a:gd name="T17" fmla="*/ 48545 h 932950"/>
                    <a:gd name="T18" fmla="*/ 99163 w 3723451"/>
                    <a:gd name="T19" fmla="*/ 55139 h 932950"/>
                    <a:gd name="T20" fmla="*/ 0 w 3723451"/>
                    <a:gd name="T21" fmla="*/ 26825 h 9329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50" name="Freeform 349">
                  <a:extLst>
                    <a:ext uri="{FF2B5EF4-FFF2-40B4-BE49-F238E27FC236}">
                      <a16:creationId xmlns:a16="http://schemas.microsoft.com/office/drawing/2014/main" id="{274D27B5-7E68-5C4D-964B-A01609731F22}"/>
                    </a:ext>
                  </a:extLst>
                </p:cNvPr>
                <p:cNvSpPr>
                  <a:spLocks/>
                </p:cNvSpPr>
                <p:nvPr/>
              </p:nvSpPr>
              <p:spPr bwMode="auto">
                <a:xfrm>
                  <a:off x="2892690" y="1723814"/>
                  <a:ext cx="256615" cy="95588"/>
                </a:xfrm>
                <a:custGeom>
                  <a:avLst/>
                  <a:gdLst>
                    <a:gd name="T0" fmla="*/ 0 w 1366596"/>
                    <a:gd name="T1" fmla="*/ 0 h 809868"/>
                    <a:gd name="T2" fmla="*/ 256615 w 1366596"/>
                    <a:gd name="T3" fmla="*/ 73863 h 809868"/>
                    <a:gd name="T4" fmla="*/ 162436 w 1366596"/>
                    <a:gd name="T5" fmla="*/ 95588 h 809868"/>
                    <a:gd name="T6" fmla="*/ 864 w 1366596"/>
                    <a:gd name="T7" fmla="*/ 50510 h 809868"/>
                    <a:gd name="T8" fmla="*/ 0 w 1366596"/>
                    <a:gd name="T9" fmla="*/ 0 h 8098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51" name="Freeform 350">
                  <a:extLst>
                    <a:ext uri="{FF2B5EF4-FFF2-40B4-BE49-F238E27FC236}">
                      <a16:creationId xmlns:a16="http://schemas.microsoft.com/office/drawing/2014/main" id="{CCCB88EE-5244-8644-B451-9B5D239AEB91}"/>
                    </a:ext>
                  </a:extLst>
                </p:cNvPr>
                <p:cNvSpPr>
                  <a:spLocks/>
                </p:cNvSpPr>
                <p:nvPr/>
              </p:nvSpPr>
              <p:spPr bwMode="auto">
                <a:xfrm>
                  <a:off x="2417196" y="1726625"/>
                  <a:ext cx="252843" cy="92778"/>
                </a:xfrm>
                <a:custGeom>
                  <a:avLst/>
                  <a:gdLst>
                    <a:gd name="T0" fmla="*/ 249391 w 1348191"/>
                    <a:gd name="T1" fmla="*/ 0 h 791462"/>
                    <a:gd name="T2" fmla="*/ 252843 w 1348191"/>
                    <a:gd name="T3" fmla="*/ 44771 h 791462"/>
                    <a:gd name="T4" fmla="*/ 91472 w 1348191"/>
                    <a:gd name="T5" fmla="*/ 92778 h 791462"/>
                    <a:gd name="T6" fmla="*/ 0 w 1348191"/>
                    <a:gd name="T7" fmla="*/ 71741 h 791462"/>
                    <a:gd name="T8" fmla="*/ 249391 w 1348191"/>
                    <a:gd name="T9" fmla="*/ 0 h 7914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8191" h="791462">
                      <a:moveTo>
                        <a:pt x="1329786" y="0"/>
                      </a:moveTo>
                      <a:lnTo>
                        <a:pt x="1348191" y="381926"/>
                      </a:lnTo>
                      <a:lnTo>
                        <a:pt x="487742" y="791462"/>
                      </a:lnTo>
                      <a:lnTo>
                        <a:pt x="0" y="612002"/>
                      </a:lnTo>
                      <a:lnTo>
                        <a:pt x="1329786" y="0"/>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cxnSp>
              <p:nvCxnSpPr>
                <p:cNvPr id="352" name="Straight Connector 351">
                  <a:extLst>
                    <a:ext uri="{FF2B5EF4-FFF2-40B4-BE49-F238E27FC236}">
                      <a16:creationId xmlns:a16="http://schemas.microsoft.com/office/drawing/2014/main" id="{4DFA4F03-E97A-1E4E-8C06-5FCF8ACB1D15}"/>
                    </a:ext>
                  </a:extLst>
                </p:cNvPr>
                <p:cNvCxnSpPr>
                  <a:cxnSpLocks noChangeShapeType="1"/>
                  <a:endCxn id="347" idx="2"/>
                </p:cNvCxnSpPr>
                <p:nvPr/>
              </p:nvCxnSpPr>
              <p:spPr bwMode="auto">
                <a:xfrm flipH="1" flipV="1">
                  <a:off x="2183224" y="1732248"/>
                  <a:ext cx="3775" cy="120892"/>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cxnSp>
              <p:nvCxnSpPr>
                <p:cNvPr id="353" name="Straight Connector 352">
                  <a:extLst>
                    <a:ext uri="{FF2B5EF4-FFF2-40B4-BE49-F238E27FC236}">
                      <a16:creationId xmlns:a16="http://schemas.microsoft.com/office/drawing/2014/main" id="{8A9EDB0B-D51F-9C4D-A606-035EEB4B8D26}"/>
                    </a:ext>
                  </a:extLst>
                </p:cNvPr>
                <p:cNvCxnSpPr>
                  <a:cxnSpLocks noChangeShapeType="1"/>
                </p:cNvCxnSpPr>
                <p:nvPr/>
              </p:nvCxnSpPr>
              <p:spPr bwMode="auto">
                <a:xfrm flipH="1" flipV="1">
                  <a:off x="3379505" y="1729437"/>
                  <a:ext cx="3773" cy="120890"/>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grpSp>
        </p:grpSp>
        <p:grpSp>
          <p:nvGrpSpPr>
            <p:cNvPr id="296" name="Group 20">
              <a:extLst>
                <a:ext uri="{FF2B5EF4-FFF2-40B4-BE49-F238E27FC236}">
                  <a16:creationId xmlns:a16="http://schemas.microsoft.com/office/drawing/2014/main" id="{7B3927DE-D2D4-0549-B6FC-DB36E97AF650}"/>
                </a:ext>
              </a:extLst>
            </p:cNvPr>
            <p:cNvGrpSpPr>
              <a:grpSpLocks/>
            </p:cNvGrpSpPr>
            <p:nvPr/>
          </p:nvGrpSpPr>
          <p:grpSpPr bwMode="auto">
            <a:xfrm>
              <a:off x="5491163" y="3179295"/>
              <a:ext cx="522287" cy="1824505"/>
              <a:chOff x="5491163" y="3179295"/>
              <a:chExt cx="522287" cy="1824505"/>
            </a:xfrm>
          </p:grpSpPr>
          <p:sp>
            <p:nvSpPr>
              <p:cNvPr id="318" name="Rectangle 317">
                <a:extLst>
                  <a:ext uri="{FF2B5EF4-FFF2-40B4-BE49-F238E27FC236}">
                    <a16:creationId xmlns:a16="http://schemas.microsoft.com/office/drawing/2014/main" id="{94693F99-2D5B-7E44-B2D3-365FDA0CFBDB}"/>
                  </a:ext>
                </a:extLst>
              </p:cNvPr>
              <p:cNvSpPr/>
              <p:nvPr/>
            </p:nvSpPr>
            <p:spPr bwMode="auto">
              <a:xfrm rot="10800000">
                <a:off x="5498044" y="3266845"/>
                <a:ext cx="498349" cy="325689"/>
              </a:xfrm>
              <a:prstGeom prst="rect">
                <a:avLst/>
              </a:prstGeom>
              <a:gradFill rotWithShape="1">
                <a:gsLst>
                  <a:gs pos="1000">
                    <a:srgbClr val="3333CC">
                      <a:lumMod val="75000"/>
                      <a:alpha val="62000"/>
                    </a:srgbClr>
                  </a:gs>
                  <a:gs pos="54000">
                    <a:srgbClr val="3333CC">
                      <a:lumMod val="60000"/>
                      <a:lumOff val="40000"/>
                    </a:srgbClr>
                  </a:gs>
                  <a:gs pos="100000">
                    <a:srgbClr val="FFFFFF"/>
                  </a:gs>
                </a:gsLst>
                <a:lin ang="16200000" scaled="0"/>
              </a:gra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cxnSp>
            <p:nvCxnSpPr>
              <p:cNvPr id="319" name="Straight Connector 318">
                <a:extLst>
                  <a:ext uri="{FF2B5EF4-FFF2-40B4-BE49-F238E27FC236}">
                    <a16:creationId xmlns:a16="http://schemas.microsoft.com/office/drawing/2014/main" id="{0BE62149-301B-CD40-877F-421A14409479}"/>
                  </a:ext>
                </a:extLst>
              </p:cNvPr>
              <p:cNvCxnSpPr>
                <a:stCxn id="327" idx="6"/>
              </p:cNvCxnSpPr>
              <p:nvPr/>
            </p:nvCxnSpPr>
            <p:spPr bwMode="auto">
              <a:xfrm>
                <a:off x="6004011" y="3267530"/>
                <a:ext cx="6349" cy="1582486"/>
              </a:xfrm>
              <a:prstGeom prst="line">
                <a:avLst/>
              </a:prstGeom>
              <a:noFill/>
              <a:ln w="3175" cap="flat" cmpd="sng" algn="ctr">
                <a:solidFill>
                  <a:srgbClr val="000000"/>
                </a:solidFill>
                <a:prstDash val="sysDash"/>
              </a:ln>
              <a:effectLst/>
            </p:spPr>
          </p:cxnSp>
          <p:pic>
            <p:nvPicPr>
              <p:cNvPr id="320" name="Picture 469" descr="router_top.png">
                <a:extLst>
                  <a:ext uri="{FF2B5EF4-FFF2-40B4-BE49-F238E27FC236}">
                    <a16:creationId xmlns:a16="http://schemas.microsoft.com/office/drawing/2014/main" id="{DD59AE55-8859-5841-B6AC-641E9B1FF769}"/>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491163" y="3206725"/>
                <a:ext cx="522287" cy="2204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321" name="Group 471">
                <a:extLst>
                  <a:ext uri="{FF2B5EF4-FFF2-40B4-BE49-F238E27FC236}">
                    <a16:creationId xmlns:a16="http://schemas.microsoft.com/office/drawing/2014/main" id="{387A8315-A9E2-CD41-9540-BE22EB264718}"/>
                  </a:ext>
                </a:extLst>
              </p:cNvPr>
              <p:cNvGrpSpPr>
                <a:grpSpLocks/>
              </p:cNvGrpSpPr>
              <p:nvPr/>
            </p:nvGrpSpPr>
            <p:grpSpPr bwMode="auto">
              <a:xfrm>
                <a:off x="5502167" y="4781999"/>
                <a:ext cx="507858" cy="221801"/>
                <a:chOff x="4128636" y="3606589"/>
                <a:chExt cx="568145" cy="338667"/>
              </a:xfrm>
            </p:grpSpPr>
            <p:sp>
              <p:nvSpPr>
                <p:cNvPr id="334" name="Oval 333">
                  <a:extLst>
                    <a:ext uri="{FF2B5EF4-FFF2-40B4-BE49-F238E27FC236}">
                      <a16:creationId xmlns:a16="http://schemas.microsoft.com/office/drawing/2014/main" id="{5439A4FE-DB6E-D74D-95B5-D1F4AE9642E7}"/>
                    </a:ext>
                  </a:extLst>
                </p:cNvPr>
                <p:cNvSpPr/>
                <p:nvPr/>
              </p:nvSpPr>
              <p:spPr>
                <a:xfrm>
                  <a:off x="4128900" y="3720139"/>
                  <a:ext cx="568256" cy="225391"/>
                </a:xfrm>
                <a:prstGeom prst="ellipse">
                  <a:avLst/>
                </a:prstGeom>
                <a:solidFill>
                  <a:srgbClr val="3333CC">
                    <a:lumMod val="75000"/>
                  </a:srgbClr>
                </a:solidFill>
                <a:ln w="6350" cap="flat" cmpd="sng" algn="ctr">
                  <a:solidFill>
                    <a:srgbClr val="000000"/>
                  </a:solid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sp>
              <p:nvSpPr>
                <p:cNvPr id="335" name="Rectangle 334">
                  <a:extLst>
                    <a:ext uri="{FF2B5EF4-FFF2-40B4-BE49-F238E27FC236}">
                      <a16:creationId xmlns:a16="http://schemas.microsoft.com/office/drawing/2014/main" id="{FA27B6FA-AB40-0D4B-BBE7-6000E55B03D1}"/>
                    </a:ext>
                  </a:extLst>
                </p:cNvPr>
                <p:cNvSpPr/>
                <p:nvPr/>
              </p:nvSpPr>
              <p:spPr>
                <a:xfrm>
                  <a:off x="4128900" y="3720139"/>
                  <a:ext cx="568256" cy="111484"/>
                </a:xfrm>
                <a:prstGeom prst="rect">
                  <a:avLst/>
                </a:prstGeom>
                <a:solidFill>
                  <a:srgbClr val="3333CC">
                    <a:lumMod val="75000"/>
                  </a:srgbClr>
                </a:soli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sp>
              <p:nvSpPr>
                <p:cNvPr id="336" name="Oval 335">
                  <a:extLst>
                    <a:ext uri="{FF2B5EF4-FFF2-40B4-BE49-F238E27FC236}">
                      <a16:creationId xmlns:a16="http://schemas.microsoft.com/office/drawing/2014/main" id="{C6FD79C0-1B1A-AB4A-A3BD-6514A1F64FCB}"/>
                    </a:ext>
                  </a:extLst>
                </p:cNvPr>
                <p:cNvSpPr/>
                <p:nvPr/>
              </p:nvSpPr>
              <p:spPr>
                <a:xfrm>
                  <a:off x="4128900" y="3606230"/>
                  <a:ext cx="568256" cy="225392"/>
                </a:xfrm>
                <a:prstGeom prst="ellipse">
                  <a:avLst/>
                </a:prstGeom>
                <a:solidFill>
                  <a:srgbClr val="3333CC">
                    <a:lumMod val="40000"/>
                    <a:lumOff val="60000"/>
                    <a:alpha val="55000"/>
                  </a:srgbClr>
                </a:soli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cxnSp>
              <p:nvCxnSpPr>
                <p:cNvPr id="337" name="Straight Connector 336">
                  <a:extLst>
                    <a:ext uri="{FF2B5EF4-FFF2-40B4-BE49-F238E27FC236}">
                      <a16:creationId xmlns:a16="http://schemas.microsoft.com/office/drawing/2014/main" id="{C730D6A9-51D0-864D-9F88-3CA108609D03}"/>
                    </a:ext>
                  </a:extLst>
                </p:cNvPr>
                <p:cNvCxnSpPr/>
                <p:nvPr/>
              </p:nvCxnSpPr>
              <p:spPr>
                <a:xfrm>
                  <a:off x="4697156" y="3720139"/>
                  <a:ext cx="0" cy="111484"/>
                </a:xfrm>
                <a:prstGeom prst="line">
                  <a:avLst/>
                </a:prstGeom>
                <a:noFill/>
                <a:ln w="6350" cap="flat" cmpd="sng" algn="ctr">
                  <a:solidFill>
                    <a:srgbClr val="000000"/>
                  </a:solidFill>
                  <a:prstDash val="solid"/>
                </a:ln>
                <a:effectLst/>
              </p:spPr>
            </p:cxnSp>
            <p:cxnSp>
              <p:nvCxnSpPr>
                <p:cNvPr id="338" name="Straight Connector 337">
                  <a:extLst>
                    <a:ext uri="{FF2B5EF4-FFF2-40B4-BE49-F238E27FC236}">
                      <a16:creationId xmlns:a16="http://schemas.microsoft.com/office/drawing/2014/main" id="{41EA4558-0D04-634B-A8B0-CAB6FB1D2028}"/>
                    </a:ext>
                  </a:extLst>
                </p:cNvPr>
                <p:cNvCxnSpPr/>
                <p:nvPr/>
              </p:nvCxnSpPr>
              <p:spPr>
                <a:xfrm>
                  <a:off x="4128900" y="3720139"/>
                  <a:ext cx="0" cy="111484"/>
                </a:xfrm>
                <a:prstGeom prst="line">
                  <a:avLst/>
                </a:prstGeom>
                <a:noFill/>
                <a:ln w="6350" cap="flat" cmpd="sng" algn="ctr">
                  <a:solidFill>
                    <a:srgbClr val="000000"/>
                  </a:solidFill>
                  <a:prstDash val="solid"/>
                </a:ln>
                <a:effectLst/>
              </p:spPr>
            </p:cxnSp>
          </p:grpSp>
          <p:sp>
            <p:nvSpPr>
              <p:cNvPr id="322" name="Rectangle 321">
                <a:extLst>
                  <a:ext uri="{FF2B5EF4-FFF2-40B4-BE49-F238E27FC236}">
                    <a16:creationId xmlns:a16="http://schemas.microsoft.com/office/drawing/2014/main" id="{3670DAE7-C167-BA4B-9FB3-842EEBB6E0BC}"/>
                  </a:ext>
                </a:extLst>
              </p:cNvPr>
              <p:cNvSpPr/>
              <p:nvPr/>
            </p:nvSpPr>
            <p:spPr bwMode="auto">
              <a:xfrm>
                <a:off x="5507166" y="3694500"/>
                <a:ext cx="498433" cy="1165040"/>
              </a:xfrm>
              <a:prstGeom prst="rect">
                <a:avLst/>
              </a:prstGeom>
              <a:gradFill rotWithShape="1">
                <a:gsLst>
                  <a:gs pos="0">
                    <a:srgbClr val="3333CC">
                      <a:lumMod val="60000"/>
                      <a:lumOff val="40000"/>
                    </a:srgbClr>
                  </a:gs>
                  <a:gs pos="100000">
                    <a:srgbClr val="FFFFFF"/>
                  </a:gs>
                </a:gsLst>
                <a:lin ang="16200000" scaled="0"/>
              </a:gra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cxnSp>
            <p:nvCxnSpPr>
              <p:cNvPr id="323" name="Straight Connector 322">
                <a:extLst>
                  <a:ext uri="{FF2B5EF4-FFF2-40B4-BE49-F238E27FC236}">
                    <a16:creationId xmlns:a16="http://schemas.microsoft.com/office/drawing/2014/main" id="{FDAD1200-F8CD-4C4C-B862-839CDCE380A4}"/>
                  </a:ext>
                </a:extLst>
              </p:cNvPr>
              <p:cNvCxnSpPr>
                <a:stCxn id="320" idx="1"/>
              </p:cNvCxnSpPr>
              <p:nvPr/>
            </p:nvCxnSpPr>
            <p:spPr bwMode="auto">
              <a:xfrm>
                <a:off x="5491292" y="3316735"/>
                <a:ext cx="6349" cy="1633277"/>
              </a:xfrm>
              <a:prstGeom prst="line">
                <a:avLst/>
              </a:prstGeom>
              <a:noFill/>
              <a:ln w="3175" cap="flat" cmpd="sng" algn="ctr">
                <a:solidFill>
                  <a:srgbClr val="000000"/>
                </a:solidFill>
                <a:prstDash val="sysDash"/>
              </a:ln>
              <a:effectLst/>
            </p:spPr>
          </p:cxnSp>
          <p:grpSp>
            <p:nvGrpSpPr>
              <p:cNvPr id="324" name="Group 485">
                <a:extLst>
                  <a:ext uri="{FF2B5EF4-FFF2-40B4-BE49-F238E27FC236}">
                    <a16:creationId xmlns:a16="http://schemas.microsoft.com/office/drawing/2014/main" id="{A6200FD6-2FAC-504D-AC15-41C2E0E5FE4E}"/>
                  </a:ext>
                </a:extLst>
              </p:cNvPr>
              <p:cNvGrpSpPr>
                <a:grpSpLocks/>
              </p:cNvGrpSpPr>
              <p:nvPr/>
            </p:nvGrpSpPr>
            <p:grpSpPr bwMode="auto">
              <a:xfrm>
                <a:off x="5500688" y="3179295"/>
                <a:ext cx="504825" cy="242888"/>
                <a:chOff x="2183302" y="1574638"/>
                <a:chExt cx="1200154" cy="430218"/>
              </a:xfrm>
            </p:grpSpPr>
            <p:sp>
              <p:nvSpPr>
                <p:cNvPr id="325" name="Oval 324">
                  <a:extLst>
                    <a:ext uri="{FF2B5EF4-FFF2-40B4-BE49-F238E27FC236}">
                      <a16:creationId xmlns:a16="http://schemas.microsoft.com/office/drawing/2014/main" id="{ECDA45FA-C7C9-1D42-AD17-0A94B356D9C2}"/>
                    </a:ext>
                  </a:extLst>
                </p:cNvPr>
                <p:cNvSpPr/>
                <p:nvPr/>
              </p:nvSpPr>
              <p:spPr bwMode="auto">
                <a:xfrm flipV="1">
                  <a:off x="2187379" y="1688754"/>
                  <a:ext cx="1196279" cy="314880"/>
                </a:xfrm>
                <a:prstGeom prst="ellipse">
                  <a:avLst/>
                </a:prstGeom>
                <a:gradFill flip="none" rotWithShape="1">
                  <a:gsLst>
                    <a:gs pos="0">
                      <a:srgbClr val="3333CC">
                        <a:lumMod val="75000"/>
                      </a:srgbClr>
                    </a:gs>
                    <a:gs pos="31000">
                      <a:srgbClr val="3333CC">
                        <a:lumMod val="60000"/>
                        <a:lumOff val="40000"/>
                      </a:srgbClr>
                    </a:gs>
                    <a:gs pos="100000">
                      <a:srgbClr val="FFFFFF"/>
                    </a:gs>
                  </a:gsLst>
                  <a:lin ang="16200000" scaled="0"/>
                  <a:tileRect/>
                </a:gradFill>
                <a:ln w="6350"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solidFill>
                        <a:srgbClr val="000000"/>
                      </a:solidFill>
                    </a:ln>
                    <a:solidFill>
                      <a:srgbClr val="FFFFFF"/>
                    </a:solidFill>
                    <a:effectLst/>
                    <a:uLnTx/>
                    <a:uFillTx/>
                    <a:latin typeface="Gill Sans MT"/>
                    <a:ea typeface="+mn-ea"/>
                    <a:cs typeface="+mn-cs"/>
                  </a:endParaRPr>
                </a:p>
              </p:txBody>
            </p:sp>
            <p:sp>
              <p:nvSpPr>
                <p:cNvPr id="326" name="Rectangle 325">
                  <a:extLst>
                    <a:ext uri="{FF2B5EF4-FFF2-40B4-BE49-F238E27FC236}">
                      <a16:creationId xmlns:a16="http://schemas.microsoft.com/office/drawing/2014/main" id="{66DEE6E1-40E6-CC4A-9BD2-12B0FC5617F6}"/>
                    </a:ext>
                  </a:extLst>
                </p:cNvPr>
                <p:cNvSpPr/>
                <p:nvPr/>
              </p:nvSpPr>
              <p:spPr bwMode="auto">
                <a:xfrm>
                  <a:off x="2183606" y="1733737"/>
                  <a:ext cx="1200052" cy="112457"/>
                </a:xfrm>
                <a:prstGeom prst="rect">
                  <a:avLst/>
                </a:prstGeom>
                <a:gradFill rotWithShape="1">
                  <a:gsLst>
                    <a:gs pos="0">
                      <a:srgbClr val="3333CC">
                        <a:lumMod val="40000"/>
                        <a:lumOff val="60000"/>
                      </a:srgbClr>
                    </a:gs>
                    <a:gs pos="54000">
                      <a:srgbClr val="3333CC">
                        <a:lumMod val="60000"/>
                        <a:lumOff val="40000"/>
                      </a:srgbClr>
                    </a:gs>
                    <a:gs pos="100000">
                      <a:srgbClr val="3333CC">
                        <a:lumMod val="75000"/>
                      </a:srgbClr>
                    </a:gs>
                  </a:gsLst>
                  <a:lin ang="16200000" scaled="0"/>
                </a:gradFill>
                <a:ln w="25400"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sp>
              <p:nvSpPr>
                <p:cNvPr id="327" name="Oval 326">
                  <a:extLst>
                    <a:ext uri="{FF2B5EF4-FFF2-40B4-BE49-F238E27FC236}">
                      <a16:creationId xmlns:a16="http://schemas.microsoft.com/office/drawing/2014/main" id="{3B2579C2-CFB4-C243-A571-87CC47767059}"/>
                    </a:ext>
                  </a:extLst>
                </p:cNvPr>
                <p:cNvSpPr>
                  <a:spLocks noChangeArrowheads="1"/>
                </p:cNvSpPr>
                <p:nvPr/>
              </p:nvSpPr>
              <p:spPr bwMode="auto">
                <a:xfrm flipV="1">
                  <a:off x="2183606" y="1573485"/>
                  <a:ext cx="1196277" cy="314880"/>
                </a:xfrm>
                <a:prstGeom prst="ellipse">
                  <a:avLst/>
                </a:prstGeom>
                <a:solidFill>
                  <a:srgbClr val="BFBFBF"/>
                </a:solidFill>
                <a:ln w="6350">
                  <a:solidFill>
                    <a:srgbClr val="000000"/>
                  </a:solidFill>
                  <a:round/>
                  <a:headEnd/>
                  <a:tailEnd/>
                </a:ln>
                <a:effectLst>
                  <a:outerShdw blurRad="40000" dist="23000" dir="5400000" rotWithShape="0">
                    <a:srgbClr val="808080">
                      <a:alpha val="34999"/>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solidFill>
                        <a:srgbClr val="000000"/>
                      </a:solidFill>
                    </a:ln>
                    <a:solidFill>
                      <a:srgbClr val="FFFFFF"/>
                    </a:solidFill>
                    <a:effectLst/>
                    <a:uLnTx/>
                    <a:uFillTx/>
                    <a:latin typeface="Gill Sans MT"/>
                    <a:ea typeface="ＭＳ Ｐゴシック" panose="020B0600070205080204" pitchFamily="34" charset="-128"/>
                    <a:cs typeface="+mn-cs"/>
                  </a:endParaRPr>
                </a:p>
              </p:txBody>
            </p:sp>
            <p:sp>
              <p:nvSpPr>
                <p:cNvPr id="328" name="Freeform 327">
                  <a:extLst>
                    <a:ext uri="{FF2B5EF4-FFF2-40B4-BE49-F238E27FC236}">
                      <a16:creationId xmlns:a16="http://schemas.microsoft.com/office/drawing/2014/main" id="{8C20CAF5-F7F2-8C4F-BF4C-8061B2C174B5}"/>
                    </a:ext>
                  </a:extLst>
                </p:cNvPr>
                <p:cNvSpPr/>
                <p:nvPr/>
              </p:nvSpPr>
              <p:spPr bwMode="auto">
                <a:xfrm>
                  <a:off x="2489279" y="1669074"/>
                  <a:ext cx="584932" cy="157440"/>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sp>
              <p:nvSpPr>
                <p:cNvPr id="329" name="Freeform 328">
                  <a:extLst>
                    <a:ext uri="{FF2B5EF4-FFF2-40B4-BE49-F238E27FC236}">
                      <a16:creationId xmlns:a16="http://schemas.microsoft.com/office/drawing/2014/main" id="{751DAB4D-7078-0843-8893-ECF4AEBB832A}"/>
                    </a:ext>
                  </a:extLst>
                </p:cNvPr>
                <p:cNvSpPr>
                  <a:spLocks/>
                </p:cNvSpPr>
                <p:nvPr/>
              </p:nvSpPr>
              <p:spPr bwMode="auto">
                <a:xfrm>
                  <a:off x="2428899" y="1629714"/>
                  <a:ext cx="705692" cy="109646"/>
                </a:xfrm>
                <a:custGeom>
                  <a:avLst/>
                  <a:gdLst>
                    <a:gd name="T0" fmla="*/ 0 w 3723451"/>
                    <a:gd name="T1" fmla="*/ 26825 h 932950"/>
                    <a:gd name="T2" fmla="*/ 124172 w 3723451"/>
                    <a:gd name="T3" fmla="*/ 316 h 932950"/>
                    <a:gd name="T4" fmla="*/ 351719 w 3723451"/>
                    <a:gd name="T5" fmla="*/ 61180 h 932950"/>
                    <a:gd name="T6" fmla="*/ 568801 w 3723451"/>
                    <a:gd name="T7" fmla="*/ 0 h 932950"/>
                    <a:gd name="T8" fmla="*/ 705692 w 3723451"/>
                    <a:gd name="T9" fmla="*/ 24345 h 932950"/>
                    <a:gd name="T10" fmla="*/ 603846 w 3723451"/>
                    <a:gd name="T11" fmla="*/ 54282 h 932950"/>
                    <a:gd name="T12" fmla="*/ 571056 w 3723451"/>
                    <a:gd name="T13" fmla="*/ 46211 h 932950"/>
                    <a:gd name="T14" fmla="*/ 355717 w 3723451"/>
                    <a:gd name="T15" fmla="*/ 109646 h 932950"/>
                    <a:gd name="T16" fmla="*/ 134869 w 3723451"/>
                    <a:gd name="T17" fmla="*/ 48545 h 932950"/>
                    <a:gd name="T18" fmla="*/ 99163 w 3723451"/>
                    <a:gd name="T19" fmla="*/ 55139 h 932950"/>
                    <a:gd name="T20" fmla="*/ 0 w 3723451"/>
                    <a:gd name="T21" fmla="*/ 26825 h 9329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30" name="Freeform 329">
                  <a:extLst>
                    <a:ext uri="{FF2B5EF4-FFF2-40B4-BE49-F238E27FC236}">
                      <a16:creationId xmlns:a16="http://schemas.microsoft.com/office/drawing/2014/main" id="{49F08601-D11A-7246-97C4-4796E28716C2}"/>
                    </a:ext>
                  </a:extLst>
                </p:cNvPr>
                <p:cNvSpPr>
                  <a:spLocks/>
                </p:cNvSpPr>
                <p:nvPr/>
              </p:nvSpPr>
              <p:spPr bwMode="auto">
                <a:xfrm>
                  <a:off x="2893071" y="1722492"/>
                  <a:ext cx="256615" cy="95588"/>
                </a:xfrm>
                <a:custGeom>
                  <a:avLst/>
                  <a:gdLst>
                    <a:gd name="T0" fmla="*/ 0 w 1366596"/>
                    <a:gd name="T1" fmla="*/ 0 h 809868"/>
                    <a:gd name="T2" fmla="*/ 256615 w 1366596"/>
                    <a:gd name="T3" fmla="*/ 73863 h 809868"/>
                    <a:gd name="T4" fmla="*/ 162436 w 1366596"/>
                    <a:gd name="T5" fmla="*/ 95588 h 809868"/>
                    <a:gd name="T6" fmla="*/ 864 w 1366596"/>
                    <a:gd name="T7" fmla="*/ 50510 h 809868"/>
                    <a:gd name="T8" fmla="*/ 0 w 1366596"/>
                    <a:gd name="T9" fmla="*/ 0 h 8098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31" name="Freeform 330">
                  <a:extLst>
                    <a:ext uri="{FF2B5EF4-FFF2-40B4-BE49-F238E27FC236}">
                      <a16:creationId xmlns:a16="http://schemas.microsoft.com/office/drawing/2014/main" id="{0F35FC16-0782-6242-8A31-B2C90A57D832}"/>
                    </a:ext>
                  </a:extLst>
                </p:cNvPr>
                <p:cNvSpPr>
                  <a:spLocks/>
                </p:cNvSpPr>
                <p:nvPr/>
              </p:nvSpPr>
              <p:spPr bwMode="auto">
                <a:xfrm>
                  <a:off x="2417579" y="1725302"/>
                  <a:ext cx="252840" cy="92778"/>
                </a:xfrm>
                <a:custGeom>
                  <a:avLst/>
                  <a:gdLst>
                    <a:gd name="T0" fmla="*/ 249388 w 1348191"/>
                    <a:gd name="T1" fmla="*/ 0 h 791462"/>
                    <a:gd name="T2" fmla="*/ 252840 w 1348191"/>
                    <a:gd name="T3" fmla="*/ 44771 h 791462"/>
                    <a:gd name="T4" fmla="*/ 91471 w 1348191"/>
                    <a:gd name="T5" fmla="*/ 92778 h 791462"/>
                    <a:gd name="T6" fmla="*/ 0 w 1348191"/>
                    <a:gd name="T7" fmla="*/ 71741 h 791462"/>
                    <a:gd name="T8" fmla="*/ 249388 w 1348191"/>
                    <a:gd name="T9" fmla="*/ 0 h 7914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8191" h="791462">
                      <a:moveTo>
                        <a:pt x="1329786" y="0"/>
                      </a:moveTo>
                      <a:lnTo>
                        <a:pt x="1348191" y="381926"/>
                      </a:lnTo>
                      <a:lnTo>
                        <a:pt x="487742" y="791462"/>
                      </a:lnTo>
                      <a:lnTo>
                        <a:pt x="0" y="612002"/>
                      </a:lnTo>
                      <a:lnTo>
                        <a:pt x="1329786" y="0"/>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cxnSp>
              <p:nvCxnSpPr>
                <p:cNvPr id="332" name="Straight Connector 331">
                  <a:extLst>
                    <a:ext uri="{FF2B5EF4-FFF2-40B4-BE49-F238E27FC236}">
                      <a16:creationId xmlns:a16="http://schemas.microsoft.com/office/drawing/2014/main" id="{28B38805-D14D-6F4E-9C2D-85288858DC4A}"/>
                    </a:ext>
                  </a:extLst>
                </p:cNvPr>
                <p:cNvCxnSpPr>
                  <a:cxnSpLocks noChangeShapeType="1"/>
                  <a:endCxn id="327" idx="2"/>
                </p:cNvCxnSpPr>
                <p:nvPr/>
              </p:nvCxnSpPr>
              <p:spPr bwMode="auto">
                <a:xfrm flipH="1" flipV="1">
                  <a:off x="2183606" y="1730925"/>
                  <a:ext cx="3773" cy="120892"/>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cxnSp>
              <p:nvCxnSpPr>
                <p:cNvPr id="333" name="Straight Connector 332">
                  <a:extLst>
                    <a:ext uri="{FF2B5EF4-FFF2-40B4-BE49-F238E27FC236}">
                      <a16:creationId xmlns:a16="http://schemas.microsoft.com/office/drawing/2014/main" id="{839A4B18-24F7-8748-BABF-156684EACDA2}"/>
                    </a:ext>
                  </a:extLst>
                </p:cNvPr>
                <p:cNvCxnSpPr>
                  <a:cxnSpLocks noChangeShapeType="1"/>
                </p:cNvCxnSpPr>
                <p:nvPr/>
              </p:nvCxnSpPr>
              <p:spPr bwMode="auto">
                <a:xfrm flipH="1" flipV="1">
                  <a:off x="3379883" y="1728114"/>
                  <a:ext cx="3775" cy="120890"/>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grpSp>
        </p:grpSp>
        <p:grpSp>
          <p:nvGrpSpPr>
            <p:cNvPr id="297" name="Group 21">
              <a:extLst>
                <a:ext uri="{FF2B5EF4-FFF2-40B4-BE49-F238E27FC236}">
                  <a16:creationId xmlns:a16="http://schemas.microsoft.com/office/drawing/2014/main" id="{9CDA8888-DE9C-FA48-880D-EF852C6370C1}"/>
                </a:ext>
              </a:extLst>
            </p:cNvPr>
            <p:cNvGrpSpPr>
              <a:grpSpLocks/>
            </p:cNvGrpSpPr>
            <p:nvPr/>
          </p:nvGrpSpPr>
          <p:grpSpPr bwMode="auto">
            <a:xfrm>
              <a:off x="6472366" y="2647932"/>
              <a:ext cx="522159" cy="2354282"/>
              <a:chOff x="6472366" y="2647932"/>
              <a:chExt cx="522159" cy="2354282"/>
            </a:xfrm>
          </p:grpSpPr>
          <p:sp>
            <p:nvSpPr>
              <p:cNvPr id="298" name="Rectangle 297">
                <a:extLst>
                  <a:ext uri="{FF2B5EF4-FFF2-40B4-BE49-F238E27FC236}">
                    <a16:creationId xmlns:a16="http://schemas.microsoft.com/office/drawing/2014/main" id="{995D8FCE-884F-0F40-A676-D4D29F8E694C}"/>
                  </a:ext>
                </a:extLst>
              </p:cNvPr>
              <p:cNvSpPr/>
              <p:nvPr/>
            </p:nvSpPr>
            <p:spPr bwMode="auto">
              <a:xfrm rot="10800000">
                <a:off x="6482296" y="2777838"/>
                <a:ext cx="498349" cy="722037"/>
              </a:xfrm>
              <a:prstGeom prst="rect">
                <a:avLst/>
              </a:prstGeom>
              <a:gradFill rotWithShape="1">
                <a:gsLst>
                  <a:gs pos="0">
                    <a:srgbClr val="3333CC">
                      <a:lumMod val="60000"/>
                      <a:lumOff val="40000"/>
                    </a:srgbClr>
                  </a:gs>
                  <a:gs pos="100000">
                    <a:srgbClr val="FFFFFF"/>
                  </a:gs>
                </a:gsLst>
                <a:lin ang="16200000" scaled="0"/>
              </a:gra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cxnSp>
            <p:nvCxnSpPr>
              <p:cNvPr id="299" name="Straight Connector 298">
                <a:extLst>
                  <a:ext uri="{FF2B5EF4-FFF2-40B4-BE49-F238E27FC236}">
                    <a16:creationId xmlns:a16="http://schemas.microsoft.com/office/drawing/2014/main" id="{316D5606-0146-DC48-97E2-18F369EDE031}"/>
                  </a:ext>
                </a:extLst>
              </p:cNvPr>
              <p:cNvCxnSpPr/>
              <p:nvPr/>
            </p:nvCxnSpPr>
            <p:spPr bwMode="auto">
              <a:xfrm>
                <a:off x="6994528" y="2846910"/>
                <a:ext cx="0" cy="1998345"/>
              </a:xfrm>
              <a:prstGeom prst="line">
                <a:avLst/>
              </a:prstGeom>
              <a:noFill/>
              <a:ln w="3175" cap="flat" cmpd="sng" algn="ctr">
                <a:solidFill>
                  <a:srgbClr val="000000"/>
                </a:solidFill>
                <a:prstDash val="sysDash"/>
              </a:ln>
              <a:effectLst/>
            </p:spPr>
          </p:cxnSp>
          <p:grpSp>
            <p:nvGrpSpPr>
              <p:cNvPr id="300" name="Group 500">
                <a:extLst>
                  <a:ext uri="{FF2B5EF4-FFF2-40B4-BE49-F238E27FC236}">
                    <a16:creationId xmlns:a16="http://schemas.microsoft.com/office/drawing/2014/main" id="{AA425C1A-E91E-6E4A-A356-24012E642772}"/>
                  </a:ext>
                </a:extLst>
              </p:cNvPr>
              <p:cNvGrpSpPr>
                <a:grpSpLocks/>
              </p:cNvGrpSpPr>
              <p:nvPr/>
            </p:nvGrpSpPr>
            <p:grpSpPr bwMode="auto">
              <a:xfrm>
                <a:off x="6486417" y="4766099"/>
                <a:ext cx="507858" cy="236115"/>
                <a:chOff x="4128636" y="3606589"/>
                <a:chExt cx="568145" cy="338667"/>
              </a:xfrm>
            </p:grpSpPr>
            <p:sp>
              <p:nvSpPr>
                <p:cNvPr id="313" name="Oval 312">
                  <a:extLst>
                    <a:ext uri="{FF2B5EF4-FFF2-40B4-BE49-F238E27FC236}">
                      <a16:creationId xmlns:a16="http://schemas.microsoft.com/office/drawing/2014/main" id="{16CAB2BE-001A-5849-8EFC-BF1C74D20DA6}"/>
                    </a:ext>
                  </a:extLst>
                </p:cNvPr>
                <p:cNvSpPr/>
                <p:nvPr/>
              </p:nvSpPr>
              <p:spPr>
                <a:xfrm>
                  <a:off x="4128808" y="3720125"/>
                  <a:ext cx="568256" cy="225387"/>
                </a:xfrm>
                <a:prstGeom prst="ellipse">
                  <a:avLst/>
                </a:prstGeom>
                <a:solidFill>
                  <a:srgbClr val="3333CC">
                    <a:lumMod val="75000"/>
                  </a:srgbClr>
                </a:solidFill>
                <a:ln w="6350" cap="flat" cmpd="sng" algn="ctr">
                  <a:solidFill>
                    <a:srgbClr val="000000"/>
                  </a:solid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sp>
              <p:nvSpPr>
                <p:cNvPr id="314" name="Rectangle 313">
                  <a:extLst>
                    <a:ext uri="{FF2B5EF4-FFF2-40B4-BE49-F238E27FC236}">
                      <a16:creationId xmlns:a16="http://schemas.microsoft.com/office/drawing/2014/main" id="{ED3C727A-F086-5345-9D90-47A10FCD45F2}"/>
                    </a:ext>
                  </a:extLst>
                </p:cNvPr>
                <p:cNvSpPr/>
                <p:nvPr/>
              </p:nvSpPr>
              <p:spPr>
                <a:xfrm>
                  <a:off x="4128808" y="3720125"/>
                  <a:ext cx="568256" cy="111556"/>
                </a:xfrm>
                <a:prstGeom prst="rect">
                  <a:avLst/>
                </a:prstGeom>
                <a:solidFill>
                  <a:srgbClr val="3333CC">
                    <a:lumMod val="75000"/>
                  </a:srgbClr>
                </a:soli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sp>
              <p:nvSpPr>
                <p:cNvPr id="315" name="Oval 314">
                  <a:extLst>
                    <a:ext uri="{FF2B5EF4-FFF2-40B4-BE49-F238E27FC236}">
                      <a16:creationId xmlns:a16="http://schemas.microsoft.com/office/drawing/2014/main" id="{49C1B443-F565-5F4C-B75C-09F669AC3DE7}"/>
                    </a:ext>
                  </a:extLst>
                </p:cNvPr>
                <p:cNvSpPr/>
                <p:nvPr/>
              </p:nvSpPr>
              <p:spPr>
                <a:xfrm>
                  <a:off x="4128808" y="3606294"/>
                  <a:ext cx="568256" cy="225387"/>
                </a:xfrm>
                <a:prstGeom prst="ellipse">
                  <a:avLst/>
                </a:prstGeom>
                <a:solidFill>
                  <a:srgbClr val="3333CC">
                    <a:lumMod val="40000"/>
                    <a:lumOff val="60000"/>
                    <a:alpha val="55000"/>
                  </a:srgbClr>
                </a:soli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cxnSp>
              <p:nvCxnSpPr>
                <p:cNvPr id="316" name="Straight Connector 315">
                  <a:extLst>
                    <a:ext uri="{FF2B5EF4-FFF2-40B4-BE49-F238E27FC236}">
                      <a16:creationId xmlns:a16="http://schemas.microsoft.com/office/drawing/2014/main" id="{FBA53D70-9A4D-7E4E-AC09-D42784DF8272}"/>
                    </a:ext>
                  </a:extLst>
                </p:cNvPr>
                <p:cNvCxnSpPr/>
                <p:nvPr/>
              </p:nvCxnSpPr>
              <p:spPr>
                <a:xfrm>
                  <a:off x="4697064" y="3720125"/>
                  <a:ext cx="0" cy="111556"/>
                </a:xfrm>
                <a:prstGeom prst="line">
                  <a:avLst/>
                </a:prstGeom>
                <a:noFill/>
                <a:ln w="6350" cap="flat" cmpd="sng" algn="ctr">
                  <a:solidFill>
                    <a:srgbClr val="000000"/>
                  </a:solidFill>
                  <a:prstDash val="solid"/>
                </a:ln>
                <a:effectLst/>
              </p:spPr>
            </p:cxnSp>
            <p:cxnSp>
              <p:nvCxnSpPr>
                <p:cNvPr id="317" name="Straight Connector 316">
                  <a:extLst>
                    <a:ext uri="{FF2B5EF4-FFF2-40B4-BE49-F238E27FC236}">
                      <a16:creationId xmlns:a16="http://schemas.microsoft.com/office/drawing/2014/main" id="{A5C3BEC2-90B0-8B41-88A4-351B428CAFB4}"/>
                    </a:ext>
                  </a:extLst>
                </p:cNvPr>
                <p:cNvCxnSpPr/>
                <p:nvPr/>
              </p:nvCxnSpPr>
              <p:spPr>
                <a:xfrm>
                  <a:off x="4128808" y="3720125"/>
                  <a:ext cx="0" cy="111556"/>
                </a:xfrm>
                <a:prstGeom prst="line">
                  <a:avLst/>
                </a:prstGeom>
                <a:noFill/>
                <a:ln w="6350" cap="flat" cmpd="sng" algn="ctr">
                  <a:solidFill>
                    <a:srgbClr val="000000"/>
                  </a:solidFill>
                  <a:prstDash val="solid"/>
                </a:ln>
                <a:effectLst/>
              </p:spPr>
            </p:cxnSp>
          </p:grpSp>
          <p:sp>
            <p:nvSpPr>
              <p:cNvPr id="301" name="Rectangle 300">
                <a:extLst>
                  <a:ext uri="{FF2B5EF4-FFF2-40B4-BE49-F238E27FC236}">
                    <a16:creationId xmlns:a16="http://schemas.microsoft.com/office/drawing/2014/main" id="{2309F1E7-7D26-E941-9221-C8DF0612EE28}"/>
                  </a:ext>
                </a:extLst>
              </p:cNvPr>
              <p:cNvSpPr/>
              <p:nvPr/>
            </p:nvSpPr>
            <p:spPr bwMode="auto">
              <a:xfrm>
                <a:off x="6491333" y="3610376"/>
                <a:ext cx="498433" cy="1238053"/>
              </a:xfrm>
              <a:prstGeom prst="rect">
                <a:avLst/>
              </a:prstGeom>
              <a:gradFill rotWithShape="1">
                <a:gsLst>
                  <a:gs pos="0">
                    <a:srgbClr val="3333CC">
                      <a:lumMod val="60000"/>
                      <a:lumOff val="40000"/>
                    </a:srgbClr>
                  </a:gs>
                  <a:gs pos="100000">
                    <a:srgbClr val="FFFFFF"/>
                  </a:gs>
                </a:gsLst>
                <a:lin ang="16200000" scaled="0"/>
              </a:gra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cxnSp>
            <p:nvCxnSpPr>
              <p:cNvPr id="302" name="Straight Connector 301">
                <a:extLst>
                  <a:ext uri="{FF2B5EF4-FFF2-40B4-BE49-F238E27FC236}">
                    <a16:creationId xmlns:a16="http://schemas.microsoft.com/office/drawing/2014/main" id="{9C251E47-5FE5-B64D-8E6E-2491993604B5}"/>
                  </a:ext>
                </a:extLst>
              </p:cNvPr>
              <p:cNvCxnSpPr/>
              <p:nvPr/>
            </p:nvCxnSpPr>
            <p:spPr bwMode="auto">
              <a:xfrm>
                <a:off x="6472285" y="2818340"/>
                <a:ext cx="9524" cy="2126912"/>
              </a:xfrm>
              <a:prstGeom prst="line">
                <a:avLst/>
              </a:prstGeom>
              <a:noFill/>
              <a:ln w="3175" cap="flat" cmpd="sng" algn="ctr">
                <a:solidFill>
                  <a:srgbClr val="000000"/>
                </a:solidFill>
                <a:prstDash val="sysDash"/>
              </a:ln>
              <a:effectLst/>
            </p:spPr>
          </p:cxnSp>
          <p:grpSp>
            <p:nvGrpSpPr>
              <p:cNvPr id="303" name="Group 514">
                <a:extLst>
                  <a:ext uri="{FF2B5EF4-FFF2-40B4-BE49-F238E27FC236}">
                    <a16:creationId xmlns:a16="http://schemas.microsoft.com/office/drawing/2014/main" id="{9B7D3C6F-466A-3143-9B8E-F60B2AAFD7B5}"/>
                  </a:ext>
                </a:extLst>
              </p:cNvPr>
              <p:cNvGrpSpPr>
                <a:grpSpLocks/>
              </p:cNvGrpSpPr>
              <p:nvPr/>
            </p:nvGrpSpPr>
            <p:grpSpPr bwMode="auto">
              <a:xfrm>
                <a:off x="6478146" y="2647932"/>
                <a:ext cx="504825" cy="242887"/>
                <a:chOff x="2183302" y="1574638"/>
                <a:chExt cx="1200154" cy="430218"/>
              </a:xfrm>
            </p:grpSpPr>
            <p:sp>
              <p:nvSpPr>
                <p:cNvPr id="304" name="Oval 303">
                  <a:extLst>
                    <a:ext uri="{FF2B5EF4-FFF2-40B4-BE49-F238E27FC236}">
                      <a16:creationId xmlns:a16="http://schemas.microsoft.com/office/drawing/2014/main" id="{12A307F7-5B73-2445-A2F4-C0FA1266E373}"/>
                    </a:ext>
                  </a:extLst>
                </p:cNvPr>
                <p:cNvSpPr/>
                <p:nvPr/>
              </p:nvSpPr>
              <p:spPr bwMode="auto">
                <a:xfrm flipV="1">
                  <a:off x="2188237" y="1690921"/>
                  <a:ext cx="1196279" cy="314881"/>
                </a:xfrm>
                <a:prstGeom prst="ellipse">
                  <a:avLst/>
                </a:prstGeom>
                <a:gradFill flip="none" rotWithShape="1">
                  <a:gsLst>
                    <a:gs pos="0">
                      <a:srgbClr val="3333CC">
                        <a:lumMod val="75000"/>
                      </a:srgbClr>
                    </a:gs>
                    <a:gs pos="31000">
                      <a:srgbClr val="3333CC">
                        <a:lumMod val="60000"/>
                        <a:lumOff val="40000"/>
                      </a:srgbClr>
                    </a:gs>
                    <a:gs pos="100000">
                      <a:srgbClr val="FFFFFF"/>
                    </a:gs>
                  </a:gsLst>
                  <a:lin ang="16200000" scaled="0"/>
                  <a:tileRect/>
                </a:gradFill>
                <a:ln w="6350"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solidFill>
                        <a:srgbClr val="000000"/>
                      </a:solidFill>
                    </a:ln>
                    <a:solidFill>
                      <a:srgbClr val="FFFFFF"/>
                    </a:solidFill>
                    <a:effectLst/>
                    <a:uLnTx/>
                    <a:uFillTx/>
                    <a:latin typeface="Gill Sans MT"/>
                    <a:ea typeface="+mn-ea"/>
                    <a:cs typeface="+mn-cs"/>
                  </a:endParaRPr>
                </a:p>
              </p:txBody>
            </p:sp>
            <p:sp>
              <p:nvSpPr>
                <p:cNvPr id="305" name="Rectangle 304">
                  <a:extLst>
                    <a:ext uri="{FF2B5EF4-FFF2-40B4-BE49-F238E27FC236}">
                      <a16:creationId xmlns:a16="http://schemas.microsoft.com/office/drawing/2014/main" id="{33E19D46-3715-614C-AAF4-022904355894}"/>
                    </a:ext>
                  </a:extLst>
                </p:cNvPr>
                <p:cNvSpPr/>
                <p:nvPr/>
              </p:nvSpPr>
              <p:spPr bwMode="auto">
                <a:xfrm>
                  <a:off x="2184464" y="1735904"/>
                  <a:ext cx="1200052" cy="112457"/>
                </a:xfrm>
                <a:prstGeom prst="rect">
                  <a:avLst/>
                </a:prstGeom>
                <a:gradFill rotWithShape="1">
                  <a:gsLst>
                    <a:gs pos="0">
                      <a:srgbClr val="3333CC">
                        <a:lumMod val="40000"/>
                        <a:lumOff val="60000"/>
                      </a:srgbClr>
                    </a:gs>
                    <a:gs pos="54000">
                      <a:srgbClr val="3333CC">
                        <a:lumMod val="60000"/>
                        <a:lumOff val="40000"/>
                      </a:srgbClr>
                    </a:gs>
                    <a:gs pos="100000">
                      <a:srgbClr val="3333CC">
                        <a:lumMod val="75000"/>
                      </a:srgbClr>
                    </a:gs>
                  </a:gsLst>
                  <a:lin ang="16200000" scaled="0"/>
                </a:gradFill>
                <a:ln w="25400"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sp>
              <p:nvSpPr>
                <p:cNvPr id="306" name="Oval 305">
                  <a:extLst>
                    <a:ext uri="{FF2B5EF4-FFF2-40B4-BE49-F238E27FC236}">
                      <a16:creationId xmlns:a16="http://schemas.microsoft.com/office/drawing/2014/main" id="{E55709E7-7775-884D-A34A-45191B84AF9C}"/>
                    </a:ext>
                  </a:extLst>
                </p:cNvPr>
                <p:cNvSpPr>
                  <a:spLocks noChangeArrowheads="1"/>
                </p:cNvSpPr>
                <p:nvPr/>
              </p:nvSpPr>
              <p:spPr bwMode="auto">
                <a:xfrm flipV="1">
                  <a:off x="2184464" y="1575651"/>
                  <a:ext cx="1196277" cy="314881"/>
                </a:xfrm>
                <a:prstGeom prst="ellipse">
                  <a:avLst/>
                </a:prstGeom>
                <a:solidFill>
                  <a:srgbClr val="BFBFBF"/>
                </a:solidFill>
                <a:ln w="6350">
                  <a:solidFill>
                    <a:srgbClr val="000000"/>
                  </a:solidFill>
                  <a:round/>
                  <a:headEnd/>
                  <a:tailEnd/>
                </a:ln>
                <a:effectLst>
                  <a:outerShdw blurRad="40000" dist="23000" dir="5400000" rotWithShape="0">
                    <a:srgbClr val="808080">
                      <a:alpha val="34999"/>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solidFill>
                        <a:srgbClr val="000000"/>
                      </a:solidFill>
                    </a:ln>
                    <a:solidFill>
                      <a:srgbClr val="FFFFFF"/>
                    </a:solidFill>
                    <a:effectLst/>
                    <a:uLnTx/>
                    <a:uFillTx/>
                    <a:latin typeface="Gill Sans MT"/>
                    <a:ea typeface="ＭＳ Ｐゴシック" panose="020B0600070205080204" pitchFamily="34" charset="-128"/>
                    <a:cs typeface="+mn-cs"/>
                  </a:endParaRPr>
                </a:p>
              </p:txBody>
            </p:sp>
            <p:sp>
              <p:nvSpPr>
                <p:cNvPr id="307" name="Freeform 306">
                  <a:extLst>
                    <a:ext uri="{FF2B5EF4-FFF2-40B4-BE49-F238E27FC236}">
                      <a16:creationId xmlns:a16="http://schemas.microsoft.com/office/drawing/2014/main" id="{53C2A2DA-53F1-794E-A987-B42C0AC0022C}"/>
                    </a:ext>
                  </a:extLst>
                </p:cNvPr>
                <p:cNvSpPr/>
                <p:nvPr/>
              </p:nvSpPr>
              <p:spPr bwMode="auto">
                <a:xfrm>
                  <a:off x="2490137" y="1671240"/>
                  <a:ext cx="584932" cy="157440"/>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sp>
              <p:nvSpPr>
                <p:cNvPr id="308" name="Freeform 307">
                  <a:extLst>
                    <a:ext uri="{FF2B5EF4-FFF2-40B4-BE49-F238E27FC236}">
                      <a16:creationId xmlns:a16="http://schemas.microsoft.com/office/drawing/2014/main" id="{9EECC5D2-5F03-5B4A-A066-DEC9954D666C}"/>
                    </a:ext>
                  </a:extLst>
                </p:cNvPr>
                <p:cNvSpPr>
                  <a:spLocks/>
                </p:cNvSpPr>
                <p:nvPr/>
              </p:nvSpPr>
              <p:spPr bwMode="auto">
                <a:xfrm>
                  <a:off x="2429757" y="1631880"/>
                  <a:ext cx="705692" cy="109647"/>
                </a:xfrm>
                <a:custGeom>
                  <a:avLst/>
                  <a:gdLst>
                    <a:gd name="T0" fmla="*/ 0 w 3723451"/>
                    <a:gd name="T1" fmla="*/ 26825 h 932950"/>
                    <a:gd name="T2" fmla="*/ 124172 w 3723451"/>
                    <a:gd name="T3" fmla="*/ 316 h 932950"/>
                    <a:gd name="T4" fmla="*/ 351719 w 3723451"/>
                    <a:gd name="T5" fmla="*/ 61180 h 932950"/>
                    <a:gd name="T6" fmla="*/ 568801 w 3723451"/>
                    <a:gd name="T7" fmla="*/ 0 h 932950"/>
                    <a:gd name="T8" fmla="*/ 705692 w 3723451"/>
                    <a:gd name="T9" fmla="*/ 24346 h 932950"/>
                    <a:gd name="T10" fmla="*/ 603846 w 3723451"/>
                    <a:gd name="T11" fmla="*/ 54283 h 932950"/>
                    <a:gd name="T12" fmla="*/ 571056 w 3723451"/>
                    <a:gd name="T13" fmla="*/ 46212 h 932950"/>
                    <a:gd name="T14" fmla="*/ 355717 w 3723451"/>
                    <a:gd name="T15" fmla="*/ 109647 h 932950"/>
                    <a:gd name="T16" fmla="*/ 134869 w 3723451"/>
                    <a:gd name="T17" fmla="*/ 48545 h 932950"/>
                    <a:gd name="T18" fmla="*/ 99163 w 3723451"/>
                    <a:gd name="T19" fmla="*/ 55140 h 932950"/>
                    <a:gd name="T20" fmla="*/ 0 w 3723451"/>
                    <a:gd name="T21" fmla="*/ 26825 h 9329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09" name="Freeform 308">
                  <a:extLst>
                    <a:ext uri="{FF2B5EF4-FFF2-40B4-BE49-F238E27FC236}">
                      <a16:creationId xmlns:a16="http://schemas.microsoft.com/office/drawing/2014/main" id="{8388544E-A2CB-0640-A29C-1662E6885FE0}"/>
                    </a:ext>
                  </a:extLst>
                </p:cNvPr>
                <p:cNvSpPr>
                  <a:spLocks/>
                </p:cNvSpPr>
                <p:nvPr/>
              </p:nvSpPr>
              <p:spPr bwMode="auto">
                <a:xfrm>
                  <a:off x="2893929" y="1724658"/>
                  <a:ext cx="256615" cy="95589"/>
                </a:xfrm>
                <a:custGeom>
                  <a:avLst/>
                  <a:gdLst>
                    <a:gd name="T0" fmla="*/ 0 w 1366596"/>
                    <a:gd name="T1" fmla="*/ 0 h 809868"/>
                    <a:gd name="T2" fmla="*/ 256615 w 1366596"/>
                    <a:gd name="T3" fmla="*/ 73864 h 809868"/>
                    <a:gd name="T4" fmla="*/ 162436 w 1366596"/>
                    <a:gd name="T5" fmla="*/ 95589 h 809868"/>
                    <a:gd name="T6" fmla="*/ 864 w 1366596"/>
                    <a:gd name="T7" fmla="*/ 50510 h 809868"/>
                    <a:gd name="T8" fmla="*/ 0 w 1366596"/>
                    <a:gd name="T9" fmla="*/ 0 h 8098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10" name="Freeform 309">
                  <a:extLst>
                    <a:ext uri="{FF2B5EF4-FFF2-40B4-BE49-F238E27FC236}">
                      <a16:creationId xmlns:a16="http://schemas.microsoft.com/office/drawing/2014/main" id="{0DDF3C4E-5F2E-864E-88A4-D785A5D6EEF6}"/>
                    </a:ext>
                  </a:extLst>
                </p:cNvPr>
                <p:cNvSpPr>
                  <a:spLocks/>
                </p:cNvSpPr>
                <p:nvPr/>
              </p:nvSpPr>
              <p:spPr bwMode="auto">
                <a:xfrm>
                  <a:off x="2418437" y="1727469"/>
                  <a:ext cx="252840" cy="92778"/>
                </a:xfrm>
                <a:custGeom>
                  <a:avLst/>
                  <a:gdLst>
                    <a:gd name="T0" fmla="*/ 249388 w 1348191"/>
                    <a:gd name="T1" fmla="*/ 0 h 791462"/>
                    <a:gd name="T2" fmla="*/ 252840 w 1348191"/>
                    <a:gd name="T3" fmla="*/ 44771 h 791462"/>
                    <a:gd name="T4" fmla="*/ 91471 w 1348191"/>
                    <a:gd name="T5" fmla="*/ 92778 h 791462"/>
                    <a:gd name="T6" fmla="*/ 0 w 1348191"/>
                    <a:gd name="T7" fmla="*/ 71741 h 791462"/>
                    <a:gd name="T8" fmla="*/ 249388 w 1348191"/>
                    <a:gd name="T9" fmla="*/ 0 h 7914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8191" h="791462">
                      <a:moveTo>
                        <a:pt x="1329786" y="0"/>
                      </a:moveTo>
                      <a:lnTo>
                        <a:pt x="1348191" y="381926"/>
                      </a:lnTo>
                      <a:lnTo>
                        <a:pt x="487742" y="791462"/>
                      </a:lnTo>
                      <a:lnTo>
                        <a:pt x="0" y="612002"/>
                      </a:lnTo>
                      <a:lnTo>
                        <a:pt x="1329786" y="0"/>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cxnSp>
              <p:nvCxnSpPr>
                <p:cNvPr id="311" name="Straight Connector 310">
                  <a:extLst>
                    <a:ext uri="{FF2B5EF4-FFF2-40B4-BE49-F238E27FC236}">
                      <a16:creationId xmlns:a16="http://schemas.microsoft.com/office/drawing/2014/main" id="{5A28B5B0-5BAC-8C46-B4B8-9BCB18DCD1DD}"/>
                    </a:ext>
                  </a:extLst>
                </p:cNvPr>
                <p:cNvCxnSpPr>
                  <a:cxnSpLocks noChangeShapeType="1"/>
                  <a:endCxn id="306" idx="2"/>
                </p:cNvCxnSpPr>
                <p:nvPr/>
              </p:nvCxnSpPr>
              <p:spPr bwMode="auto">
                <a:xfrm flipH="1" flipV="1">
                  <a:off x="2184464" y="1733091"/>
                  <a:ext cx="3773" cy="120893"/>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cxnSp>
              <p:nvCxnSpPr>
                <p:cNvPr id="312" name="Straight Connector 311">
                  <a:extLst>
                    <a:ext uri="{FF2B5EF4-FFF2-40B4-BE49-F238E27FC236}">
                      <a16:creationId xmlns:a16="http://schemas.microsoft.com/office/drawing/2014/main" id="{3A010796-660C-4C4D-865E-8D108EDA01B6}"/>
                    </a:ext>
                  </a:extLst>
                </p:cNvPr>
                <p:cNvCxnSpPr>
                  <a:cxnSpLocks noChangeShapeType="1"/>
                </p:cNvCxnSpPr>
                <p:nvPr/>
              </p:nvCxnSpPr>
              <p:spPr bwMode="auto">
                <a:xfrm flipH="1" flipV="1">
                  <a:off x="3380741" y="1730281"/>
                  <a:ext cx="3775" cy="120891"/>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grpSp>
        </p:grpSp>
      </p:grpSp>
      <p:grpSp>
        <p:nvGrpSpPr>
          <p:cNvPr id="400" name="Group 399">
            <a:extLst>
              <a:ext uri="{FF2B5EF4-FFF2-40B4-BE49-F238E27FC236}">
                <a16:creationId xmlns:a16="http://schemas.microsoft.com/office/drawing/2014/main" id="{094E25C2-45E6-0C43-ADA4-684E51DC703A}"/>
              </a:ext>
            </a:extLst>
          </p:cNvPr>
          <p:cNvGrpSpPr>
            <a:grpSpLocks/>
          </p:cNvGrpSpPr>
          <p:nvPr/>
        </p:nvGrpSpPr>
        <p:grpSpPr bwMode="auto">
          <a:xfrm>
            <a:off x="3419060" y="2725807"/>
            <a:ext cx="5111750" cy="879475"/>
            <a:chOff x="1866825" y="707349"/>
            <a:chExt cx="5112820" cy="879389"/>
          </a:xfrm>
        </p:grpSpPr>
        <p:sp>
          <p:nvSpPr>
            <p:cNvPr id="401" name="Oval 400">
              <a:extLst>
                <a:ext uri="{FF2B5EF4-FFF2-40B4-BE49-F238E27FC236}">
                  <a16:creationId xmlns:a16="http://schemas.microsoft.com/office/drawing/2014/main" id="{C759FDA4-4088-0A4C-9E92-BD72D7D52B56}"/>
                </a:ext>
              </a:extLst>
            </p:cNvPr>
            <p:cNvSpPr/>
            <p:nvPr/>
          </p:nvSpPr>
          <p:spPr>
            <a:xfrm>
              <a:off x="1866825" y="785129"/>
              <a:ext cx="954288" cy="492077"/>
            </a:xfrm>
            <a:prstGeom prst="ellipse">
              <a:avLst/>
            </a:prstGeom>
            <a:solidFill>
              <a:srgbClr val="CC0000">
                <a:alpha val="28000"/>
              </a:srgbClr>
            </a:solidFill>
            <a:ln w="3175" cap="flat" cmpd="sng" algn="ctr">
              <a:solidFill>
                <a:srgbClr val="CC0000"/>
              </a:solid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sp>
          <p:nvSpPr>
            <p:cNvPr id="402" name="TextBox 233">
              <a:extLst>
                <a:ext uri="{FF2B5EF4-FFF2-40B4-BE49-F238E27FC236}">
                  <a16:creationId xmlns:a16="http://schemas.microsoft.com/office/drawing/2014/main" id="{91B4E7D9-6C4B-6C4B-86F5-8BB66F936B0C}"/>
                </a:ext>
              </a:extLst>
            </p:cNvPr>
            <p:cNvSpPr txBox="1">
              <a:spLocks noChangeArrowheads="1"/>
            </p:cNvSpPr>
            <p:nvPr/>
          </p:nvSpPr>
          <p:spPr bwMode="auto">
            <a:xfrm>
              <a:off x="1891781" y="783191"/>
              <a:ext cx="910613" cy="476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ts val="1475"/>
                </a:lnSpc>
                <a:spcBef>
                  <a:spcPct val="0"/>
                </a:spcBef>
                <a:spcAft>
                  <a:spcPct val="0"/>
                </a:spcAft>
                <a:buClrTx/>
                <a:buSzTx/>
                <a:buFontTx/>
                <a:buNone/>
                <a:tabLst/>
                <a:defRPr/>
              </a:pPr>
              <a:r>
                <a:rPr kumimoji="0" lang="en-US" altLang="en-US" sz="14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Routing</a:t>
              </a:r>
            </a:p>
            <a:p>
              <a:pPr marL="0" marR="0" lvl="0" indent="0" algn="ctr" defTabSz="914400" rtl="0" eaLnBrk="0" fontAlgn="base" latinLnBrk="0" hangingPunct="0">
                <a:lnSpc>
                  <a:spcPts val="1475"/>
                </a:lnSpc>
                <a:spcBef>
                  <a:spcPct val="0"/>
                </a:spcBef>
                <a:spcAft>
                  <a:spcPct val="0"/>
                </a:spcAft>
                <a:buClrTx/>
                <a:buSzTx/>
                <a:buFontTx/>
                <a:buNone/>
                <a:tabLst/>
                <a:defRPr/>
              </a:pPr>
              <a:r>
                <a:rPr kumimoji="0" lang="en-US" altLang="en-US" sz="14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Algorithm</a:t>
              </a:r>
            </a:p>
          </p:txBody>
        </p:sp>
        <p:cxnSp>
          <p:nvCxnSpPr>
            <p:cNvPr id="403" name="Straight Arrow Connector 402">
              <a:extLst>
                <a:ext uri="{FF2B5EF4-FFF2-40B4-BE49-F238E27FC236}">
                  <a16:creationId xmlns:a16="http://schemas.microsoft.com/office/drawing/2014/main" id="{86DA61DF-3320-724E-9861-CF654B1F47AF}"/>
                </a:ext>
              </a:extLst>
            </p:cNvPr>
            <p:cNvCxnSpPr/>
            <p:nvPr/>
          </p:nvCxnSpPr>
          <p:spPr>
            <a:xfrm flipV="1">
              <a:off x="2833815" y="807352"/>
              <a:ext cx="1517968" cy="214291"/>
            </a:xfrm>
            <a:prstGeom prst="straightConnector1">
              <a:avLst/>
            </a:prstGeom>
            <a:noFill/>
            <a:ln w="25400" cap="flat" cmpd="sng" algn="ctr">
              <a:solidFill>
                <a:srgbClr val="CC0000"/>
              </a:solidFill>
              <a:prstDash val="solid"/>
              <a:headEnd type="triangle"/>
              <a:tailEnd type="triangle"/>
            </a:ln>
            <a:effectLst/>
          </p:spPr>
        </p:cxnSp>
        <p:cxnSp>
          <p:nvCxnSpPr>
            <p:cNvPr id="404" name="Straight Arrow Connector 403">
              <a:extLst>
                <a:ext uri="{FF2B5EF4-FFF2-40B4-BE49-F238E27FC236}">
                  <a16:creationId xmlns:a16="http://schemas.microsoft.com/office/drawing/2014/main" id="{FA99C173-8DEF-3940-BC9B-72CA3FA99281}"/>
                </a:ext>
              </a:extLst>
            </p:cNvPr>
            <p:cNvCxnSpPr/>
            <p:nvPr/>
          </p:nvCxnSpPr>
          <p:spPr>
            <a:xfrm>
              <a:off x="2751248" y="1201014"/>
              <a:ext cx="797092" cy="279373"/>
            </a:xfrm>
            <a:prstGeom prst="straightConnector1">
              <a:avLst/>
            </a:prstGeom>
            <a:noFill/>
            <a:ln w="25400" cap="flat" cmpd="sng" algn="ctr">
              <a:solidFill>
                <a:srgbClr val="CC0000"/>
              </a:solidFill>
              <a:prstDash val="solid"/>
              <a:headEnd type="triangle"/>
              <a:tailEnd type="triangle"/>
            </a:ln>
            <a:effectLst/>
          </p:spPr>
        </p:cxnSp>
        <p:cxnSp>
          <p:nvCxnSpPr>
            <p:cNvPr id="405" name="Straight Arrow Connector 404">
              <a:extLst>
                <a:ext uri="{FF2B5EF4-FFF2-40B4-BE49-F238E27FC236}">
                  <a16:creationId xmlns:a16="http://schemas.microsoft.com/office/drawing/2014/main" id="{57AAE988-13E3-6642-B8CC-252C9113ABCC}"/>
                </a:ext>
              </a:extLst>
            </p:cNvPr>
            <p:cNvCxnSpPr/>
            <p:nvPr/>
          </p:nvCxnSpPr>
          <p:spPr>
            <a:xfrm>
              <a:off x="4685228" y="894656"/>
              <a:ext cx="892362" cy="509538"/>
            </a:xfrm>
            <a:prstGeom prst="straightConnector1">
              <a:avLst/>
            </a:prstGeom>
            <a:noFill/>
            <a:ln w="25400" cap="flat" cmpd="sng" algn="ctr">
              <a:solidFill>
                <a:srgbClr val="CC0000"/>
              </a:solidFill>
              <a:prstDash val="solid"/>
              <a:headEnd type="triangle"/>
              <a:tailEnd type="triangle"/>
            </a:ln>
            <a:effectLst/>
          </p:spPr>
        </p:cxnSp>
        <p:cxnSp>
          <p:nvCxnSpPr>
            <p:cNvPr id="406" name="Straight Arrow Connector 405">
              <a:extLst>
                <a:ext uri="{FF2B5EF4-FFF2-40B4-BE49-F238E27FC236}">
                  <a16:creationId xmlns:a16="http://schemas.microsoft.com/office/drawing/2014/main" id="{286126FC-663F-E140-85FF-EA643857EAAB}"/>
                </a:ext>
              </a:extLst>
            </p:cNvPr>
            <p:cNvCxnSpPr/>
            <p:nvPr/>
          </p:nvCxnSpPr>
          <p:spPr>
            <a:xfrm>
              <a:off x="4801139" y="801003"/>
              <a:ext cx="1695805" cy="130162"/>
            </a:xfrm>
            <a:prstGeom prst="straightConnector1">
              <a:avLst/>
            </a:prstGeom>
            <a:noFill/>
            <a:ln w="25400" cap="flat" cmpd="sng" algn="ctr">
              <a:solidFill>
                <a:srgbClr val="CC0000"/>
              </a:solidFill>
              <a:prstDash val="solid"/>
              <a:headEnd type="triangle"/>
              <a:tailEnd type="triangle"/>
            </a:ln>
            <a:effectLst/>
          </p:spPr>
        </p:cxnSp>
        <p:sp>
          <p:nvSpPr>
            <p:cNvPr id="407" name="Oval 406">
              <a:extLst>
                <a:ext uri="{FF2B5EF4-FFF2-40B4-BE49-F238E27FC236}">
                  <a16:creationId xmlns:a16="http://schemas.microsoft.com/office/drawing/2014/main" id="{4DA7DE45-D335-D548-B5FE-488518B7B2B7}"/>
                </a:ext>
              </a:extLst>
            </p:cNvPr>
            <p:cNvSpPr/>
            <p:nvPr/>
          </p:nvSpPr>
          <p:spPr>
            <a:xfrm>
              <a:off x="6558870" y="894656"/>
              <a:ext cx="420775" cy="180957"/>
            </a:xfrm>
            <a:prstGeom prst="ellipse">
              <a:avLst/>
            </a:prstGeom>
            <a:solidFill>
              <a:srgbClr val="CC0000">
                <a:alpha val="28000"/>
              </a:srgbClr>
            </a:solidFill>
            <a:ln w="3175" cap="flat" cmpd="sng" algn="ctr">
              <a:solidFill>
                <a:srgbClr val="CC0000"/>
              </a:solid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sp>
          <p:nvSpPr>
            <p:cNvPr id="408" name="Oval 407">
              <a:extLst>
                <a:ext uri="{FF2B5EF4-FFF2-40B4-BE49-F238E27FC236}">
                  <a16:creationId xmlns:a16="http://schemas.microsoft.com/office/drawing/2014/main" id="{E0F6C35C-914C-3B41-9CC4-D8179FFB699E}"/>
                </a:ext>
              </a:extLst>
            </p:cNvPr>
            <p:cNvSpPr/>
            <p:nvPr/>
          </p:nvSpPr>
          <p:spPr>
            <a:xfrm>
              <a:off x="5572826" y="1404194"/>
              <a:ext cx="420776" cy="182544"/>
            </a:xfrm>
            <a:prstGeom prst="ellipse">
              <a:avLst/>
            </a:prstGeom>
            <a:solidFill>
              <a:srgbClr val="CC0000">
                <a:alpha val="28000"/>
              </a:srgbClr>
            </a:solidFill>
            <a:ln w="3175" cap="flat" cmpd="sng" algn="ctr">
              <a:solidFill>
                <a:srgbClr val="CC0000"/>
              </a:solid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sp>
          <p:nvSpPr>
            <p:cNvPr id="409" name="Oval 408">
              <a:extLst>
                <a:ext uri="{FF2B5EF4-FFF2-40B4-BE49-F238E27FC236}">
                  <a16:creationId xmlns:a16="http://schemas.microsoft.com/office/drawing/2014/main" id="{F2328B0F-766B-A544-ACA3-A1877D849A35}"/>
                </a:ext>
              </a:extLst>
            </p:cNvPr>
            <p:cNvSpPr/>
            <p:nvPr/>
          </p:nvSpPr>
          <p:spPr>
            <a:xfrm>
              <a:off x="4367661" y="707349"/>
              <a:ext cx="420775" cy="182545"/>
            </a:xfrm>
            <a:prstGeom prst="ellipse">
              <a:avLst/>
            </a:prstGeom>
            <a:solidFill>
              <a:srgbClr val="CC0000">
                <a:alpha val="28000"/>
              </a:srgbClr>
            </a:solidFill>
            <a:ln w="3175" cap="flat" cmpd="sng" algn="ctr">
              <a:solidFill>
                <a:srgbClr val="CC0000"/>
              </a:solid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sp>
          <p:nvSpPr>
            <p:cNvPr id="410" name="Oval 409">
              <a:extLst>
                <a:ext uri="{FF2B5EF4-FFF2-40B4-BE49-F238E27FC236}">
                  <a16:creationId xmlns:a16="http://schemas.microsoft.com/office/drawing/2014/main" id="{4E049E95-C6A9-FE4D-937B-C134ECB1D9AB}"/>
                </a:ext>
              </a:extLst>
            </p:cNvPr>
            <p:cNvSpPr/>
            <p:nvPr/>
          </p:nvSpPr>
          <p:spPr>
            <a:xfrm>
              <a:off x="3572157" y="1402606"/>
              <a:ext cx="420776" cy="180957"/>
            </a:xfrm>
            <a:prstGeom prst="ellipse">
              <a:avLst/>
            </a:prstGeom>
            <a:solidFill>
              <a:srgbClr val="CC0000">
                <a:alpha val="28000"/>
              </a:srgbClr>
            </a:solidFill>
            <a:ln w="3175" cap="flat" cmpd="sng" algn="ctr">
              <a:solidFill>
                <a:srgbClr val="CC0000"/>
              </a:solid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cxnSp>
          <p:nvCxnSpPr>
            <p:cNvPr id="411" name="Straight Arrow Connector 410">
              <a:extLst>
                <a:ext uri="{FF2B5EF4-FFF2-40B4-BE49-F238E27FC236}">
                  <a16:creationId xmlns:a16="http://schemas.microsoft.com/office/drawing/2014/main" id="{C5FBB1F6-0839-A343-AE4E-8487D7B4403B}"/>
                </a:ext>
              </a:extLst>
            </p:cNvPr>
            <p:cNvCxnSpPr/>
            <p:nvPr/>
          </p:nvCxnSpPr>
          <p:spPr>
            <a:xfrm>
              <a:off x="2821113" y="1105773"/>
              <a:ext cx="2739010" cy="339692"/>
            </a:xfrm>
            <a:prstGeom prst="straightConnector1">
              <a:avLst/>
            </a:prstGeom>
            <a:noFill/>
            <a:ln w="25400" cap="flat" cmpd="sng" algn="ctr">
              <a:solidFill>
                <a:srgbClr val="CC0000"/>
              </a:solidFill>
              <a:prstDash val="solid"/>
              <a:headEnd type="triangle"/>
              <a:tailEnd type="triangle"/>
            </a:ln>
            <a:effectLst/>
          </p:spPr>
        </p:cxnSp>
        <p:cxnSp>
          <p:nvCxnSpPr>
            <p:cNvPr id="412" name="Straight Arrow Connector 411">
              <a:extLst>
                <a:ext uri="{FF2B5EF4-FFF2-40B4-BE49-F238E27FC236}">
                  <a16:creationId xmlns:a16="http://schemas.microsoft.com/office/drawing/2014/main" id="{01507C1D-D7CC-314D-9BC2-599E67963164}"/>
                </a:ext>
              </a:extLst>
            </p:cNvPr>
            <p:cNvCxnSpPr>
              <a:endCxn id="407" idx="2"/>
            </p:cNvCxnSpPr>
            <p:nvPr/>
          </p:nvCxnSpPr>
          <p:spPr>
            <a:xfrm flipV="1">
              <a:off x="3997696" y="985135"/>
              <a:ext cx="2561174" cy="469854"/>
            </a:xfrm>
            <a:prstGeom prst="straightConnector1">
              <a:avLst/>
            </a:prstGeom>
            <a:noFill/>
            <a:ln w="25400" cap="flat" cmpd="sng" algn="ctr">
              <a:solidFill>
                <a:srgbClr val="CC0000"/>
              </a:solidFill>
              <a:prstDash val="solid"/>
              <a:headEnd type="triangle"/>
              <a:tailEnd type="triangle"/>
            </a:ln>
            <a:effectLst/>
          </p:spPr>
        </p:cxnSp>
        <p:cxnSp>
          <p:nvCxnSpPr>
            <p:cNvPr id="413" name="Straight Arrow Connector 412">
              <a:extLst>
                <a:ext uri="{FF2B5EF4-FFF2-40B4-BE49-F238E27FC236}">
                  <a16:creationId xmlns:a16="http://schemas.microsoft.com/office/drawing/2014/main" id="{0D0AA51C-C88C-DA40-BB5F-C90D75401B35}"/>
                </a:ext>
              </a:extLst>
            </p:cNvPr>
            <p:cNvCxnSpPr/>
            <p:nvPr/>
          </p:nvCxnSpPr>
          <p:spPr>
            <a:xfrm flipV="1">
              <a:off x="3991345" y="1508959"/>
              <a:ext cx="1581481" cy="0"/>
            </a:xfrm>
            <a:prstGeom prst="straightConnector1">
              <a:avLst/>
            </a:prstGeom>
            <a:noFill/>
            <a:ln w="25400" cap="flat" cmpd="sng" algn="ctr">
              <a:solidFill>
                <a:srgbClr val="CC0000"/>
              </a:solidFill>
              <a:prstDash val="solid"/>
              <a:headEnd type="triangle"/>
              <a:tailEnd type="triangle"/>
            </a:ln>
            <a:effectLst/>
          </p:spPr>
        </p:cxnSp>
        <p:cxnSp>
          <p:nvCxnSpPr>
            <p:cNvPr id="414" name="Straight Arrow Connector 413">
              <a:extLst>
                <a:ext uri="{FF2B5EF4-FFF2-40B4-BE49-F238E27FC236}">
                  <a16:creationId xmlns:a16="http://schemas.microsoft.com/office/drawing/2014/main" id="{B8B513D7-9162-0648-BC71-8BEBCC27917A}"/>
                </a:ext>
              </a:extLst>
            </p:cNvPr>
            <p:cNvCxnSpPr/>
            <p:nvPr/>
          </p:nvCxnSpPr>
          <p:spPr>
            <a:xfrm flipV="1">
              <a:off x="5996777" y="1083550"/>
              <a:ext cx="751044" cy="396836"/>
            </a:xfrm>
            <a:prstGeom prst="straightConnector1">
              <a:avLst/>
            </a:prstGeom>
            <a:noFill/>
            <a:ln w="25400" cap="flat" cmpd="sng" algn="ctr">
              <a:solidFill>
                <a:srgbClr val="CC0000"/>
              </a:solidFill>
              <a:prstDash val="solid"/>
              <a:headEnd type="triangle"/>
              <a:tailEnd type="triangle"/>
            </a:ln>
            <a:effectLst/>
          </p:spPr>
        </p:cxnSp>
      </p:grpSp>
      <p:grpSp>
        <p:nvGrpSpPr>
          <p:cNvPr id="415" name="Group 414">
            <a:extLst>
              <a:ext uri="{FF2B5EF4-FFF2-40B4-BE49-F238E27FC236}">
                <a16:creationId xmlns:a16="http://schemas.microsoft.com/office/drawing/2014/main" id="{C4AAA334-C4B2-DD48-A566-2EA2C1AA11DF}"/>
              </a:ext>
            </a:extLst>
          </p:cNvPr>
          <p:cNvGrpSpPr>
            <a:grpSpLocks/>
          </p:cNvGrpSpPr>
          <p:nvPr/>
        </p:nvGrpSpPr>
        <p:grpSpPr bwMode="auto">
          <a:xfrm>
            <a:off x="3147598" y="3114745"/>
            <a:ext cx="6375400" cy="1047750"/>
            <a:chOff x="1557338" y="3074988"/>
            <a:chExt cx="6375400" cy="1047750"/>
          </a:xfrm>
        </p:grpSpPr>
        <p:sp>
          <p:nvSpPr>
            <p:cNvPr id="416" name="TextBox 232">
              <a:extLst>
                <a:ext uri="{FF2B5EF4-FFF2-40B4-BE49-F238E27FC236}">
                  <a16:creationId xmlns:a16="http://schemas.microsoft.com/office/drawing/2014/main" id="{97D7EB84-BAC0-D448-A55F-A56C30BB6A4D}"/>
                </a:ext>
              </a:extLst>
            </p:cNvPr>
            <p:cNvSpPr txBox="1">
              <a:spLocks noChangeArrowheads="1"/>
            </p:cNvSpPr>
            <p:nvPr/>
          </p:nvSpPr>
          <p:spPr bwMode="auto">
            <a:xfrm>
              <a:off x="7292975" y="3651250"/>
              <a:ext cx="595313" cy="471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ts val="1463"/>
                </a:lnSpc>
                <a:spcBef>
                  <a:spcPct val="0"/>
                </a:spcBef>
                <a:spcAft>
                  <a:spcPct val="0"/>
                </a:spcAft>
                <a:buClrTx/>
                <a:buSzTx/>
                <a:buFontTx/>
                <a:buNone/>
                <a:tabLst/>
                <a:defRPr/>
              </a:pPr>
              <a:r>
                <a:rPr kumimoji="0" lang="en-US" altLang="en-US" sz="14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data</a:t>
              </a:r>
            </a:p>
            <a:p>
              <a:pPr marL="0" marR="0" lvl="0" indent="0" algn="ctr" defTabSz="914400" rtl="0" eaLnBrk="0" fontAlgn="base" latinLnBrk="0" hangingPunct="0">
                <a:lnSpc>
                  <a:spcPts val="1463"/>
                </a:lnSpc>
                <a:spcBef>
                  <a:spcPct val="0"/>
                </a:spcBef>
                <a:spcAft>
                  <a:spcPct val="0"/>
                </a:spcAft>
                <a:buClrTx/>
                <a:buSzTx/>
                <a:buFontTx/>
                <a:buNone/>
                <a:tabLst/>
                <a:defRPr/>
              </a:pPr>
              <a:r>
                <a:rPr kumimoji="0" lang="en-US" altLang="en-US" sz="14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plane</a:t>
              </a:r>
            </a:p>
          </p:txBody>
        </p:sp>
        <p:sp>
          <p:nvSpPr>
            <p:cNvPr id="417" name="TextBox 233">
              <a:extLst>
                <a:ext uri="{FF2B5EF4-FFF2-40B4-BE49-F238E27FC236}">
                  <a16:creationId xmlns:a16="http://schemas.microsoft.com/office/drawing/2014/main" id="{24A4F1C7-4BF4-EB42-A291-47BAC2502CDB}"/>
                </a:ext>
              </a:extLst>
            </p:cNvPr>
            <p:cNvSpPr txBox="1">
              <a:spLocks noChangeArrowheads="1"/>
            </p:cNvSpPr>
            <p:nvPr/>
          </p:nvSpPr>
          <p:spPr bwMode="auto">
            <a:xfrm>
              <a:off x="7224713" y="3074988"/>
              <a:ext cx="708025" cy="471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ts val="1463"/>
                </a:lnSpc>
                <a:spcBef>
                  <a:spcPct val="0"/>
                </a:spcBef>
                <a:spcAft>
                  <a:spcPct val="0"/>
                </a:spcAft>
                <a:buClrTx/>
                <a:buSzTx/>
                <a:buFontTx/>
                <a:buNone/>
                <a:tabLst/>
                <a:defRPr/>
              </a:pPr>
              <a:r>
                <a:rPr kumimoji="0" lang="en-US" altLang="en-US" sz="14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control</a:t>
              </a:r>
            </a:p>
            <a:p>
              <a:pPr marL="0" marR="0" lvl="0" indent="0" algn="ctr" defTabSz="914400" rtl="0" eaLnBrk="0" fontAlgn="base" latinLnBrk="0" hangingPunct="0">
                <a:lnSpc>
                  <a:spcPts val="1463"/>
                </a:lnSpc>
                <a:spcBef>
                  <a:spcPct val="0"/>
                </a:spcBef>
                <a:spcAft>
                  <a:spcPct val="0"/>
                </a:spcAft>
                <a:buClrTx/>
                <a:buSzTx/>
                <a:buFontTx/>
                <a:buNone/>
                <a:tabLst/>
                <a:defRPr/>
              </a:pPr>
              <a:r>
                <a:rPr kumimoji="0" lang="en-US" altLang="en-US" sz="14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plane</a:t>
              </a:r>
            </a:p>
          </p:txBody>
        </p:sp>
        <p:cxnSp>
          <p:nvCxnSpPr>
            <p:cNvPr id="418" name="Straight Connector 417">
              <a:extLst>
                <a:ext uri="{FF2B5EF4-FFF2-40B4-BE49-F238E27FC236}">
                  <a16:creationId xmlns:a16="http://schemas.microsoft.com/office/drawing/2014/main" id="{61FEE5A3-FA87-164D-B072-015586DE3B9B}"/>
                </a:ext>
              </a:extLst>
            </p:cNvPr>
            <p:cNvCxnSpPr/>
            <p:nvPr/>
          </p:nvCxnSpPr>
          <p:spPr>
            <a:xfrm>
              <a:off x="1557338" y="3613150"/>
              <a:ext cx="6207125" cy="0"/>
            </a:xfrm>
            <a:prstGeom prst="line">
              <a:avLst/>
            </a:prstGeom>
            <a:noFill/>
            <a:ln w="25400" cap="flat" cmpd="sng" algn="ctr">
              <a:solidFill>
                <a:srgbClr val="000000"/>
              </a:solidFill>
              <a:prstDash val="dash"/>
            </a:ln>
            <a:effectLst/>
          </p:spPr>
        </p:cxnSp>
      </p:grpSp>
      <p:grpSp>
        <p:nvGrpSpPr>
          <p:cNvPr id="419" name="Group 418">
            <a:extLst>
              <a:ext uri="{FF2B5EF4-FFF2-40B4-BE49-F238E27FC236}">
                <a16:creationId xmlns:a16="http://schemas.microsoft.com/office/drawing/2014/main" id="{DB2133B7-0204-944D-9F85-D90FA61B1AAF}"/>
              </a:ext>
            </a:extLst>
          </p:cNvPr>
          <p:cNvGrpSpPr>
            <a:grpSpLocks/>
          </p:cNvGrpSpPr>
          <p:nvPr/>
        </p:nvGrpSpPr>
        <p:grpSpPr bwMode="auto">
          <a:xfrm>
            <a:off x="3419060" y="3741807"/>
            <a:ext cx="5126038" cy="1120775"/>
            <a:chOff x="-4746102" y="4471477"/>
            <a:chExt cx="5126173" cy="1120753"/>
          </a:xfrm>
        </p:grpSpPr>
        <p:pic>
          <p:nvPicPr>
            <p:cNvPr id="420" name="Picture 10" descr="fig42_table.pdf">
              <a:extLst>
                <a:ext uri="{FF2B5EF4-FFF2-40B4-BE49-F238E27FC236}">
                  <a16:creationId xmlns:a16="http://schemas.microsoft.com/office/drawing/2014/main" id="{B9B148BF-D420-D548-A8E4-2E44EE43547A}"/>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4746102" y="4471477"/>
              <a:ext cx="966463" cy="966962"/>
            </a:xfrm>
            <a:prstGeom prst="rect">
              <a:avLst/>
            </a:prstGeom>
            <a:noFill/>
            <a:ln w="9525">
              <a:solidFill>
                <a:srgbClr val="CC0000"/>
              </a:solidFill>
              <a:miter lim="800000"/>
              <a:headEnd/>
              <a:tailEnd/>
            </a:ln>
            <a:extLst>
              <a:ext uri="{909E8E84-426E-40DD-AFC4-6F175D3DCCD1}">
                <a14:hiddenFill xmlns:a14="http://schemas.microsoft.com/office/drawing/2010/main">
                  <a:solidFill>
                    <a:srgbClr val="FFFFFF"/>
                  </a:solidFill>
                </a14:hiddenFill>
              </a:ext>
            </a:extLst>
          </p:spPr>
        </p:pic>
        <p:grpSp>
          <p:nvGrpSpPr>
            <p:cNvPr id="421" name="Group 25">
              <a:extLst>
                <a:ext uri="{FF2B5EF4-FFF2-40B4-BE49-F238E27FC236}">
                  <a16:creationId xmlns:a16="http://schemas.microsoft.com/office/drawing/2014/main" id="{6DCB3611-5B47-554A-AF9F-B20E8866BE38}"/>
                </a:ext>
              </a:extLst>
            </p:cNvPr>
            <p:cNvGrpSpPr>
              <a:grpSpLocks/>
            </p:cNvGrpSpPr>
            <p:nvPr/>
          </p:nvGrpSpPr>
          <p:grpSpPr bwMode="auto">
            <a:xfrm>
              <a:off x="-3025264" y="5228984"/>
              <a:ext cx="3405335" cy="363246"/>
              <a:chOff x="-3025264" y="5228984"/>
              <a:chExt cx="3405335" cy="363246"/>
            </a:xfrm>
          </p:grpSpPr>
          <p:grpSp>
            <p:nvGrpSpPr>
              <p:cNvPr id="422" name="Group 241">
                <a:extLst>
                  <a:ext uri="{FF2B5EF4-FFF2-40B4-BE49-F238E27FC236}">
                    <a16:creationId xmlns:a16="http://schemas.microsoft.com/office/drawing/2014/main" id="{18B65E09-A0C2-A34F-9844-081D03E2EEEF}"/>
                  </a:ext>
                </a:extLst>
              </p:cNvPr>
              <p:cNvGrpSpPr>
                <a:grpSpLocks/>
              </p:cNvGrpSpPr>
              <p:nvPr/>
            </p:nvGrpSpPr>
            <p:grpSpPr bwMode="auto">
              <a:xfrm>
                <a:off x="-3025264" y="5262858"/>
                <a:ext cx="430360" cy="329372"/>
                <a:chOff x="2931664" y="3912603"/>
                <a:chExt cx="430450" cy="329314"/>
              </a:xfrm>
            </p:grpSpPr>
            <p:sp>
              <p:nvSpPr>
                <p:cNvPr id="438" name="Rectangle 437">
                  <a:extLst>
                    <a:ext uri="{FF2B5EF4-FFF2-40B4-BE49-F238E27FC236}">
                      <a16:creationId xmlns:a16="http://schemas.microsoft.com/office/drawing/2014/main" id="{510D7726-2281-144B-B722-F9A0F8992620}"/>
                    </a:ext>
                  </a:extLst>
                </p:cNvPr>
                <p:cNvSpPr/>
                <p:nvPr/>
              </p:nvSpPr>
              <p:spPr>
                <a:xfrm>
                  <a:off x="2936485" y="3908607"/>
                  <a:ext cx="425550" cy="333310"/>
                </a:xfrm>
                <a:prstGeom prst="rect">
                  <a:avLst/>
                </a:prstGeom>
                <a:solidFill>
                  <a:srgbClr val="FFFFFF"/>
                </a:solidFill>
                <a:ln w="3175" cap="flat" cmpd="sng" algn="ctr">
                  <a:solidFill>
                    <a:srgbClr val="CC0000"/>
                  </a:solid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cxnSp>
              <p:nvCxnSpPr>
                <p:cNvPr id="439" name="Straight Connector 438">
                  <a:extLst>
                    <a:ext uri="{FF2B5EF4-FFF2-40B4-BE49-F238E27FC236}">
                      <a16:creationId xmlns:a16="http://schemas.microsoft.com/office/drawing/2014/main" id="{B663A8A6-A483-9C45-9694-3F60B5B96577}"/>
                    </a:ext>
                  </a:extLst>
                </p:cNvPr>
                <p:cNvCxnSpPr/>
                <p:nvPr/>
              </p:nvCxnSpPr>
              <p:spPr>
                <a:xfrm>
                  <a:off x="2931721" y="4003838"/>
                  <a:ext cx="425550" cy="0"/>
                </a:xfrm>
                <a:prstGeom prst="line">
                  <a:avLst/>
                </a:prstGeom>
                <a:noFill/>
                <a:ln w="3175" cap="flat" cmpd="sng" algn="ctr">
                  <a:solidFill>
                    <a:srgbClr val="000000"/>
                  </a:solidFill>
                  <a:prstDash val="solid"/>
                </a:ln>
                <a:effectLst/>
              </p:spPr>
            </p:cxnSp>
            <p:cxnSp>
              <p:nvCxnSpPr>
                <p:cNvPr id="440" name="Straight Connector 439">
                  <a:extLst>
                    <a:ext uri="{FF2B5EF4-FFF2-40B4-BE49-F238E27FC236}">
                      <a16:creationId xmlns:a16="http://schemas.microsoft.com/office/drawing/2014/main" id="{50FC0E77-85DF-A44F-A7EA-DB2E7EDC7F79}"/>
                    </a:ext>
                  </a:extLst>
                </p:cNvPr>
                <p:cNvCxnSpPr/>
                <p:nvPr/>
              </p:nvCxnSpPr>
              <p:spPr>
                <a:xfrm>
                  <a:off x="2931721" y="4067326"/>
                  <a:ext cx="425550" cy="0"/>
                </a:xfrm>
                <a:prstGeom prst="line">
                  <a:avLst/>
                </a:prstGeom>
                <a:noFill/>
                <a:ln w="3175" cap="flat" cmpd="sng" algn="ctr">
                  <a:solidFill>
                    <a:srgbClr val="000000"/>
                  </a:solidFill>
                  <a:prstDash val="solid"/>
                </a:ln>
                <a:effectLst/>
              </p:spPr>
            </p:cxnSp>
            <p:cxnSp>
              <p:nvCxnSpPr>
                <p:cNvPr id="441" name="Straight Connector 440">
                  <a:extLst>
                    <a:ext uri="{FF2B5EF4-FFF2-40B4-BE49-F238E27FC236}">
                      <a16:creationId xmlns:a16="http://schemas.microsoft.com/office/drawing/2014/main" id="{6DCCCE94-F2A7-3D41-B0D1-67C30138A31B}"/>
                    </a:ext>
                  </a:extLst>
                </p:cNvPr>
                <p:cNvCxnSpPr>
                  <a:stCxn id="438" idx="2"/>
                </p:cNvCxnSpPr>
                <p:nvPr/>
              </p:nvCxnSpPr>
              <p:spPr>
                <a:xfrm flipH="1" flipV="1">
                  <a:off x="3147672" y="4003838"/>
                  <a:ext cx="1588" cy="238079"/>
                </a:xfrm>
                <a:prstGeom prst="line">
                  <a:avLst/>
                </a:prstGeom>
                <a:noFill/>
                <a:ln w="3175" cap="flat" cmpd="sng" algn="ctr">
                  <a:solidFill>
                    <a:srgbClr val="000000"/>
                  </a:solidFill>
                  <a:prstDash val="solid"/>
                </a:ln>
                <a:effectLst/>
              </p:spPr>
            </p:cxnSp>
          </p:grpSp>
          <p:grpSp>
            <p:nvGrpSpPr>
              <p:cNvPr id="423" name="Group 444">
                <a:extLst>
                  <a:ext uri="{FF2B5EF4-FFF2-40B4-BE49-F238E27FC236}">
                    <a16:creationId xmlns:a16="http://schemas.microsoft.com/office/drawing/2014/main" id="{80000B7B-1868-0545-96E2-2F3AE96E33EA}"/>
                  </a:ext>
                </a:extLst>
              </p:cNvPr>
              <p:cNvGrpSpPr>
                <a:grpSpLocks/>
              </p:cNvGrpSpPr>
              <p:nvPr/>
            </p:nvGrpSpPr>
            <p:grpSpPr bwMode="auto">
              <a:xfrm>
                <a:off x="-2217227" y="5261364"/>
                <a:ext cx="430361" cy="329307"/>
                <a:chOff x="2931664" y="3912603"/>
                <a:chExt cx="430450" cy="329314"/>
              </a:xfrm>
            </p:grpSpPr>
            <p:sp>
              <p:nvSpPr>
                <p:cNvPr id="434" name="Rectangle 433">
                  <a:extLst>
                    <a:ext uri="{FF2B5EF4-FFF2-40B4-BE49-F238E27FC236}">
                      <a16:creationId xmlns:a16="http://schemas.microsoft.com/office/drawing/2014/main" id="{152E459E-7CA1-E445-B3BA-7DCA2E4A2C56}"/>
                    </a:ext>
                  </a:extLst>
                </p:cNvPr>
                <p:cNvSpPr/>
                <p:nvPr/>
              </p:nvSpPr>
              <p:spPr>
                <a:xfrm>
                  <a:off x="2936506" y="3908513"/>
                  <a:ext cx="425549" cy="333376"/>
                </a:xfrm>
                <a:prstGeom prst="rect">
                  <a:avLst/>
                </a:prstGeom>
                <a:solidFill>
                  <a:srgbClr val="FFFFFF"/>
                </a:solidFill>
                <a:ln w="3175" cap="flat" cmpd="sng" algn="ctr">
                  <a:solidFill>
                    <a:srgbClr val="CC0000"/>
                  </a:solid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cxnSp>
              <p:nvCxnSpPr>
                <p:cNvPr id="435" name="Straight Connector 434">
                  <a:extLst>
                    <a:ext uri="{FF2B5EF4-FFF2-40B4-BE49-F238E27FC236}">
                      <a16:creationId xmlns:a16="http://schemas.microsoft.com/office/drawing/2014/main" id="{89A2E2E8-DA8D-6D49-B2DC-12FC2FC6D3C4}"/>
                    </a:ext>
                  </a:extLst>
                </p:cNvPr>
                <p:cNvCxnSpPr/>
                <p:nvPr/>
              </p:nvCxnSpPr>
              <p:spPr>
                <a:xfrm>
                  <a:off x="2931743" y="4003763"/>
                  <a:ext cx="425549" cy="0"/>
                </a:xfrm>
                <a:prstGeom prst="line">
                  <a:avLst/>
                </a:prstGeom>
                <a:noFill/>
                <a:ln w="3175" cap="flat" cmpd="sng" algn="ctr">
                  <a:solidFill>
                    <a:srgbClr val="000000"/>
                  </a:solidFill>
                  <a:prstDash val="solid"/>
                </a:ln>
                <a:effectLst/>
              </p:spPr>
            </p:cxnSp>
            <p:cxnSp>
              <p:nvCxnSpPr>
                <p:cNvPr id="436" name="Straight Connector 435">
                  <a:extLst>
                    <a:ext uri="{FF2B5EF4-FFF2-40B4-BE49-F238E27FC236}">
                      <a16:creationId xmlns:a16="http://schemas.microsoft.com/office/drawing/2014/main" id="{D4FBE92F-02C8-4244-A63E-618F5A912844}"/>
                    </a:ext>
                  </a:extLst>
                </p:cNvPr>
                <p:cNvCxnSpPr/>
                <p:nvPr/>
              </p:nvCxnSpPr>
              <p:spPr>
                <a:xfrm>
                  <a:off x="2931743" y="4067263"/>
                  <a:ext cx="425549" cy="0"/>
                </a:xfrm>
                <a:prstGeom prst="line">
                  <a:avLst/>
                </a:prstGeom>
                <a:noFill/>
                <a:ln w="3175" cap="flat" cmpd="sng" algn="ctr">
                  <a:solidFill>
                    <a:srgbClr val="000000"/>
                  </a:solidFill>
                  <a:prstDash val="solid"/>
                </a:ln>
                <a:effectLst/>
              </p:spPr>
            </p:cxnSp>
            <p:cxnSp>
              <p:nvCxnSpPr>
                <p:cNvPr id="437" name="Straight Connector 436">
                  <a:extLst>
                    <a:ext uri="{FF2B5EF4-FFF2-40B4-BE49-F238E27FC236}">
                      <a16:creationId xmlns:a16="http://schemas.microsoft.com/office/drawing/2014/main" id="{760EDE61-1AAF-D848-91CB-39C5F318690E}"/>
                    </a:ext>
                  </a:extLst>
                </p:cNvPr>
                <p:cNvCxnSpPr>
                  <a:stCxn id="434" idx="2"/>
                </p:cNvCxnSpPr>
                <p:nvPr/>
              </p:nvCxnSpPr>
              <p:spPr>
                <a:xfrm flipH="1" flipV="1">
                  <a:off x="3147693" y="4003763"/>
                  <a:ext cx="1587" cy="238126"/>
                </a:xfrm>
                <a:prstGeom prst="line">
                  <a:avLst/>
                </a:prstGeom>
                <a:noFill/>
                <a:ln w="3175" cap="flat" cmpd="sng" algn="ctr">
                  <a:solidFill>
                    <a:srgbClr val="000000"/>
                  </a:solidFill>
                  <a:prstDash val="solid"/>
                </a:ln>
                <a:effectLst/>
              </p:spPr>
            </p:cxnSp>
          </p:grpSp>
          <p:grpSp>
            <p:nvGrpSpPr>
              <p:cNvPr id="424" name="Group 473">
                <a:extLst>
                  <a:ext uri="{FF2B5EF4-FFF2-40B4-BE49-F238E27FC236}">
                    <a16:creationId xmlns:a16="http://schemas.microsoft.com/office/drawing/2014/main" id="{80D1C087-9836-C245-B670-1284428A4A6A}"/>
                  </a:ext>
                </a:extLst>
              </p:cNvPr>
              <p:cNvGrpSpPr>
                <a:grpSpLocks/>
              </p:cNvGrpSpPr>
              <p:nvPr/>
            </p:nvGrpSpPr>
            <p:grpSpPr bwMode="auto">
              <a:xfrm>
                <a:off x="-1034539" y="5261364"/>
                <a:ext cx="430360" cy="329307"/>
                <a:chOff x="2931664" y="3912603"/>
                <a:chExt cx="430450" cy="329314"/>
              </a:xfrm>
            </p:grpSpPr>
            <p:sp>
              <p:nvSpPr>
                <p:cNvPr id="430" name="Rectangle 429">
                  <a:extLst>
                    <a:ext uri="{FF2B5EF4-FFF2-40B4-BE49-F238E27FC236}">
                      <a16:creationId xmlns:a16="http://schemas.microsoft.com/office/drawing/2014/main" id="{C9A7D412-65DC-9649-A008-5ED26335CCA7}"/>
                    </a:ext>
                  </a:extLst>
                </p:cNvPr>
                <p:cNvSpPr/>
                <p:nvPr/>
              </p:nvSpPr>
              <p:spPr>
                <a:xfrm>
                  <a:off x="2936538" y="3908513"/>
                  <a:ext cx="425550" cy="333376"/>
                </a:xfrm>
                <a:prstGeom prst="rect">
                  <a:avLst/>
                </a:prstGeom>
                <a:solidFill>
                  <a:srgbClr val="FFFFFF"/>
                </a:solidFill>
                <a:ln w="3175" cap="flat" cmpd="sng" algn="ctr">
                  <a:solidFill>
                    <a:srgbClr val="CC0000"/>
                  </a:solid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cxnSp>
              <p:nvCxnSpPr>
                <p:cNvPr id="431" name="Straight Connector 430">
                  <a:extLst>
                    <a:ext uri="{FF2B5EF4-FFF2-40B4-BE49-F238E27FC236}">
                      <a16:creationId xmlns:a16="http://schemas.microsoft.com/office/drawing/2014/main" id="{2F282FB7-7000-B945-8F5A-E39A5A12E34F}"/>
                    </a:ext>
                  </a:extLst>
                </p:cNvPr>
                <p:cNvCxnSpPr/>
                <p:nvPr/>
              </p:nvCxnSpPr>
              <p:spPr>
                <a:xfrm>
                  <a:off x="2931774" y="4003763"/>
                  <a:ext cx="425550" cy="0"/>
                </a:xfrm>
                <a:prstGeom prst="line">
                  <a:avLst/>
                </a:prstGeom>
                <a:noFill/>
                <a:ln w="3175" cap="flat" cmpd="sng" algn="ctr">
                  <a:solidFill>
                    <a:srgbClr val="000000"/>
                  </a:solidFill>
                  <a:prstDash val="solid"/>
                </a:ln>
                <a:effectLst/>
              </p:spPr>
            </p:cxnSp>
            <p:cxnSp>
              <p:nvCxnSpPr>
                <p:cNvPr id="432" name="Straight Connector 431">
                  <a:extLst>
                    <a:ext uri="{FF2B5EF4-FFF2-40B4-BE49-F238E27FC236}">
                      <a16:creationId xmlns:a16="http://schemas.microsoft.com/office/drawing/2014/main" id="{6613E38A-F502-9F4F-9071-21665BB1F3DD}"/>
                    </a:ext>
                  </a:extLst>
                </p:cNvPr>
                <p:cNvCxnSpPr/>
                <p:nvPr/>
              </p:nvCxnSpPr>
              <p:spPr>
                <a:xfrm>
                  <a:off x="2931774" y="4067263"/>
                  <a:ext cx="425550" cy="0"/>
                </a:xfrm>
                <a:prstGeom prst="line">
                  <a:avLst/>
                </a:prstGeom>
                <a:noFill/>
                <a:ln w="3175" cap="flat" cmpd="sng" algn="ctr">
                  <a:solidFill>
                    <a:srgbClr val="000000"/>
                  </a:solidFill>
                  <a:prstDash val="solid"/>
                </a:ln>
                <a:effectLst/>
              </p:spPr>
            </p:cxnSp>
            <p:cxnSp>
              <p:nvCxnSpPr>
                <p:cNvPr id="433" name="Straight Connector 432">
                  <a:extLst>
                    <a:ext uri="{FF2B5EF4-FFF2-40B4-BE49-F238E27FC236}">
                      <a16:creationId xmlns:a16="http://schemas.microsoft.com/office/drawing/2014/main" id="{29B42128-C51A-6040-824E-C554F8EE3D12}"/>
                    </a:ext>
                  </a:extLst>
                </p:cNvPr>
                <p:cNvCxnSpPr>
                  <a:stCxn id="430" idx="2"/>
                </p:cNvCxnSpPr>
                <p:nvPr/>
              </p:nvCxnSpPr>
              <p:spPr>
                <a:xfrm flipH="1" flipV="1">
                  <a:off x="3147725" y="4003763"/>
                  <a:ext cx="1588" cy="238126"/>
                </a:xfrm>
                <a:prstGeom prst="line">
                  <a:avLst/>
                </a:prstGeom>
                <a:noFill/>
                <a:ln w="3175" cap="flat" cmpd="sng" algn="ctr">
                  <a:solidFill>
                    <a:srgbClr val="000000"/>
                  </a:solidFill>
                  <a:prstDash val="solid"/>
                </a:ln>
                <a:effectLst/>
              </p:spPr>
            </p:cxnSp>
          </p:grpSp>
          <p:grpSp>
            <p:nvGrpSpPr>
              <p:cNvPr id="425" name="Group 502">
                <a:extLst>
                  <a:ext uri="{FF2B5EF4-FFF2-40B4-BE49-F238E27FC236}">
                    <a16:creationId xmlns:a16="http://schemas.microsoft.com/office/drawing/2014/main" id="{C30D5DDC-A13E-034A-A1BA-1E146390EA7D}"/>
                  </a:ext>
                </a:extLst>
              </p:cNvPr>
              <p:cNvGrpSpPr>
                <a:grpSpLocks/>
              </p:cNvGrpSpPr>
              <p:nvPr/>
            </p:nvGrpSpPr>
            <p:grpSpPr bwMode="auto">
              <a:xfrm>
                <a:off x="-50289" y="5228984"/>
                <a:ext cx="430360" cy="350559"/>
                <a:chOff x="2931664" y="3912603"/>
                <a:chExt cx="430450" cy="329314"/>
              </a:xfrm>
            </p:grpSpPr>
            <p:sp>
              <p:nvSpPr>
                <p:cNvPr id="426" name="Rectangle 425">
                  <a:extLst>
                    <a:ext uri="{FF2B5EF4-FFF2-40B4-BE49-F238E27FC236}">
                      <a16:creationId xmlns:a16="http://schemas.microsoft.com/office/drawing/2014/main" id="{63A91007-6182-8647-9879-8292A71EAFEF}"/>
                    </a:ext>
                  </a:extLst>
                </p:cNvPr>
                <p:cNvSpPr/>
                <p:nvPr/>
              </p:nvSpPr>
              <p:spPr>
                <a:xfrm>
                  <a:off x="2936564" y="3912336"/>
                  <a:ext cx="425550" cy="329569"/>
                </a:xfrm>
                <a:prstGeom prst="rect">
                  <a:avLst/>
                </a:prstGeom>
                <a:solidFill>
                  <a:srgbClr val="FFFFFF"/>
                </a:solidFill>
                <a:ln w="3175" cap="flat" cmpd="sng" algn="ctr">
                  <a:solidFill>
                    <a:srgbClr val="CC0000"/>
                  </a:solid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cxnSp>
              <p:nvCxnSpPr>
                <p:cNvPr id="427" name="Straight Connector 426">
                  <a:extLst>
                    <a:ext uri="{FF2B5EF4-FFF2-40B4-BE49-F238E27FC236}">
                      <a16:creationId xmlns:a16="http://schemas.microsoft.com/office/drawing/2014/main" id="{0674F85B-15F4-F446-AD9E-DD534F9C342D}"/>
                    </a:ext>
                  </a:extLst>
                </p:cNvPr>
                <p:cNvCxnSpPr/>
                <p:nvPr/>
              </p:nvCxnSpPr>
              <p:spPr>
                <a:xfrm>
                  <a:off x="2931800" y="4003303"/>
                  <a:ext cx="425550" cy="0"/>
                </a:xfrm>
                <a:prstGeom prst="line">
                  <a:avLst/>
                </a:prstGeom>
                <a:noFill/>
                <a:ln w="3175" cap="flat" cmpd="sng" algn="ctr">
                  <a:solidFill>
                    <a:srgbClr val="000000"/>
                  </a:solidFill>
                  <a:prstDash val="solid"/>
                </a:ln>
                <a:effectLst/>
              </p:spPr>
            </p:cxnSp>
            <p:cxnSp>
              <p:nvCxnSpPr>
                <p:cNvPr id="428" name="Straight Connector 427">
                  <a:extLst>
                    <a:ext uri="{FF2B5EF4-FFF2-40B4-BE49-F238E27FC236}">
                      <a16:creationId xmlns:a16="http://schemas.microsoft.com/office/drawing/2014/main" id="{60409E77-E63A-824F-A704-D7AE94C9BA5F}"/>
                    </a:ext>
                  </a:extLst>
                </p:cNvPr>
                <p:cNvCxnSpPr/>
                <p:nvPr/>
              </p:nvCxnSpPr>
              <p:spPr>
                <a:xfrm>
                  <a:off x="2931800" y="4067428"/>
                  <a:ext cx="425550" cy="0"/>
                </a:xfrm>
                <a:prstGeom prst="line">
                  <a:avLst/>
                </a:prstGeom>
                <a:noFill/>
                <a:ln w="3175" cap="flat" cmpd="sng" algn="ctr">
                  <a:solidFill>
                    <a:srgbClr val="000000"/>
                  </a:solidFill>
                  <a:prstDash val="solid"/>
                </a:ln>
                <a:effectLst/>
              </p:spPr>
            </p:cxnSp>
            <p:cxnSp>
              <p:nvCxnSpPr>
                <p:cNvPr id="429" name="Straight Connector 428">
                  <a:extLst>
                    <a:ext uri="{FF2B5EF4-FFF2-40B4-BE49-F238E27FC236}">
                      <a16:creationId xmlns:a16="http://schemas.microsoft.com/office/drawing/2014/main" id="{76DF7BD3-201B-AE4F-909F-AB196C0CDB0D}"/>
                    </a:ext>
                  </a:extLst>
                </p:cNvPr>
                <p:cNvCxnSpPr>
                  <a:stCxn id="426" idx="2"/>
                </p:cNvCxnSpPr>
                <p:nvPr/>
              </p:nvCxnSpPr>
              <p:spPr>
                <a:xfrm flipH="1" flipV="1">
                  <a:off x="3147751" y="4003303"/>
                  <a:ext cx="1588" cy="238602"/>
                </a:xfrm>
                <a:prstGeom prst="line">
                  <a:avLst/>
                </a:prstGeom>
                <a:noFill/>
                <a:ln w="3175" cap="flat" cmpd="sng" algn="ctr">
                  <a:solidFill>
                    <a:srgbClr val="000000"/>
                  </a:solidFill>
                  <a:prstDash val="solid"/>
                </a:ln>
                <a:effectLst/>
              </p:spPr>
            </p:cxnSp>
          </p:grpSp>
        </p:grpSp>
      </p:grpSp>
      <p:grpSp>
        <p:nvGrpSpPr>
          <p:cNvPr id="442" name="Group 441">
            <a:extLst>
              <a:ext uri="{FF2B5EF4-FFF2-40B4-BE49-F238E27FC236}">
                <a16:creationId xmlns:a16="http://schemas.microsoft.com/office/drawing/2014/main" id="{DC317182-2E9B-354F-9E6B-904AD53D9670}"/>
              </a:ext>
            </a:extLst>
          </p:cNvPr>
          <p:cNvGrpSpPr>
            <a:grpSpLocks/>
          </p:cNvGrpSpPr>
          <p:nvPr/>
        </p:nvGrpSpPr>
        <p:grpSpPr bwMode="auto">
          <a:xfrm>
            <a:off x="3873085" y="2922657"/>
            <a:ext cx="4437063" cy="1577975"/>
            <a:chOff x="-4267279" y="3655204"/>
            <a:chExt cx="4437063" cy="1578510"/>
          </a:xfrm>
        </p:grpSpPr>
        <p:cxnSp>
          <p:nvCxnSpPr>
            <p:cNvPr id="443" name="Straight Arrow Connector 442">
              <a:extLst>
                <a:ext uri="{FF2B5EF4-FFF2-40B4-BE49-F238E27FC236}">
                  <a16:creationId xmlns:a16="http://schemas.microsoft.com/office/drawing/2014/main" id="{AEBEBCEA-9DEC-FC46-95E5-83FE63BD526A}"/>
                </a:ext>
              </a:extLst>
            </p:cNvPr>
            <p:cNvCxnSpPr/>
            <p:nvPr/>
          </p:nvCxnSpPr>
          <p:spPr bwMode="auto">
            <a:xfrm>
              <a:off x="-4267279" y="4047450"/>
              <a:ext cx="0" cy="422418"/>
            </a:xfrm>
            <a:prstGeom prst="straightConnector1">
              <a:avLst/>
            </a:prstGeom>
            <a:noFill/>
            <a:ln w="12700" cap="flat" cmpd="sng" algn="ctr">
              <a:solidFill>
                <a:srgbClr val="CC0000"/>
              </a:solidFill>
              <a:prstDash val="solid"/>
              <a:tailEnd type="triangle"/>
            </a:ln>
            <a:effectLst/>
          </p:spPr>
        </p:cxnSp>
        <p:cxnSp>
          <p:nvCxnSpPr>
            <p:cNvPr id="444" name="Straight Arrow Connector 443">
              <a:extLst>
                <a:ext uri="{FF2B5EF4-FFF2-40B4-BE49-F238E27FC236}">
                  <a16:creationId xmlns:a16="http://schemas.microsoft.com/office/drawing/2014/main" id="{8ADE9CEC-EEA0-A54D-AC1A-85CC293083F6}"/>
                </a:ext>
              </a:extLst>
            </p:cNvPr>
            <p:cNvCxnSpPr>
              <a:cxnSpLocks noChangeShapeType="1"/>
            </p:cNvCxnSpPr>
            <p:nvPr/>
          </p:nvCxnSpPr>
          <p:spPr bwMode="auto">
            <a:xfrm flipH="1">
              <a:off x="-2808366" y="4361882"/>
              <a:ext cx="0" cy="871832"/>
            </a:xfrm>
            <a:prstGeom prst="straightConnector1">
              <a:avLst/>
            </a:prstGeom>
            <a:noFill/>
            <a:ln w="6350">
              <a:solidFill>
                <a:srgbClr val="CC0000"/>
              </a:solidFill>
              <a:round/>
              <a:headEnd/>
              <a:tailEnd type="triangle" w="med" len="med"/>
            </a:ln>
            <a:effectLst>
              <a:outerShdw blurRad="40000" dist="20000" dir="5400000" rotWithShape="0">
                <a:srgbClr val="808080">
                  <a:alpha val="37999"/>
                </a:srgbClr>
              </a:outerShdw>
            </a:effectLst>
            <a:extLst>
              <a:ext uri="{909E8E84-426E-40DD-AFC4-6F175D3DCCD1}">
                <a14:hiddenFill xmlns:a14="http://schemas.microsoft.com/office/drawing/2010/main">
                  <a:noFill/>
                </a14:hiddenFill>
              </a:ext>
            </a:extLst>
          </p:spPr>
        </p:cxnSp>
        <p:cxnSp>
          <p:nvCxnSpPr>
            <p:cNvPr id="445" name="Straight Arrow Connector 444">
              <a:extLst>
                <a:ext uri="{FF2B5EF4-FFF2-40B4-BE49-F238E27FC236}">
                  <a16:creationId xmlns:a16="http://schemas.microsoft.com/office/drawing/2014/main" id="{6391DEC8-23F8-A847-ACF3-AD06E6E59A69}"/>
                </a:ext>
              </a:extLst>
            </p:cNvPr>
            <p:cNvCxnSpPr>
              <a:cxnSpLocks noChangeShapeType="1"/>
            </p:cNvCxnSpPr>
            <p:nvPr/>
          </p:nvCxnSpPr>
          <p:spPr bwMode="auto">
            <a:xfrm>
              <a:off x="-2006679" y="3655204"/>
              <a:ext cx="6350" cy="1576922"/>
            </a:xfrm>
            <a:prstGeom prst="straightConnector1">
              <a:avLst/>
            </a:prstGeom>
            <a:noFill/>
            <a:ln w="6350">
              <a:solidFill>
                <a:srgbClr val="CC0000"/>
              </a:solidFill>
              <a:round/>
              <a:headEnd/>
              <a:tailEnd type="triangle" w="med" len="med"/>
            </a:ln>
            <a:effectLst>
              <a:outerShdw blurRad="40000" dist="20000" dir="5400000" rotWithShape="0">
                <a:srgbClr val="808080">
                  <a:alpha val="37999"/>
                </a:srgbClr>
              </a:outerShdw>
            </a:effectLst>
            <a:extLst>
              <a:ext uri="{909E8E84-426E-40DD-AFC4-6F175D3DCCD1}">
                <a14:hiddenFill xmlns:a14="http://schemas.microsoft.com/office/drawing/2010/main">
                  <a:noFill/>
                </a14:hiddenFill>
              </a:ext>
            </a:extLst>
          </p:spPr>
        </p:cxnSp>
        <p:cxnSp>
          <p:nvCxnSpPr>
            <p:cNvPr id="446" name="Straight Arrow Connector 445">
              <a:extLst>
                <a:ext uri="{FF2B5EF4-FFF2-40B4-BE49-F238E27FC236}">
                  <a16:creationId xmlns:a16="http://schemas.microsoft.com/office/drawing/2014/main" id="{C40B4987-DD61-E544-9ED1-243F1836BF7B}"/>
                </a:ext>
              </a:extLst>
            </p:cNvPr>
            <p:cNvCxnSpPr>
              <a:cxnSpLocks noChangeShapeType="1"/>
            </p:cNvCxnSpPr>
            <p:nvPr/>
          </p:nvCxnSpPr>
          <p:spPr bwMode="auto">
            <a:xfrm>
              <a:off x="-823991" y="4326945"/>
              <a:ext cx="6350" cy="905182"/>
            </a:xfrm>
            <a:prstGeom prst="straightConnector1">
              <a:avLst/>
            </a:prstGeom>
            <a:noFill/>
            <a:ln w="6350">
              <a:solidFill>
                <a:srgbClr val="CC0000"/>
              </a:solidFill>
              <a:round/>
              <a:headEnd/>
              <a:tailEnd type="triangle" w="med" len="med"/>
            </a:ln>
            <a:effectLst>
              <a:outerShdw blurRad="40000" dist="20000" dir="5400000" rotWithShape="0">
                <a:srgbClr val="808080">
                  <a:alpha val="37999"/>
                </a:srgbClr>
              </a:outerShdw>
            </a:effectLst>
            <a:extLst>
              <a:ext uri="{909E8E84-426E-40DD-AFC4-6F175D3DCCD1}">
                <a14:hiddenFill xmlns:a14="http://schemas.microsoft.com/office/drawing/2010/main">
                  <a:noFill/>
                </a14:hiddenFill>
              </a:ext>
            </a:extLst>
          </p:spPr>
        </p:cxnSp>
        <p:cxnSp>
          <p:nvCxnSpPr>
            <p:cNvPr id="447" name="Straight Arrow Connector 446">
              <a:extLst>
                <a:ext uri="{FF2B5EF4-FFF2-40B4-BE49-F238E27FC236}">
                  <a16:creationId xmlns:a16="http://schemas.microsoft.com/office/drawing/2014/main" id="{B6FD6F72-9B1A-9E49-BC03-FF4EB3F432F8}"/>
                </a:ext>
              </a:extLst>
            </p:cNvPr>
            <p:cNvCxnSpPr>
              <a:cxnSpLocks noChangeShapeType="1"/>
            </p:cNvCxnSpPr>
            <p:nvPr/>
          </p:nvCxnSpPr>
          <p:spPr bwMode="auto">
            <a:xfrm flipH="1">
              <a:off x="166609" y="3798127"/>
              <a:ext cx="3175" cy="1399062"/>
            </a:xfrm>
            <a:prstGeom prst="straightConnector1">
              <a:avLst/>
            </a:prstGeom>
            <a:noFill/>
            <a:ln w="6350">
              <a:solidFill>
                <a:srgbClr val="CC0000"/>
              </a:solidFill>
              <a:round/>
              <a:headEnd/>
              <a:tailEnd type="triangle" w="med" len="med"/>
            </a:ln>
            <a:effectLst>
              <a:outerShdw blurRad="40000" dist="20000" dir="5400000" rotWithShape="0">
                <a:srgbClr val="808080">
                  <a:alpha val="37999"/>
                </a:srgbClr>
              </a:outerShdw>
            </a:effectLst>
            <a:extLst>
              <a:ext uri="{909E8E84-426E-40DD-AFC4-6F175D3DCCD1}">
                <a14:hiddenFill xmlns:a14="http://schemas.microsoft.com/office/drawing/2010/main">
                  <a:noFill/>
                </a14:hiddenFill>
              </a:ext>
            </a:extLst>
          </p:spPr>
        </p:cxnSp>
      </p:grpSp>
      <p:cxnSp>
        <p:nvCxnSpPr>
          <p:cNvPr id="448" name="Straight Connector 447">
            <a:extLst>
              <a:ext uri="{FF2B5EF4-FFF2-40B4-BE49-F238E27FC236}">
                <a16:creationId xmlns:a16="http://schemas.microsoft.com/office/drawing/2014/main" id="{EBF459C0-AF75-AC4B-82FD-7B57E1803EDC}"/>
              </a:ext>
            </a:extLst>
          </p:cNvPr>
          <p:cNvCxnSpPr/>
          <p:nvPr/>
        </p:nvCxnSpPr>
        <p:spPr>
          <a:xfrm flipH="1">
            <a:off x="2872960" y="5842070"/>
            <a:ext cx="1508125" cy="1587"/>
          </a:xfrm>
          <a:prstGeom prst="line">
            <a:avLst/>
          </a:prstGeom>
          <a:noFill/>
          <a:ln w="9525" cap="flat" cmpd="sng" algn="ctr">
            <a:solidFill>
              <a:srgbClr val="000000"/>
            </a:solidFill>
            <a:prstDash val="solid"/>
          </a:ln>
          <a:effectLst/>
        </p:spPr>
      </p:cxnSp>
      <p:sp>
        <p:nvSpPr>
          <p:cNvPr id="449" name="TextBox 265">
            <a:extLst>
              <a:ext uri="{FF2B5EF4-FFF2-40B4-BE49-F238E27FC236}">
                <a16:creationId xmlns:a16="http://schemas.microsoft.com/office/drawing/2014/main" id="{8D6CC213-50D8-D143-AB2E-8A70AD0BD3DA}"/>
              </a:ext>
            </a:extLst>
          </p:cNvPr>
          <p:cNvSpPr txBox="1">
            <a:spLocks noChangeArrowheads="1"/>
          </p:cNvSpPr>
          <p:nvPr/>
        </p:nvSpPr>
        <p:spPr bwMode="auto">
          <a:xfrm>
            <a:off x="4789073" y="5513457"/>
            <a:ext cx="26352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2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1</a:t>
            </a:r>
          </a:p>
        </p:txBody>
      </p:sp>
      <p:sp>
        <p:nvSpPr>
          <p:cNvPr id="450" name="TextBox 281">
            <a:extLst>
              <a:ext uri="{FF2B5EF4-FFF2-40B4-BE49-F238E27FC236}">
                <a16:creationId xmlns:a16="http://schemas.microsoft.com/office/drawing/2014/main" id="{FD871173-63C8-004A-B893-95B0B94D0C38}"/>
              </a:ext>
            </a:extLst>
          </p:cNvPr>
          <p:cNvSpPr txBox="1">
            <a:spLocks noChangeArrowheads="1"/>
          </p:cNvSpPr>
          <p:nvPr/>
        </p:nvSpPr>
        <p:spPr bwMode="auto">
          <a:xfrm>
            <a:off x="4963698" y="5800795"/>
            <a:ext cx="26352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2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2</a:t>
            </a:r>
          </a:p>
        </p:txBody>
      </p:sp>
      <p:grpSp>
        <p:nvGrpSpPr>
          <p:cNvPr id="451" name="Group 5">
            <a:extLst>
              <a:ext uri="{FF2B5EF4-FFF2-40B4-BE49-F238E27FC236}">
                <a16:creationId xmlns:a16="http://schemas.microsoft.com/office/drawing/2014/main" id="{57C14B28-467E-9240-8CC3-03FBD986B649}"/>
              </a:ext>
            </a:extLst>
          </p:cNvPr>
          <p:cNvGrpSpPr>
            <a:grpSpLocks/>
          </p:cNvGrpSpPr>
          <p:nvPr/>
        </p:nvGrpSpPr>
        <p:grpSpPr bwMode="auto">
          <a:xfrm>
            <a:off x="2528473" y="5276920"/>
            <a:ext cx="1616075" cy="487362"/>
            <a:chOff x="-4079003" y="2717403"/>
            <a:chExt cx="1616718" cy="488475"/>
          </a:xfrm>
        </p:grpSpPr>
        <p:sp>
          <p:nvSpPr>
            <p:cNvPr id="453" name="Rectangle 98">
              <a:extLst>
                <a:ext uri="{FF2B5EF4-FFF2-40B4-BE49-F238E27FC236}">
                  <a16:creationId xmlns:a16="http://schemas.microsoft.com/office/drawing/2014/main" id="{693A8054-41EF-F147-A07F-2F6F499255AB}"/>
                </a:ext>
              </a:extLst>
            </p:cNvPr>
            <p:cNvSpPr>
              <a:spLocks noChangeArrowheads="1"/>
            </p:cNvSpPr>
            <p:nvPr/>
          </p:nvSpPr>
          <p:spPr bwMode="auto">
            <a:xfrm>
              <a:off x="-4079003" y="2985994"/>
              <a:ext cx="1281675" cy="208750"/>
            </a:xfrm>
            <a:prstGeom prst="rect">
              <a:avLst/>
            </a:prstGeom>
            <a:solidFill>
              <a:srgbClr val="3333CC"/>
            </a:solidFill>
            <a:ln w="9525">
              <a:solidFill>
                <a:srgbClr val="000000"/>
              </a:solidFill>
              <a:miter lim="800000"/>
              <a:headEnd/>
              <a:tailEnd/>
            </a:ln>
            <a:effectLst>
              <a:outerShdw blurRad="50800" dist="38100" dir="18900000" algn="bl" rotWithShape="0">
                <a:prstClr val="black">
                  <a:alpha val="40000"/>
                </a:prst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54" name="Line 99">
              <a:extLst>
                <a:ext uri="{FF2B5EF4-FFF2-40B4-BE49-F238E27FC236}">
                  <a16:creationId xmlns:a16="http://schemas.microsoft.com/office/drawing/2014/main" id="{F72989E1-2AE2-724E-BB5A-C3EDBBB6AF66}"/>
                </a:ext>
              </a:extLst>
            </p:cNvPr>
            <p:cNvSpPr>
              <a:spLocks noChangeShapeType="1"/>
            </p:cNvSpPr>
            <p:nvPr/>
          </p:nvSpPr>
          <p:spPr bwMode="auto">
            <a:xfrm>
              <a:off x="-2933828" y="3101502"/>
              <a:ext cx="471543" cy="0"/>
            </a:xfrm>
            <a:prstGeom prst="line">
              <a:avLst/>
            </a:prstGeom>
            <a:noFill/>
            <a:ln w="9525">
              <a:solidFill>
                <a:srgbClr val="3333CC"/>
              </a:solidFill>
              <a:round/>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55" name="Rectangle 104">
              <a:extLst>
                <a:ext uri="{FF2B5EF4-FFF2-40B4-BE49-F238E27FC236}">
                  <a16:creationId xmlns:a16="http://schemas.microsoft.com/office/drawing/2014/main" id="{5AC95A09-8057-7147-9F57-6EFF2A5E5336}"/>
                </a:ext>
              </a:extLst>
            </p:cNvPr>
            <p:cNvSpPr>
              <a:spLocks noChangeArrowheads="1"/>
            </p:cNvSpPr>
            <p:nvPr/>
          </p:nvSpPr>
          <p:spPr bwMode="auto">
            <a:xfrm>
              <a:off x="-3377007" y="2988777"/>
              <a:ext cx="476861" cy="210142"/>
            </a:xfrm>
            <a:prstGeom prst="rect">
              <a:avLst/>
            </a:prstGeom>
            <a:solidFill>
              <a:srgbClr val="00CC99"/>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56" name="Text Box 105">
              <a:extLst>
                <a:ext uri="{FF2B5EF4-FFF2-40B4-BE49-F238E27FC236}">
                  <a16:creationId xmlns:a16="http://schemas.microsoft.com/office/drawing/2014/main" id="{47FDF11B-1F9E-D148-996F-69ECC9F11F21}"/>
                </a:ext>
              </a:extLst>
            </p:cNvPr>
            <p:cNvSpPr txBox="1">
              <a:spLocks noChangeArrowheads="1"/>
            </p:cNvSpPr>
            <p:nvPr/>
          </p:nvSpPr>
          <p:spPr bwMode="auto">
            <a:xfrm>
              <a:off x="-3430189" y="2965119"/>
              <a:ext cx="581451" cy="2407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2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0111</a:t>
              </a:r>
            </a:p>
          </p:txBody>
        </p:sp>
        <p:sp>
          <p:nvSpPr>
            <p:cNvPr id="457" name="Line 119">
              <a:extLst>
                <a:ext uri="{FF2B5EF4-FFF2-40B4-BE49-F238E27FC236}">
                  <a16:creationId xmlns:a16="http://schemas.microsoft.com/office/drawing/2014/main" id="{CD73CAA3-C367-7049-8128-3C09B270BBE7}"/>
                </a:ext>
              </a:extLst>
            </p:cNvPr>
            <p:cNvSpPr>
              <a:spLocks noChangeShapeType="1"/>
            </p:cNvSpPr>
            <p:nvPr/>
          </p:nvSpPr>
          <p:spPr bwMode="auto">
            <a:xfrm>
              <a:off x="-3621642" y="2717403"/>
              <a:ext cx="405953" cy="30060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458" name="Freeform 120">
            <a:extLst>
              <a:ext uri="{FF2B5EF4-FFF2-40B4-BE49-F238E27FC236}">
                <a16:creationId xmlns:a16="http://schemas.microsoft.com/office/drawing/2014/main" id="{9B17F469-9813-DD46-ADCC-A6A37DCBE4CD}"/>
              </a:ext>
            </a:extLst>
          </p:cNvPr>
          <p:cNvSpPr>
            <a:spLocks/>
          </p:cNvSpPr>
          <p:nvPr/>
        </p:nvSpPr>
        <p:spPr bwMode="auto">
          <a:xfrm>
            <a:off x="4084223" y="5708720"/>
            <a:ext cx="982662" cy="233362"/>
          </a:xfrm>
          <a:custGeom>
            <a:avLst/>
            <a:gdLst>
              <a:gd name="T0" fmla="*/ 0 w 554"/>
              <a:gd name="T1" fmla="*/ 2147483647 h 167"/>
              <a:gd name="T2" fmla="*/ 2147483647 w 554"/>
              <a:gd name="T3" fmla="*/ 2147483647 h 167"/>
              <a:gd name="T4" fmla="*/ 2147483647 w 554"/>
              <a:gd name="T5" fmla="*/ 2147483647 h 167"/>
              <a:gd name="T6" fmla="*/ 0 60000 65536"/>
              <a:gd name="T7" fmla="*/ 0 60000 65536"/>
              <a:gd name="T8" fmla="*/ 0 60000 65536"/>
              <a:gd name="T9" fmla="*/ 0 w 554"/>
              <a:gd name="T10" fmla="*/ 0 h 167"/>
              <a:gd name="T11" fmla="*/ 554 w 554"/>
              <a:gd name="T12" fmla="*/ 167 h 167"/>
            </a:gdLst>
            <a:ahLst/>
            <a:cxnLst>
              <a:cxn ang="T6">
                <a:pos x="T0" y="T1"/>
              </a:cxn>
              <a:cxn ang="T7">
                <a:pos x="T2" y="T3"/>
              </a:cxn>
              <a:cxn ang="T8">
                <a:pos x="T4" y="T5"/>
              </a:cxn>
            </a:cxnLst>
            <a:rect l="T9" t="T10" r="T11" b="T12"/>
            <a:pathLst>
              <a:path w="554" h="167">
                <a:moveTo>
                  <a:pt x="0" y="10"/>
                </a:moveTo>
                <a:cubicBezTo>
                  <a:pt x="102" y="0"/>
                  <a:pt x="240" y="5"/>
                  <a:pt x="324" y="26"/>
                </a:cubicBezTo>
                <a:cubicBezTo>
                  <a:pt x="416" y="52"/>
                  <a:pt x="502" y="120"/>
                  <a:pt x="554" y="167"/>
                </a:cubicBezTo>
              </a:path>
            </a:pathLst>
          </a:custGeom>
          <a:noFill/>
          <a:ln w="57150" cmpd="sng">
            <a:solidFill>
              <a:srgbClr val="FF33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459" name="Group 357">
            <a:extLst>
              <a:ext uri="{FF2B5EF4-FFF2-40B4-BE49-F238E27FC236}">
                <a16:creationId xmlns:a16="http://schemas.microsoft.com/office/drawing/2014/main" id="{F5E5FC5C-1765-2446-9583-0A67B919000D}"/>
              </a:ext>
            </a:extLst>
          </p:cNvPr>
          <p:cNvGrpSpPr>
            <a:grpSpLocks/>
          </p:cNvGrpSpPr>
          <p:nvPr/>
        </p:nvGrpSpPr>
        <p:grpSpPr bwMode="auto">
          <a:xfrm>
            <a:off x="4304885" y="5699195"/>
            <a:ext cx="565150" cy="293687"/>
            <a:chOff x="1871277" y="1576300"/>
            <a:chExt cx="1128371" cy="437861"/>
          </a:xfrm>
        </p:grpSpPr>
        <p:sp>
          <p:nvSpPr>
            <p:cNvPr id="460" name="Oval 459">
              <a:extLst>
                <a:ext uri="{FF2B5EF4-FFF2-40B4-BE49-F238E27FC236}">
                  <a16:creationId xmlns:a16="http://schemas.microsoft.com/office/drawing/2014/main" id="{BE27647C-3DCE-C848-8559-90456AA1A4C1}"/>
                </a:ext>
              </a:extLst>
            </p:cNvPr>
            <p:cNvSpPr>
              <a:spLocks noChangeArrowheads="1"/>
            </p:cNvSpPr>
            <p:nvPr/>
          </p:nvSpPr>
          <p:spPr bwMode="auto">
            <a:xfrm flipV="1">
              <a:off x="1874448" y="1694641"/>
              <a:ext cx="1125200" cy="319520"/>
            </a:xfrm>
            <a:prstGeom prst="ellipse">
              <a:avLst/>
            </a:prstGeom>
            <a:gradFill rotWithShape="1">
              <a:gsLst>
                <a:gs pos="0">
                  <a:srgbClr val="262699"/>
                </a:gs>
                <a:gs pos="53000">
                  <a:srgbClr val="8585E0"/>
                </a:gs>
                <a:gs pos="100000">
                  <a:srgbClr val="262699"/>
                </a:gs>
              </a:gsLst>
              <a:lin ang="0" scaled="1"/>
            </a:gradFill>
            <a:ln w="6350">
              <a:solidFill>
                <a:srgbClr val="000000"/>
              </a:solidFill>
              <a:round/>
              <a:headEnd/>
              <a:tailEnd/>
            </a:ln>
            <a:effectLst>
              <a:outerShdw blurRad="40000" dist="23000" dir="5400000" rotWithShape="0">
                <a:srgbClr val="808080">
                  <a:alpha val="34999"/>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solidFill>
                    <a:srgbClr val="000000"/>
                  </a:solidFill>
                </a:ln>
                <a:solidFill>
                  <a:srgbClr val="FFFFFF"/>
                </a:solidFill>
                <a:effectLst/>
                <a:uLnTx/>
                <a:uFillTx/>
                <a:latin typeface="Gill Sans MT"/>
                <a:ea typeface="ＭＳ Ｐゴシック" panose="020B0600070205080204" pitchFamily="34" charset="-128"/>
                <a:cs typeface="+mn-cs"/>
              </a:endParaRPr>
            </a:p>
          </p:txBody>
        </p:sp>
        <p:sp>
          <p:nvSpPr>
            <p:cNvPr id="461" name="Rectangle 460">
              <a:extLst>
                <a:ext uri="{FF2B5EF4-FFF2-40B4-BE49-F238E27FC236}">
                  <a16:creationId xmlns:a16="http://schemas.microsoft.com/office/drawing/2014/main" id="{59B28033-FF2E-0D49-AE8B-150A3DAC870E}"/>
                </a:ext>
              </a:extLst>
            </p:cNvPr>
            <p:cNvSpPr/>
            <p:nvPr/>
          </p:nvSpPr>
          <p:spPr bwMode="auto">
            <a:xfrm>
              <a:off x="1871277" y="1739610"/>
              <a:ext cx="1128371" cy="115975"/>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sp>
          <p:nvSpPr>
            <p:cNvPr id="462" name="Oval 461">
              <a:extLst>
                <a:ext uri="{FF2B5EF4-FFF2-40B4-BE49-F238E27FC236}">
                  <a16:creationId xmlns:a16="http://schemas.microsoft.com/office/drawing/2014/main" id="{90E87BE2-8DD5-F949-9609-CEE42558EC64}"/>
                </a:ext>
              </a:extLst>
            </p:cNvPr>
            <p:cNvSpPr>
              <a:spLocks noChangeArrowheads="1"/>
            </p:cNvSpPr>
            <p:nvPr/>
          </p:nvSpPr>
          <p:spPr bwMode="auto">
            <a:xfrm flipV="1">
              <a:off x="1871277" y="1576300"/>
              <a:ext cx="1125202" cy="319520"/>
            </a:xfrm>
            <a:prstGeom prst="ellipse">
              <a:avLst/>
            </a:prstGeom>
            <a:solidFill>
              <a:srgbClr val="BFBFBF"/>
            </a:solidFill>
            <a:ln w="6350">
              <a:solidFill>
                <a:srgbClr val="000000"/>
              </a:solidFill>
              <a:round/>
              <a:headEnd/>
              <a:tailEnd/>
            </a:ln>
            <a:effectLst>
              <a:outerShdw blurRad="40000" dist="23000" dir="5400000" rotWithShape="0">
                <a:srgbClr val="808080">
                  <a:alpha val="34999"/>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solidFill>
                    <a:srgbClr val="000000"/>
                  </a:solidFill>
                </a:ln>
                <a:solidFill>
                  <a:srgbClr val="FFFFFF"/>
                </a:solidFill>
                <a:effectLst/>
                <a:uLnTx/>
                <a:uFillTx/>
                <a:latin typeface="Gill Sans MT"/>
                <a:ea typeface="ＭＳ Ｐゴシック" panose="020B0600070205080204" pitchFamily="34" charset="-128"/>
                <a:cs typeface="+mn-cs"/>
              </a:endParaRPr>
            </a:p>
          </p:txBody>
        </p:sp>
        <p:sp>
          <p:nvSpPr>
            <p:cNvPr id="463" name="Freeform 462">
              <a:extLst>
                <a:ext uri="{FF2B5EF4-FFF2-40B4-BE49-F238E27FC236}">
                  <a16:creationId xmlns:a16="http://schemas.microsoft.com/office/drawing/2014/main" id="{E67E4AB2-89E6-9547-93D2-34CED5D46ECE}"/>
                </a:ext>
              </a:extLst>
            </p:cNvPr>
            <p:cNvSpPr/>
            <p:nvPr/>
          </p:nvSpPr>
          <p:spPr bwMode="auto">
            <a:xfrm>
              <a:off x="2159710" y="1673339"/>
              <a:ext cx="548337" cy="160944"/>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sp>
          <p:nvSpPr>
            <p:cNvPr id="464" name="Freeform 463">
              <a:extLst>
                <a:ext uri="{FF2B5EF4-FFF2-40B4-BE49-F238E27FC236}">
                  <a16:creationId xmlns:a16="http://schemas.microsoft.com/office/drawing/2014/main" id="{E0013E89-2E09-C94F-888A-0764BFC4C3DF}"/>
                </a:ext>
              </a:extLst>
            </p:cNvPr>
            <p:cNvSpPr>
              <a:spLocks/>
            </p:cNvSpPr>
            <p:nvPr/>
          </p:nvSpPr>
          <p:spPr bwMode="auto">
            <a:xfrm>
              <a:off x="2102657" y="1633104"/>
              <a:ext cx="662442" cy="111240"/>
            </a:xfrm>
            <a:custGeom>
              <a:avLst/>
              <a:gdLst>
                <a:gd name="T0" fmla="*/ 0 w 3723451"/>
                <a:gd name="T1" fmla="*/ 27215 h 932950"/>
                <a:gd name="T2" fmla="*/ 116561 w 3723451"/>
                <a:gd name="T3" fmla="*/ 321 h 932950"/>
                <a:gd name="T4" fmla="*/ 330163 w 3723451"/>
                <a:gd name="T5" fmla="*/ 62069 h 932950"/>
                <a:gd name="T6" fmla="*/ 533941 w 3723451"/>
                <a:gd name="T7" fmla="*/ 0 h 932950"/>
                <a:gd name="T8" fmla="*/ 662442 w 3723451"/>
                <a:gd name="T9" fmla="*/ 24699 h 932950"/>
                <a:gd name="T10" fmla="*/ 566838 w 3723451"/>
                <a:gd name="T11" fmla="*/ 55071 h 932950"/>
                <a:gd name="T12" fmla="*/ 536057 w 3723451"/>
                <a:gd name="T13" fmla="*/ 46883 h 932950"/>
                <a:gd name="T14" fmla="*/ 333916 w 3723451"/>
                <a:gd name="T15" fmla="*/ 111240 h 932950"/>
                <a:gd name="T16" fmla="*/ 126604 w 3723451"/>
                <a:gd name="T17" fmla="*/ 49250 h 932950"/>
                <a:gd name="T18" fmla="*/ 93085 w 3723451"/>
                <a:gd name="T19" fmla="*/ 55941 h 932950"/>
                <a:gd name="T20" fmla="*/ 0 w 3723451"/>
                <a:gd name="T21" fmla="*/ 27215 h 9329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65" name="Freeform 464">
              <a:extLst>
                <a:ext uri="{FF2B5EF4-FFF2-40B4-BE49-F238E27FC236}">
                  <a16:creationId xmlns:a16="http://schemas.microsoft.com/office/drawing/2014/main" id="{D4D31051-3F76-8D4A-A94B-F0DCA0AFF250}"/>
                </a:ext>
              </a:extLst>
            </p:cNvPr>
            <p:cNvSpPr>
              <a:spLocks/>
            </p:cNvSpPr>
            <p:nvPr/>
          </p:nvSpPr>
          <p:spPr bwMode="auto">
            <a:xfrm>
              <a:off x="2536889" y="1727776"/>
              <a:ext cx="244059" cy="97039"/>
            </a:xfrm>
            <a:custGeom>
              <a:avLst/>
              <a:gdLst>
                <a:gd name="T0" fmla="*/ 0 w 1366596"/>
                <a:gd name="T1" fmla="*/ 0 h 809868"/>
                <a:gd name="T2" fmla="*/ 244059 w 1366596"/>
                <a:gd name="T3" fmla="*/ 74985 h 809868"/>
                <a:gd name="T4" fmla="*/ 154488 w 1366596"/>
                <a:gd name="T5" fmla="*/ 97039 h 809868"/>
                <a:gd name="T6" fmla="*/ 822 w 1366596"/>
                <a:gd name="T7" fmla="*/ 51276 h 809868"/>
                <a:gd name="T8" fmla="*/ 0 w 1366596"/>
                <a:gd name="T9" fmla="*/ 0 h 8098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66" name="Freeform 465">
              <a:extLst>
                <a:ext uri="{FF2B5EF4-FFF2-40B4-BE49-F238E27FC236}">
                  <a16:creationId xmlns:a16="http://schemas.microsoft.com/office/drawing/2014/main" id="{DFC93EA6-DE5D-3E40-831C-1084B477EA4E}"/>
                </a:ext>
              </a:extLst>
            </p:cNvPr>
            <p:cNvSpPr>
              <a:spLocks/>
            </p:cNvSpPr>
            <p:nvPr/>
          </p:nvSpPr>
          <p:spPr bwMode="auto">
            <a:xfrm>
              <a:off x="2089979" y="1730143"/>
              <a:ext cx="240888" cy="97040"/>
            </a:xfrm>
            <a:custGeom>
              <a:avLst/>
              <a:gdLst>
                <a:gd name="T0" fmla="*/ 237599 w 1348191"/>
                <a:gd name="T1" fmla="*/ 0 h 791462"/>
                <a:gd name="T2" fmla="*/ 240888 w 1348191"/>
                <a:gd name="T3" fmla="*/ 46827 h 791462"/>
                <a:gd name="T4" fmla="*/ 87147 w 1348191"/>
                <a:gd name="T5" fmla="*/ 97040 h 791462"/>
                <a:gd name="T6" fmla="*/ 0 w 1348191"/>
                <a:gd name="T7" fmla="*/ 75037 h 791462"/>
                <a:gd name="T8" fmla="*/ 237599 w 1348191"/>
                <a:gd name="T9" fmla="*/ 0 h 7914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8191" h="791462">
                  <a:moveTo>
                    <a:pt x="1329786" y="0"/>
                  </a:moveTo>
                  <a:lnTo>
                    <a:pt x="1348191" y="381926"/>
                  </a:lnTo>
                  <a:lnTo>
                    <a:pt x="487742" y="791462"/>
                  </a:lnTo>
                  <a:lnTo>
                    <a:pt x="0" y="612002"/>
                  </a:lnTo>
                  <a:lnTo>
                    <a:pt x="1329786" y="0"/>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cxnSp>
          <p:nvCxnSpPr>
            <p:cNvPr id="467" name="Straight Connector 466">
              <a:extLst>
                <a:ext uri="{FF2B5EF4-FFF2-40B4-BE49-F238E27FC236}">
                  <a16:creationId xmlns:a16="http://schemas.microsoft.com/office/drawing/2014/main" id="{4C149BB2-DFC7-984A-98E9-3C4AA2DDC501}"/>
                </a:ext>
              </a:extLst>
            </p:cNvPr>
            <p:cNvCxnSpPr>
              <a:cxnSpLocks noChangeShapeType="1"/>
              <a:endCxn id="462" idx="2"/>
            </p:cNvCxnSpPr>
            <p:nvPr/>
          </p:nvCxnSpPr>
          <p:spPr bwMode="auto">
            <a:xfrm flipH="1" flipV="1">
              <a:off x="1871277" y="1737244"/>
              <a:ext cx="3171" cy="123075"/>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cxnSp>
          <p:nvCxnSpPr>
            <p:cNvPr id="468" name="Straight Connector 467">
              <a:extLst>
                <a:ext uri="{FF2B5EF4-FFF2-40B4-BE49-F238E27FC236}">
                  <a16:creationId xmlns:a16="http://schemas.microsoft.com/office/drawing/2014/main" id="{7AD8C9C3-3ED3-FC4C-9678-8E0AF3B54004}"/>
                </a:ext>
              </a:extLst>
            </p:cNvPr>
            <p:cNvCxnSpPr>
              <a:cxnSpLocks noChangeShapeType="1"/>
            </p:cNvCxnSpPr>
            <p:nvPr/>
          </p:nvCxnSpPr>
          <p:spPr bwMode="auto">
            <a:xfrm flipH="1" flipV="1">
              <a:off x="2996479" y="1734876"/>
              <a:ext cx="3169" cy="123075"/>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grpSp>
      <p:sp>
        <p:nvSpPr>
          <p:cNvPr id="469" name="TextBox 6">
            <a:extLst>
              <a:ext uri="{FF2B5EF4-FFF2-40B4-BE49-F238E27FC236}">
                <a16:creationId xmlns:a16="http://schemas.microsoft.com/office/drawing/2014/main" id="{EED866B1-9598-C54F-A0E0-D641030E1752}"/>
              </a:ext>
            </a:extLst>
          </p:cNvPr>
          <p:cNvSpPr txBox="1">
            <a:spLocks noChangeArrowheads="1"/>
          </p:cNvSpPr>
          <p:nvPr/>
        </p:nvSpPr>
        <p:spPr bwMode="auto">
          <a:xfrm>
            <a:off x="1787110" y="4943545"/>
            <a:ext cx="1992313"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values in arriving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packet header</a:t>
            </a: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70" name="TextBox 282">
            <a:extLst>
              <a:ext uri="{FF2B5EF4-FFF2-40B4-BE49-F238E27FC236}">
                <a16:creationId xmlns:a16="http://schemas.microsoft.com/office/drawing/2014/main" id="{CE2B3699-263C-CA42-8354-6E8A61868F04}"/>
              </a:ext>
            </a:extLst>
          </p:cNvPr>
          <p:cNvSpPr txBox="1">
            <a:spLocks noChangeArrowheads="1"/>
          </p:cNvSpPr>
          <p:nvPr/>
        </p:nvSpPr>
        <p:spPr bwMode="auto">
          <a:xfrm>
            <a:off x="4658898" y="5902395"/>
            <a:ext cx="261937" cy="277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2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3</a:t>
            </a:r>
          </a:p>
        </p:txBody>
      </p:sp>
    </p:spTree>
    <p:extLst>
      <p:ext uri="{BB962C8B-B14F-4D97-AF65-F5344CB8AC3E}">
        <p14:creationId xmlns:p14="http://schemas.microsoft.com/office/powerpoint/2010/main" val="3469367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87"/>
                                        </p:tgtEl>
                                        <p:attrNameLst>
                                          <p:attrName>style.visibility</p:attrName>
                                        </p:attrNameLst>
                                      </p:cBhvr>
                                      <p:to>
                                        <p:strVal val="visible"/>
                                      </p:to>
                                    </p:set>
                                    <p:animEffect transition="in" filter="wipe(down)">
                                      <p:cBhvr>
                                        <p:cTn id="7" dur="1000"/>
                                        <p:tgtEl>
                                          <p:spTgt spid="287"/>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419"/>
                                        </p:tgtEl>
                                        <p:attrNameLst>
                                          <p:attrName>style.visibility</p:attrName>
                                        </p:attrNameLst>
                                      </p:cBhvr>
                                      <p:to>
                                        <p:strVal val="visible"/>
                                      </p:to>
                                    </p:set>
                                    <p:animEffect transition="in" filter="dissolve">
                                      <p:cBhvr>
                                        <p:cTn id="12" dur="500"/>
                                        <p:tgtEl>
                                          <p:spTgt spid="419"/>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400"/>
                                        </p:tgtEl>
                                        <p:attrNameLst>
                                          <p:attrName>style.visibility</p:attrName>
                                        </p:attrNameLst>
                                      </p:cBhvr>
                                      <p:to>
                                        <p:strVal val="visible"/>
                                      </p:to>
                                    </p:set>
                                    <p:animEffect transition="in" filter="dissolve">
                                      <p:cBhvr>
                                        <p:cTn id="17" dur="500"/>
                                        <p:tgtEl>
                                          <p:spTgt spid="40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442"/>
                                        </p:tgtEl>
                                        <p:attrNameLst>
                                          <p:attrName>style.visibility</p:attrName>
                                        </p:attrNameLst>
                                      </p:cBhvr>
                                      <p:to>
                                        <p:strVal val="visible"/>
                                      </p:to>
                                    </p:set>
                                    <p:animEffect transition="in" filter="wipe(up)">
                                      <p:cBhvr>
                                        <p:cTn id="22" dur="500"/>
                                        <p:tgtEl>
                                          <p:spTgt spid="442"/>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415"/>
                                        </p:tgtEl>
                                        <p:attrNameLst>
                                          <p:attrName>style.visibility</p:attrName>
                                        </p:attrNameLst>
                                      </p:cBhvr>
                                      <p:to>
                                        <p:strVal val="visible"/>
                                      </p:to>
                                    </p:set>
                                    <p:animEffect transition="in" filter="dissolve">
                                      <p:cBhvr>
                                        <p:cTn id="27" dur="500"/>
                                        <p:tgtEl>
                                          <p:spTgt spid="4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1B8519-F020-5F41-9762-E63B0FD7EA80}"/>
              </a:ext>
            </a:extLst>
          </p:cNvPr>
          <p:cNvSpPr>
            <a:spLocks noGrp="1"/>
          </p:cNvSpPr>
          <p:nvPr>
            <p:ph type="title"/>
          </p:nvPr>
        </p:nvSpPr>
        <p:spPr>
          <a:xfrm>
            <a:off x="838200" y="398812"/>
            <a:ext cx="10515600" cy="894622"/>
          </a:xfrm>
        </p:spPr>
        <p:txBody>
          <a:bodyPr>
            <a:normAutofit/>
          </a:bodyPr>
          <a:lstStyle/>
          <a:p>
            <a:r>
              <a:rPr lang="en-US" altLang="en-US" sz="4800" dirty="0">
                <a:ea typeface="ＭＳ Ｐゴシック" panose="020B0600070205080204" pitchFamily="34" charset="-128"/>
              </a:rPr>
              <a:t>Input port functions</a:t>
            </a:r>
            <a:endParaRPr lang="en-US" sz="4800" dirty="0"/>
          </a:p>
        </p:txBody>
      </p:sp>
      <p:sp>
        <p:nvSpPr>
          <p:cNvPr id="91" name="Rectangle 12">
            <a:extLst>
              <a:ext uri="{FF2B5EF4-FFF2-40B4-BE49-F238E27FC236}">
                <a16:creationId xmlns:a16="http://schemas.microsoft.com/office/drawing/2014/main" id="{C1168DD7-29CD-D740-BA24-DFE4997DEAF2}"/>
              </a:ext>
            </a:extLst>
          </p:cNvPr>
          <p:cNvSpPr>
            <a:spLocks noChangeArrowheads="1"/>
          </p:cNvSpPr>
          <p:nvPr/>
        </p:nvSpPr>
        <p:spPr bwMode="auto">
          <a:xfrm>
            <a:off x="2275508" y="1518548"/>
            <a:ext cx="4568825" cy="1836737"/>
          </a:xfrm>
          <a:prstGeom prst="rect">
            <a:avLst/>
          </a:prstGeom>
          <a:solidFill>
            <a:srgbClr val="FFFFFF"/>
          </a:solidFill>
          <a:ln w="19050">
            <a:solidFill>
              <a:srgbClr val="5F5F5F"/>
            </a:solidFill>
            <a:miter lim="800000"/>
            <a:headEnd/>
            <a:tailEnd/>
          </a:ln>
          <a:effectLst>
            <a:outerShdw blurRad="50800" dist="38100" dir="2700000" algn="tl" rotWithShape="0">
              <a:prstClr val="black">
                <a:alpha val="40000"/>
              </a:prst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5" name="Line 16">
            <a:extLst>
              <a:ext uri="{FF2B5EF4-FFF2-40B4-BE49-F238E27FC236}">
                <a16:creationId xmlns:a16="http://schemas.microsoft.com/office/drawing/2014/main" id="{273874E2-0AAC-C144-B2A5-D7EF20CCA17E}"/>
              </a:ext>
            </a:extLst>
          </p:cNvPr>
          <p:cNvSpPr>
            <a:spLocks noChangeShapeType="1"/>
          </p:cNvSpPr>
          <p:nvPr/>
        </p:nvSpPr>
        <p:spPr bwMode="auto">
          <a:xfrm>
            <a:off x="1999283" y="2444060"/>
            <a:ext cx="423863" cy="0"/>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8" name="Line 32">
            <a:extLst>
              <a:ext uri="{FF2B5EF4-FFF2-40B4-BE49-F238E27FC236}">
                <a16:creationId xmlns:a16="http://schemas.microsoft.com/office/drawing/2014/main" id="{13983755-8FAE-1741-9303-C0E4E248C694}"/>
              </a:ext>
            </a:extLst>
          </p:cNvPr>
          <p:cNvSpPr>
            <a:spLocks noChangeShapeType="1"/>
          </p:cNvSpPr>
          <p:nvPr/>
        </p:nvSpPr>
        <p:spPr bwMode="auto">
          <a:xfrm flipV="1">
            <a:off x="6601446" y="2421835"/>
            <a:ext cx="736600" cy="1588"/>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04" name="Line 45">
            <a:extLst>
              <a:ext uri="{FF2B5EF4-FFF2-40B4-BE49-F238E27FC236}">
                <a16:creationId xmlns:a16="http://schemas.microsoft.com/office/drawing/2014/main" id="{C28D9927-E6BA-644D-AEC8-2218FA4AE8E5}"/>
              </a:ext>
            </a:extLst>
          </p:cNvPr>
          <p:cNvSpPr>
            <a:spLocks noChangeShapeType="1"/>
          </p:cNvSpPr>
          <p:nvPr/>
        </p:nvSpPr>
        <p:spPr bwMode="auto">
          <a:xfrm>
            <a:off x="7326933" y="902598"/>
            <a:ext cx="11113" cy="2865437"/>
          </a:xfrm>
          <a:prstGeom prst="line">
            <a:avLst/>
          </a:prstGeom>
          <a:noFill/>
          <a:ln w="9525">
            <a:solidFill>
              <a:srgbClr val="C00000"/>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05" name="Rectangle 46">
            <a:extLst>
              <a:ext uri="{FF2B5EF4-FFF2-40B4-BE49-F238E27FC236}">
                <a16:creationId xmlns:a16="http://schemas.microsoft.com/office/drawing/2014/main" id="{60DADEEF-0CD4-B448-8A66-E2060FA8C8D0}"/>
              </a:ext>
            </a:extLst>
          </p:cNvPr>
          <p:cNvSpPr>
            <a:spLocks noChangeArrowheads="1"/>
          </p:cNvSpPr>
          <p:nvPr/>
        </p:nvSpPr>
        <p:spPr bwMode="auto">
          <a:xfrm>
            <a:off x="7419008" y="2031310"/>
            <a:ext cx="1055688" cy="82867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9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switch</a:t>
            </a:r>
          </a:p>
          <a:p>
            <a:pPr marL="0" marR="0" lvl="0" indent="0" algn="ctr" defTabSz="914400" rtl="0" eaLnBrk="0" fontAlgn="base" latinLnBrk="0" hangingPunct="0">
              <a:lnSpc>
                <a:spcPct val="9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fabric</a:t>
            </a:r>
          </a:p>
        </p:txBody>
      </p:sp>
      <p:grpSp>
        <p:nvGrpSpPr>
          <p:cNvPr id="3" name="Group 2">
            <a:extLst>
              <a:ext uri="{FF2B5EF4-FFF2-40B4-BE49-F238E27FC236}">
                <a16:creationId xmlns:a16="http://schemas.microsoft.com/office/drawing/2014/main" id="{67F3BF66-FCD5-DF4D-990A-B26733B57152}"/>
              </a:ext>
            </a:extLst>
          </p:cNvPr>
          <p:cNvGrpSpPr/>
          <p:nvPr/>
        </p:nvGrpSpPr>
        <p:grpSpPr>
          <a:xfrm>
            <a:off x="258938" y="2032898"/>
            <a:ext cx="3589783" cy="2064484"/>
            <a:chOff x="258938" y="2032898"/>
            <a:chExt cx="3589783" cy="2064484"/>
          </a:xfrm>
        </p:grpSpPr>
        <p:sp>
          <p:nvSpPr>
            <p:cNvPr id="92" name="Rectangle 13">
              <a:extLst>
                <a:ext uri="{FF2B5EF4-FFF2-40B4-BE49-F238E27FC236}">
                  <a16:creationId xmlns:a16="http://schemas.microsoft.com/office/drawing/2014/main" id="{FA527A42-DFE8-B84B-AE0F-B6C04FC91BDC}"/>
                </a:ext>
              </a:extLst>
            </p:cNvPr>
            <p:cNvSpPr>
              <a:spLocks noChangeArrowheads="1"/>
            </p:cNvSpPr>
            <p:nvPr/>
          </p:nvSpPr>
          <p:spPr bwMode="auto">
            <a:xfrm>
              <a:off x="2431083" y="2032898"/>
              <a:ext cx="1417638" cy="828675"/>
            </a:xfrm>
            <a:prstGeom prst="rect">
              <a:avLst/>
            </a:prstGeom>
            <a:solidFill>
              <a:srgbClr val="FFFFFF"/>
            </a:solidFill>
            <a:ln w="28575">
              <a:solidFill>
                <a:srgbClr val="0066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line</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termination</a:t>
              </a:r>
            </a:p>
          </p:txBody>
        </p:sp>
        <p:sp>
          <p:nvSpPr>
            <p:cNvPr id="102" name="Text Box 5">
              <a:extLst>
                <a:ext uri="{FF2B5EF4-FFF2-40B4-BE49-F238E27FC236}">
                  <a16:creationId xmlns:a16="http://schemas.microsoft.com/office/drawing/2014/main" id="{CF874965-76FC-A440-815F-5C111BA47DB4}"/>
                </a:ext>
              </a:extLst>
            </p:cNvPr>
            <p:cNvSpPr txBox="1">
              <a:spLocks noChangeArrowheads="1"/>
            </p:cNvSpPr>
            <p:nvPr/>
          </p:nvSpPr>
          <p:spPr bwMode="auto">
            <a:xfrm>
              <a:off x="258938" y="3266385"/>
              <a:ext cx="2475358"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0" cap="none" spc="0" normalizeH="0" baseline="0" noProof="0" dirty="0">
                  <a:ln>
                    <a:noFill/>
                  </a:ln>
                  <a:solidFill>
                    <a:srgbClr val="000099"/>
                  </a:solidFill>
                  <a:effectLst/>
                  <a:uLnTx/>
                  <a:uFillTx/>
                  <a:latin typeface="Calibri" panose="020F0502020204030204"/>
                  <a:ea typeface="ＭＳ Ｐゴシック" panose="020B0600070205080204" pitchFamily="34" charset="-128"/>
                  <a:cs typeface="+mn-cs"/>
                </a:rPr>
                <a:t>physical layer:</a:t>
              </a:r>
            </a:p>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bit-level reception</a:t>
              </a:r>
              <a:endParaRPr kumimoji="0" lang="en-US" altLang="en-US" sz="20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116" name="Line 58">
              <a:extLst>
                <a:ext uri="{FF2B5EF4-FFF2-40B4-BE49-F238E27FC236}">
                  <a16:creationId xmlns:a16="http://schemas.microsoft.com/office/drawing/2014/main" id="{4B5F466A-2158-BD4D-B0D3-450398480C2C}"/>
                </a:ext>
              </a:extLst>
            </p:cNvPr>
            <p:cNvSpPr>
              <a:spLocks noChangeShapeType="1"/>
            </p:cNvSpPr>
            <p:nvPr/>
          </p:nvSpPr>
          <p:spPr bwMode="auto">
            <a:xfrm flipV="1">
              <a:off x="2743821" y="2955235"/>
              <a:ext cx="446087" cy="490538"/>
            </a:xfrm>
            <a:prstGeom prst="line">
              <a:avLst/>
            </a:prstGeom>
            <a:noFill/>
            <a:ln w="19050">
              <a:solidFill>
                <a:srgbClr val="CC0000"/>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7" name="Group 6">
            <a:extLst>
              <a:ext uri="{FF2B5EF4-FFF2-40B4-BE49-F238E27FC236}">
                <a16:creationId xmlns:a16="http://schemas.microsoft.com/office/drawing/2014/main" id="{6BA40969-3F14-3A45-97E9-4D81F9F1D53C}"/>
              </a:ext>
            </a:extLst>
          </p:cNvPr>
          <p:cNvGrpSpPr/>
          <p:nvPr/>
        </p:nvGrpSpPr>
        <p:grpSpPr>
          <a:xfrm>
            <a:off x="871146" y="1664528"/>
            <a:ext cx="4336475" cy="3729630"/>
            <a:chOff x="871146" y="1664528"/>
            <a:chExt cx="4336475" cy="3729630"/>
          </a:xfrm>
        </p:grpSpPr>
        <p:sp>
          <p:nvSpPr>
            <p:cNvPr id="99" name="Rectangle 33">
              <a:extLst>
                <a:ext uri="{FF2B5EF4-FFF2-40B4-BE49-F238E27FC236}">
                  <a16:creationId xmlns:a16="http://schemas.microsoft.com/office/drawing/2014/main" id="{C0248889-95B0-8647-AC13-2A31FDECF3DD}"/>
                </a:ext>
              </a:extLst>
            </p:cNvPr>
            <p:cNvSpPr>
              <a:spLocks noChangeArrowheads="1"/>
            </p:cNvSpPr>
            <p:nvPr/>
          </p:nvSpPr>
          <p:spPr bwMode="auto">
            <a:xfrm>
              <a:off x="4114937" y="1947588"/>
              <a:ext cx="1055688" cy="828675"/>
            </a:xfrm>
            <a:prstGeom prst="rect">
              <a:avLst/>
            </a:prstGeom>
            <a:noFill/>
            <a:ln>
              <a:noFill/>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9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link </a:t>
              </a:r>
            </a:p>
            <a:p>
              <a:pPr marL="0" marR="0" lvl="0" indent="0" algn="ctr" defTabSz="914400" rtl="0" eaLnBrk="0" fontAlgn="base" latinLnBrk="0" hangingPunct="0">
                <a:lnSpc>
                  <a:spcPct val="9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layer </a:t>
              </a:r>
            </a:p>
            <a:p>
              <a:pPr marL="0" marR="0" lvl="0" indent="0" algn="ctr" defTabSz="914400" rtl="0" eaLnBrk="0" fontAlgn="base" latinLnBrk="0" hangingPunct="0">
                <a:lnSpc>
                  <a:spcPct val="9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protocol</a:t>
              </a:r>
            </a:p>
            <a:p>
              <a:pPr marL="0" marR="0" lvl="0" indent="0" algn="ctr" defTabSz="914400" rtl="0" eaLnBrk="0" fontAlgn="base" latinLnBrk="0" hangingPunct="0">
                <a:lnSpc>
                  <a:spcPct val="9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(receive)</a:t>
              </a:r>
            </a:p>
          </p:txBody>
        </p:sp>
        <p:grpSp>
          <p:nvGrpSpPr>
            <p:cNvPr id="4" name="Group 3">
              <a:extLst>
                <a:ext uri="{FF2B5EF4-FFF2-40B4-BE49-F238E27FC236}">
                  <a16:creationId xmlns:a16="http://schemas.microsoft.com/office/drawing/2014/main" id="{9212FDFA-0F46-D741-88DA-002B11963175}"/>
                </a:ext>
              </a:extLst>
            </p:cNvPr>
            <p:cNvGrpSpPr/>
            <p:nvPr/>
          </p:nvGrpSpPr>
          <p:grpSpPr>
            <a:xfrm>
              <a:off x="871146" y="1664528"/>
              <a:ext cx="4336475" cy="3729630"/>
              <a:chOff x="871146" y="1664528"/>
              <a:chExt cx="4336475" cy="3729630"/>
            </a:xfrm>
          </p:grpSpPr>
          <p:sp>
            <p:nvSpPr>
              <p:cNvPr id="93" name="Rectangle 14">
                <a:extLst>
                  <a:ext uri="{FF2B5EF4-FFF2-40B4-BE49-F238E27FC236}">
                    <a16:creationId xmlns:a16="http://schemas.microsoft.com/office/drawing/2014/main" id="{12FFE13A-BB9E-4943-97F3-EA1EFC2EB338}"/>
                  </a:ext>
                </a:extLst>
              </p:cNvPr>
              <p:cNvSpPr>
                <a:spLocks noChangeArrowheads="1"/>
              </p:cNvSpPr>
              <p:nvPr/>
            </p:nvSpPr>
            <p:spPr bwMode="auto">
              <a:xfrm>
                <a:off x="4055096" y="1664528"/>
                <a:ext cx="1152525" cy="1409700"/>
              </a:xfrm>
              <a:prstGeom prst="rect">
                <a:avLst/>
              </a:prstGeom>
              <a:noFill/>
              <a:ln w="28575">
                <a:solidFill>
                  <a:srgbClr val="3333CC"/>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6" name="Line 30">
                <a:extLst>
                  <a:ext uri="{FF2B5EF4-FFF2-40B4-BE49-F238E27FC236}">
                    <a16:creationId xmlns:a16="http://schemas.microsoft.com/office/drawing/2014/main" id="{B6E9D844-FAAD-2A4E-88E0-E214101BBD4C}"/>
                  </a:ext>
                </a:extLst>
              </p:cNvPr>
              <p:cNvSpPr>
                <a:spLocks noChangeShapeType="1"/>
              </p:cNvSpPr>
              <p:nvPr/>
            </p:nvSpPr>
            <p:spPr bwMode="auto">
              <a:xfrm>
                <a:off x="3867771" y="2423423"/>
                <a:ext cx="190500" cy="1587"/>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03" name="Text Box 6">
                <a:extLst>
                  <a:ext uri="{FF2B5EF4-FFF2-40B4-BE49-F238E27FC236}">
                    <a16:creationId xmlns:a16="http://schemas.microsoft.com/office/drawing/2014/main" id="{EAC11D6E-3147-1749-980D-26286A15A284}"/>
                  </a:ext>
                </a:extLst>
              </p:cNvPr>
              <p:cNvSpPr txBox="1">
                <a:spLocks noChangeArrowheads="1"/>
              </p:cNvSpPr>
              <p:nvPr/>
            </p:nvSpPr>
            <p:spPr bwMode="auto">
              <a:xfrm>
                <a:off x="871146" y="4193829"/>
                <a:ext cx="1877437"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0" cap="none" spc="0" normalizeH="0" baseline="0" noProof="0" dirty="0">
                    <a:ln>
                      <a:noFill/>
                    </a:ln>
                    <a:solidFill>
                      <a:srgbClr val="000099"/>
                    </a:solidFill>
                    <a:effectLst/>
                    <a:uLnTx/>
                    <a:uFillTx/>
                    <a:latin typeface="Calibri" panose="020F0502020204030204"/>
                    <a:ea typeface="ＭＳ Ｐゴシック" panose="020B0600070205080204" pitchFamily="34" charset="-128"/>
                    <a:cs typeface="+mn-cs"/>
                  </a:rPr>
                  <a:t>link layer:</a:t>
                </a:r>
              </a:p>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e.g., Ethernet</a:t>
                </a:r>
              </a:p>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(chapter 6)</a:t>
                </a:r>
                <a:endParaRPr kumimoji="0" lang="en-US" altLang="en-US" sz="20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117" name="Line 59">
                <a:extLst>
                  <a:ext uri="{FF2B5EF4-FFF2-40B4-BE49-F238E27FC236}">
                    <a16:creationId xmlns:a16="http://schemas.microsoft.com/office/drawing/2014/main" id="{052969D8-B347-344A-9102-4C70516822DF}"/>
                  </a:ext>
                </a:extLst>
              </p:cNvPr>
              <p:cNvSpPr>
                <a:spLocks noChangeShapeType="1"/>
              </p:cNvSpPr>
              <p:nvPr/>
            </p:nvSpPr>
            <p:spPr bwMode="auto">
              <a:xfrm flipV="1">
                <a:off x="2762871" y="3152085"/>
                <a:ext cx="1193800" cy="1338263"/>
              </a:xfrm>
              <a:prstGeom prst="line">
                <a:avLst/>
              </a:prstGeom>
              <a:noFill/>
              <a:ln w="19050">
                <a:solidFill>
                  <a:srgbClr val="CC0000"/>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grpSp>
        <p:nvGrpSpPr>
          <p:cNvPr id="8" name="Group 7">
            <a:extLst>
              <a:ext uri="{FF2B5EF4-FFF2-40B4-BE49-F238E27FC236}">
                <a16:creationId xmlns:a16="http://schemas.microsoft.com/office/drawing/2014/main" id="{4E501147-3CF5-8941-886B-E4E508892657}"/>
              </a:ext>
            </a:extLst>
          </p:cNvPr>
          <p:cNvGrpSpPr/>
          <p:nvPr/>
        </p:nvGrpSpPr>
        <p:grpSpPr>
          <a:xfrm>
            <a:off x="3458817" y="1655073"/>
            <a:ext cx="8189844" cy="5023471"/>
            <a:chOff x="3458817" y="1655073"/>
            <a:chExt cx="8189844" cy="5023471"/>
          </a:xfrm>
        </p:grpSpPr>
        <p:sp>
          <p:nvSpPr>
            <p:cNvPr id="100" name="Text Box 35">
              <a:extLst>
                <a:ext uri="{FF2B5EF4-FFF2-40B4-BE49-F238E27FC236}">
                  <a16:creationId xmlns:a16="http://schemas.microsoft.com/office/drawing/2014/main" id="{926A7C49-4C7D-7F4F-9A0E-6A7815DA8608}"/>
                </a:ext>
              </a:extLst>
            </p:cNvPr>
            <p:cNvSpPr txBox="1">
              <a:spLocks noChangeArrowheads="1"/>
            </p:cNvSpPr>
            <p:nvPr/>
          </p:nvSpPr>
          <p:spPr bwMode="auto">
            <a:xfrm>
              <a:off x="5437808" y="1667773"/>
              <a:ext cx="1250950" cy="1465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lookup,</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forwarding</a:t>
              </a:r>
            </a:p>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queueing</a:t>
              </a:r>
            </a:p>
          </p:txBody>
        </p:sp>
        <p:grpSp>
          <p:nvGrpSpPr>
            <p:cNvPr id="106" name="Group 56">
              <a:extLst>
                <a:ext uri="{FF2B5EF4-FFF2-40B4-BE49-F238E27FC236}">
                  <a16:creationId xmlns:a16="http://schemas.microsoft.com/office/drawing/2014/main" id="{B68F5DD4-EE62-1647-8EBF-81CFFA9C7F14}"/>
                </a:ext>
              </a:extLst>
            </p:cNvPr>
            <p:cNvGrpSpPr>
              <a:grpSpLocks/>
            </p:cNvGrpSpPr>
            <p:nvPr/>
          </p:nvGrpSpPr>
          <p:grpSpPr bwMode="auto">
            <a:xfrm>
              <a:off x="5533058" y="2274198"/>
              <a:ext cx="993775" cy="468312"/>
              <a:chOff x="310" y="3526"/>
              <a:chExt cx="1040" cy="457"/>
            </a:xfrm>
          </p:grpSpPr>
          <p:sp>
            <p:nvSpPr>
              <p:cNvPr id="107" name="Rectangle 47">
                <a:extLst>
                  <a:ext uri="{FF2B5EF4-FFF2-40B4-BE49-F238E27FC236}">
                    <a16:creationId xmlns:a16="http://schemas.microsoft.com/office/drawing/2014/main" id="{091252DD-E9F8-F043-8F13-9AD537E4563A}"/>
                  </a:ext>
                </a:extLst>
              </p:cNvPr>
              <p:cNvSpPr>
                <a:spLocks noChangeArrowheads="1"/>
              </p:cNvSpPr>
              <p:nvPr/>
            </p:nvSpPr>
            <p:spPr bwMode="auto">
              <a:xfrm>
                <a:off x="310" y="3526"/>
                <a:ext cx="1040" cy="457"/>
              </a:xfrm>
              <a:prstGeom prst="rect">
                <a:avLst/>
              </a:prstGeom>
              <a:solidFill>
                <a:srgbClr val="FF0000"/>
              </a:solidFill>
              <a:ln w="38100">
                <a:solidFill>
                  <a:srgbClr val="FFFFFF"/>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08" name="Line 48">
                <a:extLst>
                  <a:ext uri="{FF2B5EF4-FFF2-40B4-BE49-F238E27FC236}">
                    <a16:creationId xmlns:a16="http://schemas.microsoft.com/office/drawing/2014/main" id="{8B8D0A07-01A4-B34B-A4DB-264DA4558713}"/>
                  </a:ext>
                </a:extLst>
              </p:cNvPr>
              <p:cNvSpPr>
                <a:spLocks noChangeShapeType="1"/>
              </p:cNvSpPr>
              <p:nvPr/>
            </p:nvSpPr>
            <p:spPr bwMode="auto">
              <a:xfrm>
                <a:off x="446" y="3535"/>
                <a:ext cx="2" cy="437"/>
              </a:xfrm>
              <a:prstGeom prst="line">
                <a:avLst/>
              </a:prstGeom>
              <a:noFill/>
              <a:ln w="38100">
                <a:solidFill>
                  <a:srgbClr val="FFFFFF"/>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09" name="Line 49">
                <a:extLst>
                  <a:ext uri="{FF2B5EF4-FFF2-40B4-BE49-F238E27FC236}">
                    <a16:creationId xmlns:a16="http://schemas.microsoft.com/office/drawing/2014/main" id="{CCD0BAFD-2F01-BB4A-80D7-9DD3A63121BC}"/>
                  </a:ext>
                </a:extLst>
              </p:cNvPr>
              <p:cNvSpPr>
                <a:spLocks noChangeShapeType="1"/>
              </p:cNvSpPr>
              <p:nvPr/>
            </p:nvSpPr>
            <p:spPr bwMode="auto">
              <a:xfrm>
                <a:off x="558" y="3538"/>
                <a:ext cx="2" cy="435"/>
              </a:xfrm>
              <a:prstGeom prst="line">
                <a:avLst/>
              </a:prstGeom>
              <a:noFill/>
              <a:ln w="38100">
                <a:solidFill>
                  <a:srgbClr val="FFFFFF"/>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10" name="Line 50">
                <a:extLst>
                  <a:ext uri="{FF2B5EF4-FFF2-40B4-BE49-F238E27FC236}">
                    <a16:creationId xmlns:a16="http://schemas.microsoft.com/office/drawing/2014/main" id="{7F30AE35-07B8-C647-93E6-FBCF5A109B29}"/>
                  </a:ext>
                </a:extLst>
              </p:cNvPr>
              <p:cNvSpPr>
                <a:spLocks noChangeShapeType="1"/>
              </p:cNvSpPr>
              <p:nvPr/>
            </p:nvSpPr>
            <p:spPr bwMode="auto">
              <a:xfrm>
                <a:off x="671" y="3534"/>
                <a:ext cx="2" cy="437"/>
              </a:xfrm>
              <a:prstGeom prst="line">
                <a:avLst/>
              </a:prstGeom>
              <a:noFill/>
              <a:ln w="38100">
                <a:solidFill>
                  <a:srgbClr val="FFFFFF"/>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11" name="Line 51">
                <a:extLst>
                  <a:ext uri="{FF2B5EF4-FFF2-40B4-BE49-F238E27FC236}">
                    <a16:creationId xmlns:a16="http://schemas.microsoft.com/office/drawing/2014/main" id="{F3DA64D2-455B-5648-BA10-FC52CD1311A7}"/>
                  </a:ext>
                </a:extLst>
              </p:cNvPr>
              <p:cNvSpPr>
                <a:spLocks noChangeShapeType="1"/>
              </p:cNvSpPr>
              <p:nvPr/>
            </p:nvSpPr>
            <p:spPr bwMode="auto">
              <a:xfrm>
                <a:off x="782" y="3535"/>
                <a:ext cx="2" cy="437"/>
              </a:xfrm>
              <a:prstGeom prst="line">
                <a:avLst/>
              </a:prstGeom>
              <a:noFill/>
              <a:ln w="38100">
                <a:solidFill>
                  <a:srgbClr val="FFFFFF"/>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12" name="Line 52">
                <a:extLst>
                  <a:ext uri="{FF2B5EF4-FFF2-40B4-BE49-F238E27FC236}">
                    <a16:creationId xmlns:a16="http://schemas.microsoft.com/office/drawing/2014/main" id="{106B00DE-F07D-CE47-8C50-C1CD1CD0A09F}"/>
                  </a:ext>
                </a:extLst>
              </p:cNvPr>
              <p:cNvSpPr>
                <a:spLocks noChangeShapeType="1"/>
              </p:cNvSpPr>
              <p:nvPr/>
            </p:nvSpPr>
            <p:spPr bwMode="auto">
              <a:xfrm>
                <a:off x="895" y="3534"/>
                <a:ext cx="2" cy="437"/>
              </a:xfrm>
              <a:prstGeom prst="line">
                <a:avLst/>
              </a:prstGeom>
              <a:noFill/>
              <a:ln w="38100">
                <a:solidFill>
                  <a:srgbClr val="FFFFFF"/>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13" name="Line 53">
                <a:extLst>
                  <a:ext uri="{FF2B5EF4-FFF2-40B4-BE49-F238E27FC236}">
                    <a16:creationId xmlns:a16="http://schemas.microsoft.com/office/drawing/2014/main" id="{0DED29BC-7052-8643-8C69-2F8864DFA71F}"/>
                  </a:ext>
                </a:extLst>
              </p:cNvPr>
              <p:cNvSpPr>
                <a:spLocks noChangeShapeType="1"/>
              </p:cNvSpPr>
              <p:nvPr/>
            </p:nvSpPr>
            <p:spPr bwMode="auto">
              <a:xfrm>
                <a:off x="1006" y="3534"/>
                <a:ext cx="2" cy="437"/>
              </a:xfrm>
              <a:prstGeom prst="line">
                <a:avLst/>
              </a:prstGeom>
              <a:noFill/>
              <a:ln w="38100">
                <a:solidFill>
                  <a:srgbClr val="FFFFFF"/>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14" name="Line 54">
                <a:extLst>
                  <a:ext uri="{FF2B5EF4-FFF2-40B4-BE49-F238E27FC236}">
                    <a16:creationId xmlns:a16="http://schemas.microsoft.com/office/drawing/2014/main" id="{86C73DAC-8DDF-A54A-942C-8BC351167B6F}"/>
                  </a:ext>
                </a:extLst>
              </p:cNvPr>
              <p:cNvSpPr>
                <a:spLocks noChangeShapeType="1"/>
              </p:cNvSpPr>
              <p:nvPr/>
            </p:nvSpPr>
            <p:spPr bwMode="auto">
              <a:xfrm>
                <a:off x="1121" y="3535"/>
                <a:ext cx="2" cy="437"/>
              </a:xfrm>
              <a:prstGeom prst="line">
                <a:avLst/>
              </a:prstGeom>
              <a:noFill/>
              <a:ln w="38100">
                <a:solidFill>
                  <a:srgbClr val="FFFFFF"/>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15" name="Line 55">
                <a:extLst>
                  <a:ext uri="{FF2B5EF4-FFF2-40B4-BE49-F238E27FC236}">
                    <a16:creationId xmlns:a16="http://schemas.microsoft.com/office/drawing/2014/main" id="{18BE7814-C3C9-1A4C-AD5B-3274395DD8E5}"/>
                  </a:ext>
                </a:extLst>
              </p:cNvPr>
              <p:cNvSpPr>
                <a:spLocks noChangeShapeType="1"/>
              </p:cNvSpPr>
              <p:nvPr/>
            </p:nvSpPr>
            <p:spPr bwMode="auto">
              <a:xfrm>
                <a:off x="1229" y="3538"/>
                <a:ext cx="2" cy="435"/>
              </a:xfrm>
              <a:prstGeom prst="line">
                <a:avLst/>
              </a:prstGeom>
              <a:noFill/>
              <a:ln w="38100">
                <a:solidFill>
                  <a:srgbClr val="FFFFFF"/>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 name="Group 5">
              <a:extLst>
                <a:ext uri="{FF2B5EF4-FFF2-40B4-BE49-F238E27FC236}">
                  <a16:creationId xmlns:a16="http://schemas.microsoft.com/office/drawing/2014/main" id="{B1658A4B-37AF-414E-BE01-AD93294C9259}"/>
                </a:ext>
              </a:extLst>
            </p:cNvPr>
            <p:cNvGrpSpPr/>
            <p:nvPr/>
          </p:nvGrpSpPr>
          <p:grpSpPr>
            <a:xfrm>
              <a:off x="3458817" y="1655073"/>
              <a:ext cx="8189844" cy="5023471"/>
              <a:chOff x="3458817" y="1655073"/>
              <a:chExt cx="8189844" cy="5023471"/>
            </a:xfrm>
          </p:grpSpPr>
          <p:sp>
            <p:nvSpPr>
              <p:cNvPr id="94" name="Rectangle 15">
                <a:extLst>
                  <a:ext uri="{FF2B5EF4-FFF2-40B4-BE49-F238E27FC236}">
                    <a16:creationId xmlns:a16="http://schemas.microsoft.com/office/drawing/2014/main" id="{90BCF5CF-E087-0C43-9B12-173780FEE91B}"/>
                  </a:ext>
                </a:extLst>
              </p:cNvPr>
              <p:cNvSpPr>
                <a:spLocks noChangeArrowheads="1"/>
              </p:cNvSpPr>
              <p:nvPr/>
            </p:nvSpPr>
            <p:spPr bwMode="auto">
              <a:xfrm>
                <a:off x="5406058" y="1655073"/>
                <a:ext cx="1247775" cy="1504950"/>
              </a:xfrm>
              <a:prstGeom prst="rect">
                <a:avLst/>
              </a:prstGeom>
              <a:noFill/>
              <a:ln w="28575">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7" name="Line 31">
                <a:extLst>
                  <a:ext uri="{FF2B5EF4-FFF2-40B4-BE49-F238E27FC236}">
                    <a16:creationId xmlns:a16="http://schemas.microsoft.com/office/drawing/2014/main" id="{8977AE01-852B-534D-A20E-EFF02DB5AA41}"/>
                  </a:ext>
                </a:extLst>
              </p:cNvPr>
              <p:cNvSpPr>
                <a:spLocks noChangeShapeType="1"/>
              </p:cNvSpPr>
              <p:nvPr/>
            </p:nvSpPr>
            <p:spPr bwMode="auto">
              <a:xfrm>
                <a:off x="5210796" y="2380560"/>
                <a:ext cx="190500" cy="1588"/>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01" name="Rectangle 4">
                <a:extLst>
                  <a:ext uri="{FF2B5EF4-FFF2-40B4-BE49-F238E27FC236}">
                    <a16:creationId xmlns:a16="http://schemas.microsoft.com/office/drawing/2014/main" id="{E1140E62-CB4B-6047-AA5C-851F17E9C398}"/>
                  </a:ext>
                </a:extLst>
              </p:cNvPr>
              <p:cNvSpPr txBox="1">
                <a:spLocks noChangeArrowheads="1"/>
              </p:cNvSpPr>
              <p:nvPr/>
            </p:nvSpPr>
            <p:spPr bwMode="auto">
              <a:xfrm>
                <a:off x="3458817" y="4011544"/>
                <a:ext cx="8189844" cy="266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lnSpc>
                    <a:spcPct val="85000"/>
                  </a:lnSpc>
                  <a:spcBef>
                    <a:spcPct val="20000"/>
                  </a:spcBef>
                  <a:spcAft>
                    <a:spcPct val="0"/>
                  </a:spcAft>
                  <a:buClr>
                    <a:srgbClr val="000099"/>
                  </a:buClr>
                  <a:buSzPct val="100000"/>
                  <a:buFont typeface="Wingdings" pitchFamily="2" charset="2"/>
                  <a:buChar char="§"/>
                  <a:defRPr sz="2800">
                    <a:solidFill>
                      <a:schemeClr val="tx1"/>
                    </a:solidFill>
                    <a:latin typeface="+mn-lt"/>
                    <a:ea typeface="ＭＳ Ｐゴシック" charset="0"/>
                    <a:cs typeface="ＭＳ Ｐゴシック" charset="0"/>
                  </a:defRPr>
                </a:lvl1pPr>
                <a:lvl2pPr marL="688975" indent="-231775" algn="l" rtl="0" eaLnBrk="0" fontAlgn="base" hangingPunct="0">
                  <a:lnSpc>
                    <a:spcPct val="85000"/>
                  </a:lnSpc>
                  <a:spcBef>
                    <a:spcPct val="20000"/>
                  </a:spcBef>
                  <a:spcAft>
                    <a:spcPct val="0"/>
                  </a:spcAft>
                  <a:buClr>
                    <a:srgbClr val="000099"/>
                  </a:buClr>
                  <a:buFont typeface="Arial" panose="020B0604020202020204" pitchFamily="34" charset="0"/>
                  <a:buChar char="•"/>
                  <a:defRPr sz="2400">
                    <a:solidFill>
                      <a:schemeClr val="tx1"/>
                    </a:solidFill>
                    <a:latin typeface="Gill Sans MT"/>
                    <a:ea typeface="ＭＳ Ｐゴシック" charset="0"/>
                    <a:cs typeface="Gill Sans MT"/>
                  </a:defRPr>
                </a:lvl2pPr>
                <a:lvl3pPr marL="1143000" indent="-228600" algn="l" rtl="0" eaLnBrk="0" fontAlgn="base" hangingPunct="0">
                  <a:spcBef>
                    <a:spcPct val="20000"/>
                  </a:spcBef>
                  <a:spcAft>
                    <a:spcPct val="0"/>
                  </a:spcAft>
                  <a:buChar char="•"/>
                  <a:defRPr sz="2000">
                    <a:solidFill>
                      <a:schemeClr val="tx1"/>
                    </a:solidFill>
                    <a:latin typeface="Gill Sans MT"/>
                    <a:ea typeface="Gill Sans MT" charset="0"/>
                    <a:cs typeface="Gill Sans MT"/>
                  </a:defRPr>
                </a:lvl3pPr>
                <a:lvl4pPr marL="1600200" indent="-228600" algn="l" rtl="0" eaLnBrk="0" fontAlgn="base" hangingPunct="0">
                  <a:spcBef>
                    <a:spcPct val="20000"/>
                  </a:spcBef>
                  <a:spcAft>
                    <a:spcPct val="0"/>
                  </a:spcAft>
                  <a:buChar char="–"/>
                  <a:defRPr sz="2000">
                    <a:solidFill>
                      <a:schemeClr val="tx1"/>
                    </a:solidFill>
                    <a:latin typeface="Times New Roman" pitchFamily="-109" charset="0"/>
                    <a:ea typeface="Gill Sans MT" charset="0"/>
                    <a:cs typeface="Gill Sans MT" charset="0"/>
                  </a:defRPr>
                </a:lvl4pPr>
                <a:lvl5pPr marL="2057400" indent="-228600" algn="l" rtl="0" eaLnBrk="0" fontAlgn="base" hangingPunct="0">
                  <a:spcBef>
                    <a:spcPct val="20000"/>
                  </a:spcBef>
                  <a:spcAft>
                    <a:spcPct val="0"/>
                  </a:spcAft>
                  <a:buChar char="»"/>
                  <a:defRPr sz="2000">
                    <a:solidFill>
                      <a:schemeClr val="tx1"/>
                    </a:solidFill>
                    <a:latin typeface="Times New Roman" pitchFamily="-109" charset="0"/>
                    <a:ea typeface="Gill Sans MT" charset="0"/>
                    <a:cs typeface="Gill Sans MT" charset="0"/>
                  </a:defRPr>
                </a:lvl5pPr>
                <a:lvl6pPr marL="2514600" indent="-228600" algn="l" rtl="0" eaLnBrk="0" fontAlgn="base" hangingPunct="0">
                  <a:spcBef>
                    <a:spcPct val="20000"/>
                  </a:spcBef>
                  <a:spcAft>
                    <a:spcPct val="0"/>
                  </a:spcAft>
                  <a:buChar char="»"/>
                  <a:defRPr sz="2000">
                    <a:solidFill>
                      <a:schemeClr val="tx1"/>
                    </a:solidFill>
                    <a:latin typeface="Times New Roman" pitchFamily="-109" charset="0"/>
                  </a:defRPr>
                </a:lvl6pPr>
                <a:lvl7pPr marL="2971800" indent="-228600" algn="l" rtl="0" eaLnBrk="0" fontAlgn="base" hangingPunct="0">
                  <a:spcBef>
                    <a:spcPct val="20000"/>
                  </a:spcBef>
                  <a:spcAft>
                    <a:spcPct val="0"/>
                  </a:spcAft>
                  <a:buChar char="»"/>
                  <a:defRPr sz="2000">
                    <a:solidFill>
                      <a:schemeClr val="tx1"/>
                    </a:solidFill>
                    <a:latin typeface="Times New Roman" pitchFamily="-109" charset="0"/>
                  </a:defRPr>
                </a:lvl7pPr>
                <a:lvl8pPr marL="3429000" indent="-228600" algn="l" rtl="0" eaLnBrk="0" fontAlgn="base" hangingPunct="0">
                  <a:spcBef>
                    <a:spcPct val="20000"/>
                  </a:spcBef>
                  <a:spcAft>
                    <a:spcPct val="0"/>
                  </a:spcAft>
                  <a:buChar char="»"/>
                  <a:defRPr sz="2000">
                    <a:solidFill>
                      <a:schemeClr val="tx1"/>
                    </a:solidFill>
                    <a:latin typeface="Times New Roman" pitchFamily="-109" charset="0"/>
                  </a:defRPr>
                </a:lvl8pPr>
                <a:lvl9pPr marL="3886200" indent="-228600" algn="l" rtl="0" eaLnBrk="0" fontAlgn="base" hangingPunct="0">
                  <a:spcBef>
                    <a:spcPct val="20000"/>
                  </a:spcBef>
                  <a:spcAft>
                    <a:spcPct val="0"/>
                  </a:spcAft>
                  <a:buChar char="»"/>
                  <a:defRPr sz="2000">
                    <a:solidFill>
                      <a:schemeClr val="tx1"/>
                    </a:solidFill>
                    <a:latin typeface="Times New Roman" pitchFamily="-109" charset="0"/>
                  </a:defRPr>
                </a:lvl9pPr>
              </a:lstStyle>
              <a:p>
                <a:pPr marL="342900" marR="0" lvl="0" indent="-342900" algn="l" defTabSz="914400" rtl="0" eaLnBrk="0" fontAlgn="base" latinLnBrk="0" hangingPunct="0">
                  <a:lnSpc>
                    <a:spcPct val="90000"/>
                  </a:lnSpc>
                  <a:spcBef>
                    <a:spcPct val="20000"/>
                  </a:spcBef>
                  <a:spcAft>
                    <a:spcPct val="0"/>
                  </a:spcAft>
                  <a:buClr>
                    <a:srgbClr val="000099"/>
                  </a:buClr>
                  <a:buSzPct val="100000"/>
                  <a:buFont typeface="Wingdings" pitchFamily="2" charset="2"/>
                  <a:buNone/>
                  <a:tabLst/>
                  <a:defRPr/>
                </a:pPr>
                <a:r>
                  <a:rPr kumimoji="0" lang="en-US" altLang="en-US" sz="2800" b="0" i="0" u="none" strike="noStrike" kern="0" cap="none" spc="0" normalizeH="0" baseline="0" noProof="0" dirty="0">
                    <a:ln>
                      <a:noFill/>
                    </a:ln>
                    <a:solidFill>
                      <a:srgbClr val="000099"/>
                    </a:solidFill>
                    <a:effectLst/>
                    <a:uLnTx/>
                    <a:uFillTx/>
                    <a:latin typeface="Calibri" panose="020F0502020204030204"/>
                    <a:ea typeface="ＭＳ Ｐゴシック" panose="020B0600070205080204" pitchFamily="34" charset="-128"/>
                    <a:cs typeface="ＭＳ Ｐゴシック" panose="020B0600070205080204" pitchFamily="34" charset="-128"/>
                  </a:rPr>
                  <a:t>decentralized switching</a:t>
                </a:r>
                <a:r>
                  <a:rPr kumimoji="0" lang="en-US" altLang="en-US" sz="2800" b="0" i="1" u="none" strike="noStrike" kern="0" cap="none" spc="0" normalizeH="0" baseline="0" noProof="0" dirty="0">
                    <a:ln>
                      <a:noFill/>
                    </a:ln>
                    <a:solidFill>
                      <a:srgbClr val="000099"/>
                    </a:solidFill>
                    <a:effectLst/>
                    <a:uLnTx/>
                    <a:uFillTx/>
                    <a:latin typeface="Calibri" panose="020F0502020204030204"/>
                    <a:ea typeface="ＭＳ Ｐゴシック" panose="020B0600070205080204" pitchFamily="34" charset="-128"/>
                    <a:cs typeface="ＭＳ Ｐゴシック" panose="020B0600070205080204" pitchFamily="34" charset="-128"/>
                  </a:rPr>
                  <a:t>:</a:t>
                </a:r>
                <a:r>
                  <a:rPr kumimoji="0" lang="en-US" altLang="en-US" sz="2800" b="0" i="0" u="none" strike="noStrike" kern="0" cap="none" spc="0" normalizeH="0" baseline="0" noProof="0" dirty="0">
                    <a:ln>
                      <a:noFill/>
                    </a:ln>
                    <a:solidFill>
                      <a:srgbClr val="000099"/>
                    </a:solidFill>
                    <a:effectLst/>
                    <a:uLnTx/>
                    <a:uFillTx/>
                    <a:latin typeface="Calibri" panose="020F0502020204030204"/>
                    <a:ea typeface="ＭＳ Ｐゴシック" panose="020B0600070205080204" pitchFamily="34" charset="-128"/>
                    <a:cs typeface="ＭＳ Ｐゴシック" panose="020B0600070205080204" pitchFamily="34" charset="-128"/>
                  </a:rPr>
                  <a:t> </a:t>
                </a:r>
              </a:p>
              <a:p>
                <a:pPr marL="342900" marR="0" lvl="0" indent="-342900" algn="l" defTabSz="914400" rtl="0" eaLnBrk="0" fontAlgn="base" latinLnBrk="0" hangingPunct="0">
                  <a:lnSpc>
                    <a:spcPct val="90000"/>
                  </a:lnSpc>
                  <a:spcBef>
                    <a:spcPct val="20000"/>
                  </a:spcBef>
                  <a:spcAft>
                    <a:spcPct val="0"/>
                  </a:spcAft>
                  <a:buClr>
                    <a:srgbClr val="000099"/>
                  </a:buClr>
                  <a:buSzPct val="100000"/>
                  <a:buFont typeface="Wingdings" pitchFamily="2" charset="2"/>
                  <a:buChar char="§"/>
                  <a:tabLst/>
                  <a:defRPr/>
                </a:pPr>
                <a:r>
                  <a:rPr kumimoji="0" lang="en-US" altLang="en-US" sz="2400" b="0" i="0" u="none" strike="noStrike" kern="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ＭＳ Ｐゴシック" panose="020B0600070205080204" pitchFamily="34" charset="-128"/>
                  </a:rPr>
                  <a:t>using header field values, lookup output port using forwarding table in input port memory </a:t>
                </a:r>
                <a:r>
                  <a:rPr kumimoji="0" lang="en-US" altLang="en-US" sz="2400" b="0" i="1" u="none" strike="noStrike" kern="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ＭＳ Ｐゴシック" panose="020B0600070205080204" pitchFamily="34" charset="-128"/>
                  </a:rPr>
                  <a:t>(“match plus action”)</a:t>
                </a:r>
              </a:p>
              <a:p>
                <a:pPr marL="342900" marR="0" lvl="0" indent="-342900" algn="l" defTabSz="914400" rtl="0" eaLnBrk="0" fontAlgn="base" latinLnBrk="0" hangingPunct="0">
                  <a:lnSpc>
                    <a:spcPct val="90000"/>
                  </a:lnSpc>
                  <a:spcBef>
                    <a:spcPct val="20000"/>
                  </a:spcBef>
                  <a:spcAft>
                    <a:spcPct val="0"/>
                  </a:spcAft>
                  <a:buClr>
                    <a:srgbClr val="000099"/>
                  </a:buClr>
                  <a:buSzPct val="100000"/>
                  <a:buFont typeface="Wingdings" pitchFamily="2" charset="2"/>
                  <a:buChar char="§"/>
                  <a:tabLst/>
                  <a:defRPr/>
                </a:pPr>
                <a:r>
                  <a:rPr kumimoji="0" lang="en-US" altLang="en-US" sz="2400" b="0" i="0" u="none" strike="noStrike" kern="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ＭＳ Ｐゴシック" panose="020B0600070205080204" pitchFamily="34" charset="-128"/>
                  </a:rPr>
                  <a:t>goal: complete input port processing at ‘</a:t>
                </a:r>
                <a:r>
                  <a:rPr kumimoji="0" lang="en-US" altLang="ja-JP" sz="2400" b="0" i="0" u="none" strike="noStrike" kern="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ＭＳ Ｐゴシック" panose="020B0600070205080204" pitchFamily="34" charset="-128"/>
                  </a:rPr>
                  <a:t>line speed’</a:t>
                </a:r>
              </a:p>
              <a:p>
                <a:pPr marL="342900" marR="0" lvl="0" indent="-342900" algn="l" defTabSz="914400" rtl="0" eaLnBrk="0" fontAlgn="base" latinLnBrk="0" hangingPunct="0">
                  <a:lnSpc>
                    <a:spcPct val="90000"/>
                  </a:lnSpc>
                  <a:spcBef>
                    <a:spcPct val="20000"/>
                  </a:spcBef>
                  <a:spcAft>
                    <a:spcPct val="0"/>
                  </a:spcAft>
                  <a:buClr>
                    <a:srgbClr val="000099"/>
                  </a:buClr>
                  <a:buSzPct val="100000"/>
                  <a:buFont typeface="Wingdings" pitchFamily="2" charset="2"/>
                  <a:buChar char="§"/>
                  <a:tabLst/>
                  <a:defRPr/>
                </a:pPr>
                <a:r>
                  <a:rPr kumimoji="0" lang="en-US" altLang="en-US" sz="2400" b="0" i="0" u="none" strike="noStrike" kern="0" cap="none" spc="0" normalizeH="0" baseline="0" noProof="0" dirty="0">
                    <a:ln>
                      <a:noFill/>
                    </a:ln>
                    <a:solidFill>
                      <a:srgbClr val="0000A3"/>
                    </a:solidFill>
                    <a:effectLst/>
                    <a:uLnTx/>
                    <a:uFillTx/>
                    <a:latin typeface="Calibri" panose="020F0502020204030204"/>
                    <a:ea typeface="ＭＳ Ｐゴシック" panose="020B0600070205080204" pitchFamily="34" charset="-128"/>
                    <a:cs typeface="ＭＳ Ｐゴシック" panose="020B0600070205080204" pitchFamily="34" charset="-128"/>
                  </a:rPr>
                  <a:t>input port queuing: </a:t>
                </a:r>
                <a:r>
                  <a:rPr kumimoji="0" lang="en-US" altLang="en-US" sz="2400" b="0" i="0" u="none" strike="noStrike" kern="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ＭＳ Ｐゴシック" panose="020B0600070205080204" pitchFamily="34" charset="-128"/>
                  </a:rPr>
                  <a:t>if datagrams arrive faster than forwarding rate into switch fabric</a:t>
                </a:r>
              </a:p>
            </p:txBody>
          </p:sp>
          <p:sp>
            <p:nvSpPr>
              <p:cNvPr id="118" name="Line 60">
                <a:extLst>
                  <a:ext uri="{FF2B5EF4-FFF2-40B4-BE49-F238E27FC236}">
                    <a16:creationId xmlns:a16="http://schemas.microsoft.com/office/drawing/2014/main" id="{FFF5D7A3-77C9-D34E-AC43-6A097D73FED3}"/>
                  </a:ext>
                </a:extLst>
              </p:cNvPr>
              <p:cNvSpPr>
                <a:spLocks noChangeShapeType="1"/>
              </p:cNvSpPr>
              <p:nvPr/>
            </p:nvSpPr>
            <p:spPr bwMode="auto">
              <a:xfrm flipV="1">
                <a:off x="5267946" y="3282260"/>
                <a:ext cx="669925" cy="790575"/>
              </a:xfrm>
              <a:prstGeom prst="line">
                <a:avLst/>
              </a:prstGeom>
              <a:noFill/>
              <a:ln w="19050">
                <a:solidFill>
                  <a:srgbClr val="CC0000"/>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sp>
        <p:nvSpPr>
          <p:cNvPr id="36" name="Slide Number Placeholder 4">
            <a:extLst>
              <a:ext uri="{FF2B5EF4-FFF2-40B4-BE49-F238E27FC236}">
                <a16:creationId xmlns:a16="http://schemas.microsoft.com/office/drawing/2014/main" id="{B127B8A7-EB35-9F48-B1F3-0905B5BFF219}"/>
              </a:ext>
            </a:extLst>
          </p:cNvPr>
          <p:cNvSpPr>
            <a:spLocks noGrp="1"/>
          </p:cNvSpPr>
          <p:nvPr>
            <p:ph type="sldNum" sz="quarter" idx="4"/>
          </p:nvPr>
        </p:nvSpPr>
        <p:spPr>
          <a:xfrm>
            <a:off x="9219616" y="6443089"/>
            <a:ext cx="2743200" cy="365125"/>
          </a:xfrm>
        </p:spPr>
        <p:txBody>
          <a:bodyPr/>
          <a:lstStyle/>
          <a:p>
            <a:r>
              <a:rPr lang="en-US" dirty="0"/>
              <a:t>Network Layer: 4-</a:t>
            </a:r>
            <a:fld id="{C4204591-24BD-A542-B9D5-F8D8A88D2FEE}" type="slidenum">
              <a:rPr lang="en-US" smtClean="0"/>
              <a:pPr/>
              <a:t>4</a:t>
            </a:fld>
            <a:endParaRPr lang="en-US" dirty="0"/>
          </a:p>
        </p:txBody>
      </p:sp>
      <p:grpSp>
        <p:nvGrpSpPr>
          <p:cNvPr id="14" name="Group 13">
            <a:extLst>
              <a:ext uri="{FF2B5EF4-FFF2-40B4-BE49-F238E27FC236}">
                <a16:creationId xmlns:a16="http://schemas.microsoft.com/office/drawing/2014/main" id="{9D2B58EA-90EB-22DC-70F2-0EE6BCA02F30}"/>
              </a:ext>
            </a:extLst>
          </p:cNvPr>
          <p:cNvGrpSpPr/>
          <p:nvPr/>
        </p:nvGrpSpPr>
        <p:grpSpPr>
          <a:xfrm>
            <a:off x="1199417" y="5446716"/>
            <a:ext cx="2137372" cy="695498"/>
            <a:chOff x="646967" y="5446716"/>
            <a:chExt cx="2137372" cy="695498"/>
          </a:xfrm>
        </p:grpSpPr>
        <p:pic>
          <p:nvPicPr>
            <p:cNvPr id="9" name="Picture 8" descr="Icon&#10;&#10;Description automatically generated">
              <a:extLst>
                <a:ext uri="{FF2B5EF4-FFF2-40B4-BE49-F238E27FC236}">
                  <a16:creationId xmlns:a16="http://schemas.microsoft.com/office/drawing/2014/main" id="{4CC8409D-09E5-7BEE-7B96-571D305DC6E4}"/>
                </a:ext>
              </a:extLst>
            </p:cNvPr>
            <p:cNvPicPr>
              <a:picLocks noChangeAspect="1"/>
            </p:cNvPicPr>
            <p:nvPr/>
          </p:nvPicPr>
          <p:blipFill>
            <a:blip r:embed="rId3"/>
            <a:stretch>
              <a:fillRect/>
            </a:stretch>
          </p:blipFill>
          <p:spPr>
            <a:xfrm>
              <a:off x="646967" y="5446716"/>
              <a:ext cx="505593" cy="695498"/>
            </a:xfrm>
            <a:prstGeom prst="rect">
              <a:avLst/>
            </a:prstGeom>
          </p:spPr>
        </p:pic>
        <p:sp>
          <p:nvSpPr>
            <p:cNvPr id="11" name="TextBox 10">
              <a:extLst>
                <a:ext uri="{FF2B5EF4-FFF2-40B4-BE49-F238E27FC236}">
                  <a16:creationId xmlns:a16="http://schemas.microsoft.com/office/drawing/2014/main" id="{606794DD-4CEC-4221-126D-5947BA568F5C}"/>
                </a:ext>
              </a:extLst>
            </p:cNvPr>
            <p:cNvSpPr txBox="1"/>
            <p:nvPr/>
          </p:nvSpPr>
          <p:spPr>
            <a:xfrm>
              <a:off x="1171610" y="5609799"/>
              <a:ext cx="1612729" cy="369332"/>
            </a:xfrm>
            <a:prstGeom prst="rect">
              <a:avLst/>
            </a:prstGeom>
            <a:noFill/>
          </p:spPr>
          <p:txBody>
            <a:bodyPr wrap="square">
              <a:spAutoFit/>
            </a:bodyPr>
            <a:lstStyle/>
            <a:p>
              <a:r>
                <a:rPr lang="en-US" altLang="en-US" kern="0" dirty="0">
                  <a:solidFill>
                    <a:srgbClr val="000000"/>
                  </a:solidFill>
                  <a:latin typeface="Calibri" panose="020F0502020204030204"/>
                  <a:ea typeface="ＭＳ Ｐゴシック" panose="020B0600070205080204" pitchFamily="34" charset="-128"/>
                </a:rPr>
                <a:t>F</a:t>
              </a:r>
              <a:r>
                <a:rPr kumimoji="0" lang="en-US" altLang="en-US" sz="1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rame</a:t>
              </a:r>
              <a:endParaRPr lang="en-US" dirty="0"/>
            </a:p>
          </p:txBody>
        </p:sp>
      </p:grpSp>
      <p:grpSp>
        <p:nvGrpSpPr>
          <p:cNvPr id="17" name="Group 16">
            <a:extLst>
              <a:ext uri="{FF2B5EF4-FFF2-40B4-BE49-F238E27FC236}">
                <a16:creationId xmlns:a16="http://schemas.microsoft.com/office/drawing/2014/main" id="{00106228-C860-72EA-13E6-FF5F1BE226A2}"/>
              </a:ext>
            </a:extLst>
          </p:cNvPr>
          <p:cNvGrpSpPr/>
          <p:nvPr/>
        </p:nvGrpSpPr>
        <p:grpSpPr>
          <a:xfrm>
            <a:off x="6844333" y="2806194"/>
            <a:ext cx="2235870" cy="1007085"/>
            <a:chOff x="6844333" y="2806194"/>
            <a:chExt cx="2235870" cy="1007085"/>
          </a:xfrm>
        </p:grpSpPr>
        <p:sp>
          <p:nvSpPr>
            <p:cNvPr id="16" name="Rounded Rectangular Callout 15">
              <a:extLst>
                <a:ext uri="{FF2B5EF4-FFF2-40B4-BE49-F238E27FC236}">
                  <a16:creationId xmlns:a16="http://schemas.microsoft.com/office/drawing/2014/main" id="{1490BC80-40CE-40B9-5D35-8D5390035C0E}"/>
                </a:ext>
              </a:extLst>
            </p:cNvPr>
            <p:cNvSpPr/>
            <p:nvPr/>
          </p:nvSpPr>
          <p:spPr>
            <a:xfrm>
              <a:off x="6844333" y="2806194"/>
              <a:ext cx="1779588" cy="1007085"/>
            </a:xfrm>
            <a:prstGeom prst="wedgeRoundRectCallout">
              <a:avLst>
                <a:gd name="adj1" fmla="val -64240"/>
                <a:gd name="adj2" fmla="val -54353"/>
                <a:gd name="adj3" fmla="val 16667"/>
              </a:avLst>
            </a:prstGeom>
            <a:ln w="25400">
              <a:solidFill>
                <a:schemeClr val="tx1">
                  <a:lumMod val="95000"/>
                  <a:lumOff val="5000"/>
                </a:schemeClr>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n-US" dirty="0"/>
            </a:p>
          </p:txBody>
        </p:sp>
        <p:pic>
          <p:nvPicPr>
            <p:cNvPr id="12" name="Picture 11" descr="Icon&#10;&#10;Description automatically generated">
              <a:extLst>
                <a:ext uri="{FF2B5EF4-FFF2-40B4-BE49-F238E27FC236}">
                  <a16:creationId xmlns:a16="http://schemas.microsoft.com/office/drawing/2014/main" id="{62B92C9B-3280-B0FC-57E4-90B0C0B4A79C}"/>
                </a:ext>
              </a:extLst>
            </p:cNvPr>
            <p:cNvPicPr>
              <a:picLocks noChangeAspect="1"/>
            </p:cNvPicPr>
            <p:nvPr/>
          </p:nvPicPr>
          <p:blipFill>
            <a:blip r:embed="rId4"/>
            <a:stretch>
              <a:fillRect/>
            </a:stretch>
          </p:blipFill>
          <p:spPr>
            <a:xfrm>
              <a:off x="6962236" y="2971427"/>
              <a:ext cx="451829" cy="621665"/>
            </a:xfrm>
            <a:prstGeom prst="rect">
              <a:avLst/>
            </a:prstGeom>
          </p:spPr>
        </p:pic>
        <p:sp>
          <p:nvSpPr>
            <p:cNvPr id="13" name="TextBox 12">
              <a:extLst>
                <a:ext uri="{FF2B5EF4-FFF2-40B4-BE49-F238E27FC236}">
                  <a16:creationId xmlns:a16="http://schemas.microsoft.com/office/drawing/2014/main" id="{8302DA1C-B2FD-2081-47D6-966E745AB1A0}"/>
                </a:ext>
              </a:extLst>
            </p:cNvPr>
            <p:cNvSpPr txBox="1"/>
            <p:nvPr/>
          </p:nvSpPr>
          <p:spPr>
            <a:xfrm>
              <a:off x="7467474" y="3131380"/>
              <a:ext cx="1612729" cy="369332"/>
            </a:xfrm>
            <a:prstGeom prst="rect">
              <a:avLst/>
            </a:prstGeom>
            <a:noFill/>
          </p:spPr>
          <p:txBody>
            <a:bodyPr wrap="square">
              <a:spAutoFit/>
            </a:bodyPr>
            <a:lstStyle/>
            <a:p>
              <a:r>
                <a:rPr lang="en-US" kern="0" dirty="0">
                  <a:solidFill>
                    <a:srgbClr val="000000"/>
                  </a:solidFill>
                  <a:latin typeface="Calibri" panose="020F0502020204030204"/>
                  <a:ea typeface="ＭＳ Ｐゴシック" panose="020B0600070205080204" pitchFamily="34" charset="-128"/>
                </a:rPr>
                <a:t>Datagram</a:t>
              </a:r>
              <a:endParaRPr lang="en-US" dirty="0"/>
            </a:p>
          </p:txBody>
        </p:sp>
      </p:grpSp>
    </p:spTree>
    <p:extLst>
      <p:ext uri="{BB962C8B-B14F-4D97-AF65-F5344CB8AC3E}">
        <p14:creationId xmlns:p14="http://schemas.microsoft.com/office/powerpoint/2010/main" val="9525495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ssolv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dissolve">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dissolve">
                                      <p:cBhvr>
                                        <p:cTn id="17" dur="5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dissolve">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dissolve">
                                      <p:cBhvr>
                                        <p:cTn id="27"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1B8519-F020-5F41-9762-E63B0FD7EA80}"/>
              </a:ext>
            </a:extLst>
          </p:cNvPr>
          <p:cNvSpPr>
            <a:spLocks noGrp="1"/>
          </p:cNvSpPr>
          <p:nvPr>
            <p:ph type="title"/>
          </p:nvPr>
        </p:nvSpPr>
        <p:spPr>
          <a:xfrm>
            <a:off x="838200" y="398812"/>
            <a:ext cx="10515600" cy="894622"/>
          </a:xfrm>
        </p:spPr>
        <p:txBody>
          <a:bodyPr>
            <a:normAutofit/>
          </a:bodyPr>
          <a:lstStyle/>
          <a:p>
            <a:r>
              <a:rPr lang="en-US" altLang="en-US" sz="4800" dirty="0">
                <a:ea typeface="ＭＳ Ｐゴシック" panose="020B0600070205080204" pitchFamily="34" charset="-128"/>
              </a:rPr>
              <a:t>Input port functions</a:t>
            </a:r>
            <a:endParaRPr lang="en-US" sz="4800" dirty="0"/>
          </a:p>
        </p:txBody>
      </p:sp>
      <p:sp>
        <p:nvSpPr>
          <p:cNvPr id="91" name="Rectangle 12">
            <a:extLst>
              <a:ext uri="{FF2B5EF4-FFF2-40B4-BE49-F238E27FC236}">
                <a16:creationId xmlns:a16="http://schemas.microsoft.com/office/drawing/2014/main" id="{C1168DD7-29CD-D740-BA24-DFE4997DEAF2}"/>
              </a:ext>
            </a:extLst>
          </p:cNvPr>
          <p:cNvSpPr>
            <a:spLocks noChangeArrowheads="1"/>
          </p:cNvSpPr>
          <p:nvPr/>
        </p:nvSpPr>
        <p:spPr bwMode="auto">
          <a:xfrm>
            <a:off x="2275508" y="1518548"/>
            <a:ext cx="4568825" cy="1836737"/>
          </a:xfrm>
          <a:prstGeom prst="rect">
            <a:avLst/>
          </a:prstGeom>
          <a:solidFill>
            <a:srgbClr val="FFFFFF"/>
          </a:solidFill>
          <a:ln w="19050">
            <a:solidFill>
              <a:srgbClr val="5F5F5F"/>
            </a:solidFill>
            <a:miter lim="800000"/>
            <a:headEnd/>
            <a:tailEnd/>
          </a:ln>
          <a:effectLst>
            <a:outerShdw blurRad="50800" dist="38100" dir="2700000" algn="tl" rotWithShape="0">
              <a:prstClr val="black">
                <a:alpha val="40000"/>
              </a:prst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2" name="Rectangle 13">
            <a:extLst>
              <a:ext uri="{FF2B5EF4-FFF2-40B4-BE49-F238E27FC236}">
                <a16:creationId xmlns:a16="http://schemas.microsoft.com/office/drawing/2014/main" id="{FA527A42-DFE8-B84B-AE0F-B6C04FC91BDC}"/>
              </a:ext>
            </a:extLst>
          </p:cNvPr>
          <p:cNvSpPr>
            <a:spLocks noChangeArrowheads="1"/>
          </p:cNvSpPr>
          <p:nvPr/>
        </p:nvSpPr>
        <p:spPr bwMode="auto">
          <a:xfrm>
            <a:off x="2431083" y="2032898"/>
            <a:ext cx="1417638" cy="828675"/>
          </a:xfrm>
          <a:prstGeom prst="rect">
            <a:avLst/>
          </a:prstGeom>
          <a:solidFill>
            <a:srgbClr val="FFFFFF"/>
          </a:solidFill>
          <a:ln w="28575">
            <a:solidFill>
              <a:srgbClr val="0066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line</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termination</a:t>
            </a:r>
          </a:p>
        </p:txBody>
      </p:sp>
      <p:sp>
        <p:nvSpPr>
          <p:cNvPr id="94" name="Rectangle 15">
            <a:extLst>
              <a:ext uri="{FF2B5EF4-FFF2-40B4-BE49-F238E27FC236}">
                <a16:creationId xmlns:a16="http://schemas.microsoft.com/office/drawing/2014/main" id="{90BCF5CF-E087-0C43-9B12-173780FEE91B}"/>
              </a:ext>
            </a:extLst>
          </p:cNvPr>
          <p:cNvSpPr>
            <a:spLocks noChangeArrowheads="1"/>
          </p:cNvSpPr>
          <p:nvPr/>
        </p:nvSpPr>
        <p:spPr bwMode="auto">
          <a:xfrm>
            <a:off x="5406058" y="1655073"/>
            <a:ext cx="1247775" cy="1504950"/>
          </a:xfrm>
          <a:prstGeom prst="rect">
            <a:avLst/>
          </a:prstGeom>
          <a:solidFill>
            <a:srgbClr val="FFFFFF"/>
          </a:solidFill>
          <a:ln w="28575">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5" name="Line 16">
            <a:extLst>
              <a:ext uri="{FF2B5EF4-FFF2-40B4-BE49-F238E27FC236}">
                <a16:creationId xmlns:a16="http://schemas.microsoft.com/office/drawing/2014/main" id="{273874E2-0AAC-C144-B2A5-D7EF20CCA17E}"/>
              </a:ext>
            </a:extLst>
          </p:cNvPr>
          <p:cNvSpPr>
            <a:spLocks noChangeShapeType="1"/>
          </p:cNvSpPr>
          <p:nvPr/>
        </p:nvSpPr>
        <p:spPr bwMode="auto">
          <a:xfrm>
            <a:off x="1999283" y="2444060"/>
            <a:ext cx="423863" cy="0"/>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6" name="Line 30">
            <a:extLst>
              <a:ext uri="{FF2B5EF4-FFF2-40B4-BE49-F238E27FC236}">
                <a16:creationId xmlns:a16="http://schemas.microsoft.com/office/drawing/2014/main" id="{B6E9D844-FAAD-2A4E-88E0-E214101BBD4C}"/>
              </a:ext>
            </a:extLst>
          </p:cNvPr>
          <p:cNvSpPr>
            <a:spLocks noChangeShapeType="1"/>
          </p:cNvSpPr>
          <p:nvPr/>
        </p:nvSpPr>
        <p:spPr bwMode="auto">
          <a:xfrm>
            <a:off x="3867771" y="2423423"/>
            <a:ext cx="190500" cy="1587"/>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7" name="Line 31">
            <a:extLst>
              <a:ext uri="{FF2B5EF4-FFF2-40B4-BE49-F238E27FC236}">
                <a16:creationId xmlns:a16="http://schemas.microsoft.com/office/drawing/2014/main" id="{8977AE01-852B-534D-A20E-EFF02DB5AA41}"/>
              </a:ext>
            </a:extLst>
          </p:cNvPr>
          <p:cNvSpPr>
            <a:spLocks noChangeShapeType="1"/>
          </p:cNvSpPr>
          <p:nvPr/>
        </p:nvSpPr>
        <p:spPr bwMode="auto">
          <a:xfrm>
            <a:off x="5210796" y="2380560"/>
            <a:ext cx="190500" cy="1588"/>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8" name="Line 32">
            <a:extLst>
              <a:ext uri="{FF2B5EF4-FFF2-40B4-BE49-F238E27FC236}">
                <a16:creationId xmlns:a16="http://schemas.microsoft.com/office/drawing/2014/main" id="{13983755-8FAE-1741-9303-C0E4E248C694}"/>
              </a:ext>
            </a:extLst>
          </p:cNvPr>
          <p:cNvSpPr>
            <a:spLocks noChangeShapeType="1"/>
          </p:cNvSpPr>
          <p:nvPr/>
        </p:nvSpPr>
        <p:spPr bwMode="auto">
          <a:xfrm flipV="1">
            <a:off x="6601446" y="2421835"/>
            <a:ext cx="736600" cy="1588"/>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00" name="Text Box 35">
            <a:extLst>
              <a:ext uri="{FF2B5EF4-FFF2-40B4-BE49-F238E27FC236}">
                <a16:creationId xmlns:a16="http://schemas.microsoft.com/office/drawing/2014/main" id="{926A7C49-4C7D-7F4F-9A0E-6A7815DA8608}"/>
              </a:ext>
            </a:extLst>
          </p:cNvPr>
          <p:cNvSpPr txBox="1">
            <a:spLocks noChangeArrowheads="1"/>
          </p:cNvSpPr>
          <p:nvPr/>
        </p:nvSpPr>
        <p:spPr bwMode="auto">
          <a:xfrm>
            <a:off x="5437808" y="1667773"/>
            <a:ext cx="1250950" cy="1465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lookup,</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forwarding</a:t>
            </a:r>
          </a:p>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queueing</a:t>
            </a:r>
          </a:p>
        </p:txBody>
      </p:sp>
      <p:sp>
        <p:nvSpPr>
          <p:cNvPr id="101" name="Rectangle 4">
            <a:extLst>
              <a:ext uri="{FF2B5EF4-FFF2-40B4-BE49-F238E27FC236}">
                <a16:creationId xmlns:a16="http://schemas.microsoft.com/office/drawing/2014/main" id="{E1140E62-CB4B-6047-AA5C-851F17E9C398}"/>
              </a:ext>
            </a:extLst>
          </p:cNvPr>
          <p:cNvSpPr txBox="1">
            <a:spLocks noChangeArrowheads="1"/>
          </p:cNvSpPr>
          <p:nvPr/>
        </p:nvSpPr>
        <p:spPr bwMode="auto">
          <a:xfrm>
            <a:off x="3458817" y="4011544"/>
            <a:ext cx="8189844" cy="266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lnSpc>
                <a:spcPct val="85000"/>
              </a:lnSpc>
              <a:spcBef>
                <a:spcPct val="20000"/>
              </a:spcBef>
              <a:spcAft>
                <a:spcPct val="0"/>
              </a:spcAft>
              <a:buClr>
                <a:srgbClr val="000099"/>
              </a:buClr>
              <a:buSzPct val="100000"/>
              <a:buFont typeface="Wingdings" pitchFamily="2" charset="2"/>
              <a:buChar char="§"/>
              <a:defRPr sz="2800">
                <a:solidFill>
                  <a:schemeClr val="tx1"/>
                </a:solidFill>
                <a:latin typeface="+mn-lt"/>
                <a:ea typeface="ＭＳ Ｐゴシック" charset="0"/>
                <a:cs typeface="ＭＳ Ｐゴシック" charset="0"/>
              </a:defRPr>
            </a:lvl1pPr>
            <a:lvl2pPr marL="688975" indent="-231775" algn="l" rtl="0" eaLnBrk="0" fontAlgn="base" hangingPunct="0">
              <a:lnSpc>
                <a:spcPct val="85000"/>
              </a:lnSpc>
              <a:spcBef>
                <a:spcPct val="20000"/>
              </a:spcBef>
              <a:spcAft>
                <a:spcPct val="0"/>
              </a:spcAft>
              <a:buClr>
                <a:srgbClr val="000099"/>
              </a:buClr>
              <a:buFont typeface="Arial" panose="020B0604020202020204" pitchFamily="34" charset="0"/>
              <a:buChar char="•"/>
              <a:defRPr sz="2400">
                <a:solidFill>
                  <a:schemeClr val="tx1"/>
                </a:solidFill>
                <a:latin typeface="Gill Sans MT"/>
                <a:ea typeface="ＭＳ Ｐゴシック" charset="0"/>
                <a:cs typeface="Gill Sans MT"/>
              </a:defRPr>
            </a:lvl2pPr>
            <a:lvl3pPr marL="1143000" indent="-228600" algn="l" rtl="0" eaLnBrk="0" fontAlgn="base" hangingPunct="0">
              <a:spcBef>
                <a:spcPct val="20000"/>
              </a:spcBef>
              <a:spcAft>
                <a:spcPct val="0"/>
              </a:spcAft>
              <a:buChar char="•"/>
              <a:defRPr sz="2000">
                <a:solidFill>
                  <a:schemeClr val="tx1"/>
                </a:solidFill>
                <a:latin typeface="Gill Sans MT"/>
                <a:ea typeface="Gill Sans MT" charset="0"/>
                <a:cs typeface="Gill Sans MT"/>
              </a:defRPr>
            </a:lvl3pPr>
            <a:lvl4pPr marL="1600200" indent="-228600" algn="l" rtl="0" eaLnBrk="0" fontAlgn="base" hangingPunct="0">
              <a:spcBef>
                <a:spcPct val="20000"/>
              </a:spcBef>
              <a:spcAft>
                <a:spcPct val="0"/>
              </a:spcAft>
              <a:buChar char="–"/>
              <a:defRPr sz="2000">
                <a:solidFill>
                  <a:schemeClr val="tx1"/>
                </a:solidFill>
                <a:latin typeface="Times New Roman" pitchFamily="-109" charset="0"/>
                <a:ea typeface="Gill Sans MT" charset="0"/>
                <a:cs typeface="Gill Sans MT" charset="0"/>
              </a:defRPr>
            </a:lvl4pPr>
            <a:lvl5pPr marL="2057400" indent="-228600" algn="l" rtl="0" eaLnBrk="0" fontAlgn="base" hangingPunct="0">
              <a:spcBef>
                <a:spcPct val="20000"/>
              </a:spcBef>
              <a:spcAft>
                <a:spcPct val="0"/>
              </a:spcAft>
              <a:buChar char="»"/>
              <a:defRPr sz="2000">
                <a:solidFill>
                  <a:schemeClr val="tx1"/>
                </a:solidFill>
                <a:latin typeface="Times New Roman" pitchFamily="-109" charset="0"/>
                <a:ea typeface="Gill Sans MT" charset="0"/>
                <a:cs typeface="Gill Sans MT" charset="0"/>
              </a:defRPr>
            </a:lvl5pPr>
            <a:lvl6pPr marL="2514600" indent="-228600" algn="l" rtl="0" eaLnBrk="0" fontAlgn="base" hangingPunct="0">
              <a:spcBef>
                <a:spcPct val="20000"/>
              </a:spcBef>
              <a:spcAft>
                <a:spcPct val="0"/>
              </a:spcAft>
              <a:buChar char="»"/>
              <a:defRPr sz="2000">
                <a:solidFill>
                  <a:schemeClr val="tx1"/>
                </a:solidFill>
                <a:latin typeface="Times New Roman" pitchFamily="-109" charset="0"/>
              </a:defRPr>
            </a:lvl6pPr>
            <a:lvl7pPr marL="2971800" indent="-228600" algn="l" rtl="0" eaLnBrk="0" fontAlgn="base" hangingPunct="0">
              <a:spcBef>
                <a:spcPct val="20000"/>
              </a:spcBef>
              <a:spcAft>
                <a:spcPct val="0"/>
              </a:spcAft>
              <a:buChar char="»"/>
              <a:defRPr sz="2000">
                <a:solidFill>
                  <a:schemeClr val="tx1"/>
                </a:solidFill>
                <a:latin typeface="Times New Roman" pitchFamily="-109" charset="0"/>
              </a:defRPr>
            </a:lvl7pPr>
            <a:lvl8pPr marL="3429000" indent="-228600" algn="l" rtl="0" eaLnBrk="0" fontAlgn="base" hangingPunct="0">
              <a:spcBef>
                <a:spcPct val="20000"/>
              </a:spcBef>
              <a:spcAft>
                <a:spcPct val="0"/>
              </a:spcAft>
              <a:buChar char="»"/>
              <a:defRPr sz="2000">
                <a:solidFill>
                  <a:schemeClr val="tx1"/>
                </a:solidFill>
                <a:latin typeface="Times New Roman" pitchFamily="-109" charset="0"/>
              </a:defRPr>
            </a:lvl8pPr>
            <a:lvl9pPr marL="3886200" indent="-228600" algn="l" rtl="0" eaLnBrk="0" fontAlgn="base" hangingPunct="0">
              <a:spcBef>
                <a:spcPct val="20000"/>
              </a:spcBef>
              <a:spcAft>
                <a:spcPct val="0"/>
              </a:spcAft>
              <a:buChar char="»"/>
              <a:defRPr sz="2000">
                <a:solidFill>
                  <a:schemeClr val="tx1"/>
                </a:solidFill>
                <a:latin typeface="Times New Roman" pitchFamily="-109" charset="0"/>
              </a:defRPr>
            </a:lvl9pPr>
          </a:lstStyle>
          <a:p>
            <a:pPr marL="342900" marR="0" lvl="0" indent="-342900" algn="l" defTabSz="914400" rtl="0" eaLnBrk="0" fontAlgn="base" latinLnBrk="0" hangingPunct="0">
              <a:lnSpc>
                <a:spcPct val="90000"/>
              </a:lnSpc>
              <a:spcBef>
                <a:spcPct val="20000"/>
              </a:spcBef>
              <a:spcAft>
                <a:spcPct val="0"/>
              </a:spcAft>
              <a:buClr>
                <a:srgbClr val="000099"/>
              </a:buClr>
              <a:buSzPct val="100000"/>
              <a:buFont typeface="Wingdings" pitchFamily="2" charset="2"/>
              <a:buNone/>
              <a:tabLst/>
              <a:defRPr/>
            </a:pPr>
            <a:r>
              <a:rPr kumimoji="0" lang="en-US" altLang="en-US" sz="2800" b="0" i="0" u="none" strike="noStrike" kern="0" cap="none" spc="0" normalizeH="0" baseline="0" noProof="0" dirty="0">
                <a:ln>
                  <a:noFill/>
                </a:ln>
                <a:solidFill>
                  <a:srgbClr val="000099"/>
                </a:solidFill>
                <a:effectLst/>
                <a:uLnTx/>
                <a:uFillTx/>
                <a:latin typeface="Calibri" panose="020F0502020204030204"/>
                <a:ea typeface="ＭＳ Ｐゴシック" panose="020B0600070205080204" pitchFamily="34" charset="-128"/>
                <a:cs typeface="ＭＳ Ｐゴシック" panose="020B0600070205080204" pitchFamily="34" charset="-128"/>
              </a:rPr>
              <a:t>decentralized switching</a:t>
            </a:r>
            <a:r>
              <a:rPr kumimoji="0" lang="en-US" altLang="en-US" sz="2800" b="0" i="1" u="none" strike="noStrike" kern="0" cap="none" spc="0" normalizeH="0" baseline="0" noProof="0" dirty="0">
                <a:ln>
                  <a:noFill/>
                </a:ln>
                <a:solidFill>
                  <a:srgbClr val="000099"/>
                </a:solidFill>
                <a:effectLst/>
                <a:uLnTx/>
                <a:uFillTx/>
                <a:latin typeface="Calibri" panose="020F0502020204030204"/>
                <a:ea typeface="ＭＳ Ｐゴシック" panose="020B0600070205080204" pitchFamily="34" charset="-128"/>
                <a:cs typeface="ＭＳ Ｐゴシック" panose="020B0600070205080204" pitchFamily="34" charset="-128"/>
              </a:rPr>
              <a:t>:</a:t>
            </a:r>
            <a:r>
              <a:rPr kumimoji="0" lang="en-US" altLang="en-US" sz="2800" b="0" i="0" u="none" strike="noStrike" kern="0" cap="none" spc="0" normalizeH="0" baseline="0" noProof="0" dirty="0">
                <a:ln>
                  <a:noFill/>
                </a:ln>
                <a:solidFill>
                  <a:srgbClr val="000099"/>
                </a:solidFill>
                <a:effectLst/>
                <a:uLnTx/>
                <a:uFillTx/>
                <a:latin typeface="Calibri" panose="020F0502020204030204"/>
                <a:ea typeface="ＭＳ Ｐゴシック" panose="020B0600070205080204" pitchFamily="34" charset="-128"/>
                <a:cs typeface="ＭＳ Ｐゴシック" panose="020B0600070205080204" pitchFamily="34" charset="-128"/>
              </a:rPr>
              <a:t> </a:t>
            </a:r>
          </a:p>
          <a:p>
            <a:pPr marL="342900" marR="0" lvl="0" indent="-342900" algn="l" defTabSz="914400" rtl="0" eaLnBrk="0" fontAlgn="base" latinLnBrk="0" hangingPunct="0">
              <a:lnSpc>
                <a:spcPct val="90000"/>
              </a:lnSpc>
              <a:spcBef>
                <a:spcPct val="20000"/>
              </a:spcBef>
              <a:spcAft>
                <a:spcPct val="0"/>
              </a:spcAft>
              <a:buClr>
                <a:srgbClr val="000099"/>
              </a:buClr>
              <a:buSzPct val="100000"/>
              <a:buFont typeface="Wingdings" pitchFamily="2" charset="2"/>
              <a:buChar char="§"/>
              <a:tabLst/>
              <a:defRPr/>
            </a:pPr>
            <a:r>
              <a:rPr kumimoji="0" lang="en-US" altLang="en-US" sz="2400" b="0" i="0" u="none" strike="noStrike" kern="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ＭＳ Ｐゴシック" panose="020B0600070205080204" pitchFamily="34" charset="-128"/>
              </a:rPr>
              <a:t>using header field values, lookup output port using forwarding table in input port memory </a:t>
            </a:r>
            <a:r>
              <a:rPr kumimoji="0" lang="en-US" altLang="en-US" sz="2400" b="0" i="1" u="none" strike="noStrike" kern="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ＭＳ Ｐゴシック" panose="020B0600070205080204" pitchFamily="34" charset="-128"/>
              </a:rPr>
              <a:t>(“match plus action”)</a:t>
            </a:r>
          </a:p>
          <a:p>
            <a:pPr marL="342900" marR="0" lvl="0" indent="-342900" algn="l" defTabSz="914400" rtl="0" eaLnBrk="0" fontAlgn="base" latinLnBrk="0" hangingPunct="0">
              <a:lnSpc>
                <a:spcPct val="90000"/>
              </a:lnSpc>
              <a:spcBef>
                <a:spcPct val="20000"/>
              </a:spcBef>
              <a:spcAft>
                <a:spcPct val="0"/>
              </a:spcAft>
              <a:buClr>
                <a:srgbClr val="000099"/>
              </a:buClr>
              <a:buSzPct val="100000"/>
              <a:buFont typeface="Wingdings" pitchFamily="2" charset="2"/>
              <a:buChar char="§"/>
              <a:tabLst/>
              <a:defRPr/>
            </a:pPr>
            <a:r>
              <a:rPr kumimoji="0" lang="en-US" altLang="en-US" sz="2400" b="0" i="0" u="none" strike="noStrike" kern="1200" cap="none" spc="0" normalizeH="0" baseline="0" noProof="0" dirty="0">
                <a:ln>
                  <a:noFill/>
                </a:ln>
                <a:solidFill>
                  <a:srgbClr val="CC0000"/>
                </a:solidFill>
                <a:effectLst/>
                <a:uLnTx/>
                <a:uFillTx/>
                <a:latin typeface="Calibri" panose="020F0502020204030204"/>
                <a:ea typeface="ＭＳ Ｐゴシック" panose="020B0600070205080204" pitchFamily="34" charset="-128"/>
                <a:cs typeface="ＭＳ Ｐゴシック" panose="020B0600070205080204" pitchFamily="34" charset="-128"/>
              </a:rPr>
              <a:t>destination-based forwarding: </a:t>
            </a:r>
            <a:r>
              <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ＭＳ Ｐゴシック" panose="020B0600070205080204" pitchFamily="34" charset="-128"/>
              </a:rPr>
              <a:t>forward based only on destination IP address (traditional)</a:t>
            </a:r>
            <a:endParaRPr kumimoji="0" lang="en-US" altLang="ja-JP"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ＭＳ Ｐゴシック" panose="020B0600070205080204" pitchFamily="34" charset="-128"/>
            </a:endParaRPr>
          </a:p>
          <a:p>
            <a:pPr marL="342900" marR="0" lvl="0" indent="-342900" algn="l" defTabSz="914400" rtl="0" eaLnBrk="0" fontAlgn="base" latinLnBrk="0" hangingPunct="0">
              <a:lnSpc>
                <a:spcPct val="90000"/>
              </a:lnSpc>
              <a:spcBef>
                <a:spcPct val="20000"/>
              </a:spcBef>
              <a:spcAft>
                <a:spcPct val="0"/>
              </a:spcAft>
              <a:buClr>
                <a:srgbClr val="000099"/>
              </a:buClr>
              <a:buSzPct val="100000"/>
              <a:buFont typeface="Wingdings" pitchFamily="2" charset="2"/>
              <a:buChar char="§"/>
              <a:tabLst/>
              <a:defRPr/>
            </a:pPr>
            <a:r>
              <a:rPr kumimoji="0" lang="en-US" altLang="en-US" sz="2400" b="0" i="0" u="none" strike="noStrike" kern="1200" cap="none" spc="0" normalizeH="0" baseline="0" noProof="0" dirty="0">
                <a:ln>
                  <a:noFill/>
                </a:ln>
                <a:solidFill>
                  <a:srgbClr val="CC0000"/>
                </a:solidFill>
                <a:effectLst/>
                <a:uLnTx/>
                <a:uFillTx/>
                <a:latin typeface="Calibri" panose="020F0502020204030204"/>
                <a:ea typeface="ＭＳ Ｐゴシック" panose="020B0600070205080204" pitchFamily="34" charset="-128"/>
                <a:cs typeface="ＭＳ Ｐゴシック" panose="020B0600070205080204" pitchFamily="34" charset="-128"/>
              </a:rPr>
              <a:t>generalized forwarding: </a:t>
            </a:r>
            <a:r>
              <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ＭＳ Ｐゴシック" panose="020B0600070205080204" pitchFamily="34" charset="-128"/>
              </a:rPr>
              <a:t>forward based on any set of header field values</a:t>
            </a:r>
          </a:p>
        </p:txBody>
      </p:sp>
      <p:sp>
        <p:nvSpPr>
          <p:cNvPr id="102" name="Text Box 5">
            <a:extLst>
              <a:ext uri="{FF2B5EF4-FFF2-40B4-BE49-F238E27FC236}">
                <a16:creationId xmlns:a16="http://schemas.microsoft.com/office/drawing/2014/main" id="{CF874965-76FC-A440-815F-5C111BA47DB4}"/>
              </a:ext>
            </a:extLst>
          </p:cNvPr>
          <p:cNvSpPr txBox="1">
            <a:spLocks noChangeArrowheads="1"/>
          </p:cNvSpPr>
          <p:nvPr/>
        </p:nvSpPr>
        <p:spPr bwMode="auto">
          <a:xfrm>
            <a:off x="258938" y="3266385"/>
            <a:ext cx="2475358"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0" cap="none" spc="0" normalizeH="0" baseline="0" noProof="0" dirty="0">
                <a:ln>
                  <a:noFill/>
                </a:ln>
                <a:solidFill>
                  <a:srgbClr val="000099"/>
                </a:solidFill>
                <a:effectLst/>
                <a:uLnTx/>
                <a:uFillTx/>
                <a:latin typeface="Calibri" panose="020F0502020204030204"/>
                <a:ea typeface="ＭＳ Ｐゴシック" panose="020B0600070205080204" pitchFamily="34" charset="-128"/>
                <a:cs typeface="+mn-cs"/>
              </a:rPr>
              <a:t>physical layer:</a:t>
            </a:r>
          </a:p>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bit-level reception</a:t>
            </a:r>
            <a:endParaRPr kumimoji="0" lang="en-US" altLang="en-US" sz="20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104" name="Line 45">
            <a:extLst>
              <a:ext uri="{FF2B5EF4-FFF2-40B4-BE49-F238E27FC236}">
                <a16:creationId xmlns:a16="http://schemas.microsoft.com/office/drawing/2014/main" id="{C28D9927-E6BA-644D-AEC8-2218FA4AE8E5}"/>
              </a:ext>
            </a:extLst>
          </p:cNvPr>
          <p:cNvSpPr>
            <a:spLocks noChangeShapeType="1"/>
          </p:cNvSpPr>
          <p:nvPr/>
        </p:nvSpPr>
        <p:spPr bwMode="auto">
          <a:xfrm>
            <a:off x="7326933" y="902598"/>
            <a:ext cx="11113" cy="2865437"/>
          </a:xfrm>
          <a:prstGeom prst="line">
            <a:avLst/>
          </a:prstGeom>
          <a:noFill/>
          <a:ln w="9525">
            <a:solidFill>
              <a:srgbClr val="C00000"/>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05" name="Rectangle 46">
            <a:extLst>
              <a:ext uri="{FF2B5EF4-FFF2-40B4-BE49-F238E27FC236}">
                <a16:creationId xmlns:a16="http://schemas.microsoft.com/office/drawing/2014/main" id="{60DADEEF-0CD4-B448-8A66-E2060FA8C8D0}"/>
              </a:ext>
            </a:extLst>
          </p:cNvPr>
          <p:cNvSpPr>
            <a:spLocks noChangeArrowheads="1"/>
          </p:cNvSpPr>
          <p:nvPr/>
        </p:nvSpPr>
        <p:spPr bwMode="auto">
          <a:xfrm>
            <a:off x="7419008" y="2031310"/>
            <a:ext cx="1055688" cy="82867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9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switch</a:t>
            </a:r>
          </a:p>
          <a:p>
            <a:pPr marL="0" marR="0" lvl="0" indent="0" algn="ctr" defTabSz="914400" rtl="0" eaLnBrk="0" fontAlgn="base" latinLnBrk="0" hangingPunct="0">
              <a:lnSpc>
                <a:spcPct val="9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fabric</a:t>
            </a:r>
          </a:p>
        </p:txBody>
      </p:sp>
      <p:grpSp>
        <p:nvGrpSpPr>
          <p:cNvPr id="106" name="Group 56">
            <a:extLst>
              <a:ext uri="{FF2B5EF4-FFF2-40B4-BE49-F238E27FC236}">
                <a16:creationId xmlns:a16="http://schemas.microsoft.com/office/drawing/2014/main" id="{B68F5DD4-EE62-1647-8EBF-81CFFA9C7F14}"/>
              </a:ext>
            </a:extLst>
          </p:cNvPr>
          <p:cNvGrpSpPr>
            <a:grpSpLocks/>
          </p:cNvGrpSpPr>
          <p:nvPr/>
        </p:nvGrpSpPr>
        <p:grpSpPr bwMode="auto">
          <a:xfrm>
            <a:off x="5533058" y="2274198"/>
            <a:ext cx="993775" cy="468312"/>
            <a:chOff x="310" y="3526"/>
            <a:chExt cx="1040" cy="457"/>
          </a:xfrm>
        </p:grpSpPr>
        <p:sp>
          <p:nvSpPr>
            <p:cNvPr id="107" name="Rectangle 47">
              <a:extLst>
                <a:ext uri="{FF2B5EF4-FFF2-40B4-BE49-F238E27FC236}">
                  <a16:creationId xmlns:a16="http://schemas.microsoft.com/office/drawing/2014/main" id="{091252DD-E9F8-F043-8F13-9AD537E4563A}"/>
                </a:ext>
              </a:extLst>
            </p:cNvPr>
            <p:cNvSpPr>
              <a:spLocks noChangeArrowheads="1"/>
            </p:cNvSpPr>
            <p:nvPr/>
          </p:nvSpPr>
          <p:spPr bwMode="auto">
            <a:xfrm>
              <a:off x="310" y="3526"/>
              <a:ext cx="1040" cy="457"/>
            </a:xfrm>
            <a:prstGeom prst="rect">
              <a:avLst/>
            </a:prstGeom>
            <a:solidFill>
              <a:srgbClr val="FF0000"/>
            </a:solidFill>
            <a:ln w="38100">
              <a:solidFill>
                <a:srgbClr val="FFFFFF"/>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08" name="Line 48">
              <a:extLst>
                <a:ext uri="{FF2B5EF4-FFF2-40B4-BE49-F238E27FC236}">
                  <a16:creationId xmlns:a16="http://schemas.microsoft.com/office/drawing/2014/main" id="{8B8D0A07-01A4-B34B-A4DB-264DA4558713}"/>
                </a:ext>
              </a:extLst>
            </p:cNvPr>
            <p:cNvSpPr>
              <a:spLocks noChangeShapeType="1"/>
            </p:cNvSpPr>
            <p:nvPr/>
          </p:nvSpPr>
          <p:spPr bwMode="auto">
            <a:xfrm>
              <a:off x="446" y="3535"/>
              <a:ext cx="2" cy="437"/>
            </a:xfrm>
            <a:prstGeom prst="line">
              <a:avLst/>
            </a:prstGeom>
            <a:noFill/>
            <a:ln w="38100">
              <a:solidFill>
                <a:srgbClr val="FFFFFF"/>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09" name="Line 49">
              <a:extLst>
                <a:ext uri="{FF2B5EF4-FFF2-40B4-BE49-F238E27FC236}">
                  <a16:creationId xmlns:a16="http://schemas.microsoft.com/office/drawing/2014/main" id="{CCD0BAFD-2F01-BB4A-80D7-9DD3A63121BC}"/>
                </a:ext>
              </a:extLst>
            </p:cNvPr>
            <p:cNvSpPr>
              <a:spLocks noChangeShapeType="1"/>
            </p:cNvSpPr>
            <p:nvPr/>
          </p:nvSpPr>
          <p:spPr bwMode="auto">
            <a:xfrm>
              <a:off x="558" y="3538"/>
              <a:ext cx="2" cy="435"/>
            </a:xfrm>
            <a:prstGeom prst="line">
              <a:avLst/>
            </a:prstGeom>
            <a:noFill/>
            <a:ln w="38100">
              <a:solidFill>
                <a:srgbClr val="FFFFFF"/>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10" name="Line 50">
              <a:extLst>
                <a:ext uri="{FF2B5EF4-FFF2-40B4-BE49-F238E27FC236}">
                  <a16:creationId xmlns:a16="http://schemas.microsoft.com/office/drawing/2014/main" id="{7F30AE35-07B8-C647-93E6-FBCF5A109B29}"/>
                </a:ext>
              </a:extLst>
            </p:cNvPr>
            <p:cNvSpPr>
              <a:spLocks noChangeShapeType="1"/>
            </p:cNvSpPr>
            <p:nvPr/>
          </p:nvSpPr>
          <p:spPr bwMode="auto">
            <a:xfrm>
              <a:off x="671" y="3534"/>
              <a:ext cx="2" cy="437"/>
            </a:xfrm>
            <a:prstGeom prst="line">
              <a:avLst/>
            </a:prstGeom>
            <a:noFill/>
            <a:ln w="38100">
              <a:solidFill>
                <a:srgbClr val="FFFFFF"/>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11" name="Line 51">
              <a:extLst>
                <a:ext uri="{FF2B5EF4-FFF2-40B4-BE49-F238E27FC236}">
                  <a16:creationId xmlns:a16="http://schemas.microsoft.com/office/drawing/2014/main" id="{F3DA64D2-455B-5648-BA10-FC52CD1311A7}"/>
                </a:ext>
              </a:extLst>
            </p:cNvPr>
            <p:cNvSpPr>
              <a:spLocks noChangeShapeType="1"/>
            </p:cNvSpPr>
            <p:nvPr/>
          </p:nvSpPr>
          <p:spPr bwMode="auto">
            <a:xfrm>
              <a:off x="782" y="3535"/>
              <a:ext cx="2" cy="437"/>
            </a:xfrm>
            <a:prstGeom prst="line">
              <a:avLst/>
            </a:prstGeom>
            <a:noFill/>
            <a:ln w="38100">
              <a:solidFill>
                <a:srgbClr val="FFFFFF"/>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12" name="Line 52">
              <a:extLst>
                <a:ext uri="{FF2B5EF4-FFF2-40B4-BE49-F238E27FC236}">
                  <a16:creationId xmlns:a16="http://schemas.microsoft.com/office/drawing/2014/main" id="{106B00DE-F07D-CE47-8C50-C1CD1CD0A09F}"/>
                </a:ext>
              </a:extLst>
            </p:cNvPr>
            <p:cNvSpPr>
              <a:spLocks noChangeShapeType="1"/>
            </p:cNvSpPr>
            <p:nvPr/>
          </p:nvSpPr>
          <p:spPr bwMode="auto">
            <a:xfrm>
              <a:off x="895" y="3534"/>
              <a:ext cx="2" cy="437"/>
            </a:xfrm>
            <a:prstGeom prst="line">
              <a:avLst/>
            </a:prstGeom>
            <a:noFill/>
            <a:ln w="38100">
              <a:solidFill>
                <a:srgbClr val="FFFFFF"/>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13" name="Line 53">
              <a:extLst>
                <a:ext uri="{FF2B5EF4-FFF2-40B4-BE49-F238E27FC236}">
                  <a16:creationId xmlns:a16="http://schemas.microsoft.com/office/drawing/2014/main" id="{0DED29BC-7052-8643-8C69-2F8864DFA71F}"/>
                </a:ext>
              </a:extLst>
            </p:cNvPr>
            <p:cNvSpPr>
              <a:spLocks noChangeShapeType="1"/>
            </p:cNvSpPr>
            <p:nvPr/>
          </p:nvSpPr>
          <p:spPr bwMode="auto">
            <a:xfrm>
              <a:off x="1006" y="3534"/>
              <a:ext cx="2" cy="437"/>
            </a:xfrm>
            <a:prstGeom prst="line">
              <a:avLst/>
            </a:prstGeom>
            <a:noFill/>
            <a:ln w="38100">
              <a:solidFill>
                <a:srgbClr val="FFFFFF"/>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14" name="Line 54">
              <a:extLst>
                <a:ext uri="{FF2B5EF4-FFF2-40B4-BE49-F238E27FC236}">
                  <a16:creationId xmlns:a16="http://schemas.microsoft.com/office/drawing/2014/main" id="{86C73DAC-8DDF-A54A-942C-8BC351167B6F}"/>
                </a:ext>
              </a:extLst>
            </p:cNvPr>
            <p:cNvSpPr>
              <a:spLocks noChangeShapeType="1"/>
            </p:cNvSpPr>
            <p:nvPr/>
          </p:nvSpPr>
          <p:spPr bwMode="auto">
            <a:xfrm>
              <a:off x="1121" y="3535"/>
              <a:ext cx="2" cy="437"/>
            </a:xfrm>
            <a:prstGeom prst="line">
              <a:avLst/>
            </a:prstGeom>
            <a:noFill/>
            <a:ln w="38100">
              <a:solidFill>
                <a:srgbClr val="FFFFFF"/>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15" name="Line 55">
              <a:extLst>
                <a:ext uri="{FF2B5EF4-FFF2-40B4-BE49-F238E27FC236}">
                  <a16:creationId xmlns:a16="http://schemas.microsoft.com/office/drawing/2014/main" id="{18BE7814-C3C9-1A4C-AD5B-3274395DD8E5}"/>
                </a:ext>
              </a:extLst>
            </p:cNvPr>
            <p:cNvSpPr>
              <a:spLocks noChangeShapeType="1"/>
            </p:cNvSpPr>
            <p:nvPr/>
          </p:nvSpPr>
          <p:spPr bwMode="auto">
            <a:xfrm>
              <a:off x="1229" y="3538"/>
              <a:ext cx="2" cy="435"/>
            </a:xfrm>
            <a:prstGeom prst="line">
              <a:avLst/>
            </a:prstGeom>
            <a:noFill/>
            <a:ln w="38100">
              <a:solidFill>
                <a:srgbClr val="FFFFFF"/>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116" name="Line 58">
            <a:extLst>
              <a:ext uri="{FF2B5EF4-FFF2-40B4-BE49-F238E27FC236}">
                <a16:creationId xmlns:a16="http://schemas.microsoft.com/office/drawing/2014/main" id="{4B5F466A-2158-BD4D-B0D3-450398480C2C}"/>
              </a:ext>
            </a:extLst>
          </p:cNvPr>
          <p:cNvSpPr>
            <a:spLocks noChangeShapeType="1"/>
          </p:cNvSpPr>
          <p:nvPr/>
        </p:nvSpPr>
        <p:spPr bwMode="auto">
          <a:xfrm flipV="1">
            <a:off x="2743821" y="2955235"/>
            <a:ext cx="446087" cy="490538"/>
          </a:xfrm>
          <a:prstGeom prst="line">
            <a:avLst/>
          </a:prstGeom>
          <a:noFill/>
          <a:ln w="19050">
            <a:solidFill>
              <a:srgbClr val="CC0000"/>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18" name="Line 60">
            <a:extLst>
              <a:ext uri="{FF2B5EF4-FFF2-40B4-BE49-F238E27FC236}">
                <a16:creationId xmlns:a16="http://schemas.microsoft.com/office/drawing/2014/main" id="{FFF5D7A3-77C9-D34E-AC43-6A097D73FED3}"/>
              </a:ext>
            </a:extLst>
          </p:cNvPr>
          <p:cNvSpPr>
            <a:spLocks noChangeShapeType="1"/>
          </p:cNvSpPr>
          <p:nvPr/>
        </p:nvSpPr>
        <p:spPr bwMode="auto">
          <a:xfrm flipV="1">
            <a:off x="5267946" y="3282260"/>
            <a:ext cx="669925" cy="790575"/>
          </a:xfrm>
          <a:prstGeom prst="line">
            <a:avLst/>
          </a:prstGeom>
          <a:noFill/>
          <a:ln w="19050">
            <a:solidFill>
              <a:srgbClr val="CC0000"/>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32" name="Group 31">
            <a:extLst>
              <a:ext uri="{FF2B5EF4-FFF2-40B4-BE49-F238E27FC236}">
                <a16:creationId xmlns:a16="http://schemas.microsoft.com/office/drawing/2014/main" id="{F18F2E2A-C657-CE42-826A-8464B8BEB733}"/>
              </a:ext>
            </a:extLst>
          </p:cNvPr>
          <p:cNvGrpSpPr/>
          <p:nvPr/>
        </p:nvGrpSpPr>
        <p:grpSpPr>
          <a:xfrm>
            <a:off x="871146" y="1664528"/>
            <a:ext cx="4336475" cy="3729630"/>
            <a:chOff x="871146" y="1664528"/>
            <a:chExt cx="4336475" cy="3729630"/>
          </a:xfrm>
        </p:grpSpPr>
        <p:sp>
          <p:nvSpPr>
            <p:cNvPr id="33" name="Rectangle 33">
              <a:extLst>
                <a:ext uri="{FF2B5EF4-FFF2-40B4-BE49-F238E27FC236}">
                  <a16:creationId xmlns:a16="http://schemas.microsoft.com/office/drawing/2014/main" id="{2EA30939-880D-1A4E-ADA4-26E2CC52164D}"/>
                </a:ext>
              </a:extLst>
            </p:cNvPr>
            <p:cNvSpPr>
              <a:spLocks noChangeArrowheads="1"/>
            </p:cNvSpPr>
            <p:nvPr/>
          </p:nvSpPr>
          <p:spPr bwMode="auto">
            <a:xfrm>
              <a:off x="4114937" y="1947588"/>
              <a:ext cx="1055688" cy="828675"/>
            </a:xfrm>
            <a:prstGeom prst="rect">
              <a:avLst/>
            </a:prstGeom>
            <a:noFill/>
            <a:ln>
              <a:noFill/>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9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link </a:t>
              </a:r>
            </a:p>
            <a:p>
              <a:pPr marL="0" marR="0" lvl="0" indent="0" algn="ctr" defTabSz="914400" rtl="0" eaLnBrk="0" fontAlgn="base" latinLnBrk="0" hangingPunct="0">
                <a:lnSpc>
                  <a:spcPct val="9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layer </a:t>
              </a:r>
            </a:p>
            <a:p>
              <a:pPr marL="0" marR="0" lvl="0" indent="0" algn="ctr" defTabSz="914400" rtl="0" eaLnBrk="0" fontAlgn="base" latinLnBrk="0" hangingPunct="0">
                <a:lnSpc>
                  <a:spcPct val="9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protocol</a:t>
              </a:r>
            </a:p>
            <a:p>
              <a:pPr marL="0" marR="0" lvl="0" indent="0" algn="ctr" defTabSz="914400" rtl="0" eaLnBrk="0" fontAlgn="base" latinLnBrk="0" hangingPunct="0">
                <a:lnSpc>
                  <a:spcPct val="9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(receive)</a:t>
              </a:r>
            </a:p>
          </p:txBody>
        </p:sp>
        <p:grpSp>
          <p:nvGrpSpPr>
            <p:cNvPr id="34" name="Group 33">
              <a:extLst>
                <a:ext uri="{FF2B5EF4-FFF2-40B4-BE49-F238E27FC236}">
                  <a16:creationId xmlns:a16="http://schemas.microsoft.com/office/drawing/2014/main" id="{913133BD-446D-E742-B2AD-72DE39321A8A}"/>
                </a:ext>
              </a:extLst>
            </p:cNvPr>
            <p:cNvGrpSpPr/>
            <p:nvPr/>
          </p:nvGrpSpPr>
          <p:grpSpPr>
            <a:xfrm>
              <a:off x="871146" y="1664528"/>
              <a:ext cx="4336475" cy="3729630"/>
              <a:chOff x="871146" y="1664528"/>
              <a:chExt cx="4336475" cy="3729630"/>
            </a:xfrm>
          </p:grpSpPr>
          <p:sp>
            <p:nvSpPr>
              <p:cNvPr id="35" name="Rectangle 14">
                <a:extLst>
                  <a:ext uri="{FF2B5EF4-FFF2-40B4-BE49-F238E27FC236}">
                    <a16:creationId xmlns:a16="http://schemas.microsoft.com/office/drawing/2014/main" id="{79A46D4C-DBCD-A54B-9BA8-1AEED3D1385B}"/>
                  </a:ext>
                </a:extLst>
              </p:cNvPr>
              <p:cNvSpPr>
                <a:spLocks noChangeArrowheads="1"/>
              </p:cNvSpPr>
              <p:nvPr/>
            </p:nvSpPr>
            <p:spPr bwMode="auto">
              <a:xfrm>
                <a:off x="4055096" y="1664528"/>
                <a:ext cx="1152525" cy="1409700"/>
              </a:xfrm>
              <a:prstGeom prst="rect">
                <a:avLst/>
              </a:prstGeom>
              <a:noFill/>
              <a:ln w="28575">
                <a:solidFill>
                  <a:srgbClr val="3333CC"/>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6" name="Line 30">
                <a:extLst>
                  <a:ext uri="{FF2B5EF4-FFF2-40B4-BE49-F238E27FC236}">
                    <a16:creationId xmlns:a16="http://schemas.microsoft.com/office/drawing/2014/main" id="{42D89CE3-6D54-8D4C-A4FF-D8068693F459}"/>
                  </a:ext>
                </a:extLst>
              </p:cNvPr>
              <p:cNvSpPr>
                <a:spLocks noChangeShapeType="1"/>
              </p:cNvSpPr>
              <p:nvPr/>
            </p:nvSpPr>
            <p:spPr bwMode="auto">
              <a:xfrm>
                <a:off x="3867771" y="2423423"/>
                <a:ext cx="190500" cy="1587"/>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7" name="Text Box 6">
                <a:extLst>
                  <a:ext uri="{FF2B5EF4-FFF2-40B4-BE49-F238E27FC236}">
                    <a16:creationId xmlns:a16="http://schemas.microsoft.com/office/drawing/2014/main" id="{29D9E7A0-6D99-F942-B6C6-24EF09651BBA}"/>
                  </a:ext>
                </a:extLst>
              </p:cNvPr>
              <p:cNvSpPr txBox="1">
                <a:spLocks noChangeArrowheads="1"/>
              </p:cNvSpPr>
              <p:nvPr/>
            </p:nvSpPr>
            <p:spPr bwMode="auto">
              <a:xfrm>
                <a:off x="871146" y="4193829"/>
                <a:ext cx="1877437"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0" cap="none" spc="0" normalizeH="0" baseline="0" noProof="0" dirty="0">
                    <a:ln>
                      <a:noFill/>
                    </a:ln>
                    <a:solidFill>
                      <a:srgbClr val="000099"/>
                    </a:solidFill>
                    <a:effectLst/>
                    <a:uLnTx/>
                    <a:uFillTx/>
                    <a:latin typeface="Calibri" panose="020F0502020204030204"/>
                    <a:ea typeface="ＭＳ Ｐゴシック" panose="020B0600070205080204" pitchFamily="34" charset="-128"/>
                    <a:cs typeface="+mn-cs"/>
                  </a:rPr>
                  <a:t>link layer:</a:t>
                </a:r>
              </a:p>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e.g., Ethernet</a:t>
                </a:r>
              </a:p>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(chapter 6)</a:t>
                </a:r>
                <a:endParaRPr kumimoji="0" lang="en-US" altLang="en-US" sz="20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38" name="Line 59">
                <a:extLst>
                  <a:ext uri="{FF2B5EF4-FFF2-40B4-BE49-F238E27FC236}">
                    <a16:creationId xmlns:a16="http://schemas.microsoft.com/office/drawing/2014/main" id="{67FB4697-6647-C242-8EBD-81171A3917C4}"/>
                  </a:ext>
                </a:extLst>
              </p:cNvPr>
              <p:cNvSpPr>
                <a:spLocks noChangeShapeType="1"/>
              </p:cNvSpPr>
              <p:nvPr/>
            </p:nvSpPr>
            <p:spPr bwMode="auto">
              <a:xfrm flipV="1">
                <a:off x="2762871" y="3152085"/>
                <a:ext cx="1193800" cy="1338263"/>
              </a:xfrm>
              <a:prstGeom prst="line">
                <a:avLst/>
              </a:prstGeom>
              <a:noFill/>
              <a:ln w="19050">
                <a:solidFill>
                  <a:srgbClr val="CC0000"/>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sp>
        <p:nvSpPr>
          <p:cNvPr id="39" name="Slide Number Placeholder 4">
            <a:extLst>
              <a:ext uri="{FF2B5EF4-FFF2-40B4-BE49-F238E27FC236}">
                <a16:creationId xmlns:a16="http://schemas.microsoft.com/office/drawing/2014/main" id="{EA359BDC-8294-2A40-B5BE-B5E215B7EE41}"/>
              </a:ext>
            </a:extLst>
          </p:cNvPr>
          <p:cNvSpPr>
            <a:spLocks noGrp="1"/>
          </p:cNvSpPr>
          <p:nvPr>
            <p:ph type="sldNum" sz="quarter" idx="4"/>
          </p:nvPr>
        </p:nvSpPr>
        <p:spPr>
          <a:xfrm>
            <a:off x="9219616" y="6443089"/>
            <a:ext cx="2743200" cy="365125"/>
          </a:xfrm>
        </p:spPr>
        <p:txBody>
          <a:bodyPr/>
          <a:lstStyle/>
          <a:p>
            <a:r>
              <a:rPr lang="en-US" dirty="0"/>
              <a:t>Network Layer: 4-</a:t>
            </a:r>
            <a:fld id="{C4204591-24BD-A542-B9D5-F8D8A88D2FEE}" type="slidenum">
              <a:rPr lang="en-US" smtClean="0"/>
              <a:pPr/>
              <a:t>5</a:t>
            </a:fld>
            <a:endParaRPr lang="en-US" dirty="0"/>
          </a:p>
        </p:txBody>
      </p:sp>
    </p:spTree>
    <p:extLst>
      <p:ext uri="{BB962C8B-B14F-4D97-AF65-F5344CB8AC3E}">
        <p14:creationId xmlns:p14="http://schemas.microsoft.com/office/powerpoint/2010/main" val="10660862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 name="Text Box 12">
            <a:extLst>
              <a:ext uri="{FF2B5EF4-FFF2-40B4-BE49-F238E27FC236}">
                <a16:creationId xmlns:a16="http://schemas.microsoft.com/office/drawing/2014/main" id="{39713235-40E8-FD43-A0F7-09AF038C8856}"/>
              </a:ext>
            </a:extLst>
          </p:cNvPr>
          <p:cNvSpPr txBox="1">
            <a:spLocks noChangeArrowheads="1"/>
          </p:cNvSpPr>
          <p:nvPr/>
        </p:nvSpPr>
        <p:spPr bwMode="auto">
          <a:xfrm>
            <a:off x="1188002" y="6033604"/>
            <a:ext cx="732072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400" b="0" i="1" u="none" strike="noStrike" kern="1200" cap="none" spc="0" normalizeH="0" baseline="0" noProof="0" dirty="0">
                <a:ln>
                  <a:noFill/>
                </a:ln>
                <a:solidFill>
                  <a:srgbClr val="CC0000"/>
                </a:solidFill>
                <a:effectLst/>
                <a:uLnTx/>
                <a:uFillTx/>
                <a:latin typeface="Calibri" panose="020F0502020204030204"/>
                <a:ea typeface="ＭＳ Ｐゴシック" panose="020B0600070205080204" pitchFamily="34" charset="-128"/>
                <a:cs typeface="+mn-cs"/>
              </a:rPr>
              <a:t>Q:</a:t>
            </a:r>
            <a:r>
              <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 but what happens if ranges don’</a:t>
            </a:r>
            <a:r>
              <a:rPr kumimoji="0" lang="en-US" altLang="ja-JP"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t divide up so nicely? </a:t>
            </a:r>
            <a:endPar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pic>
        <p:nvPicPr>
          <p:cNvPr id="27" name="Picture 26">
            <a:extLst>
              <a:ext uri="{FF2B5EF4-FFF2-40B4-BE49-F238E27FC236}">
                <a16:creationId xmlns:a16="http://schemas.microsoft.com/office/drawing/2014/main" id="{26C911F9-D713-DF44-9F74-E50D01F6C43A}"/>
              </a:ext>
            </a:extLst>
          </p:cNvPr>
          <p:cNvPicPr>
            <a:picLocks noChangeAspect="1"/>
          </p:cNvPicPr>
          <p:nvPr/>
        </p:nvPicPr>
        <p:blipFill>
          <a:blip r:embed="rId3"/>
          <a:stretch>
            <a:fillRect/>
          </a:stretch>
        </p:blipFill>
        <p:spPr>
          <a:xfrm>
            <a:off x="1056411" y="3154505"/>
            <a:ext cx="9375866" cy="2779571"/>
          </a:xfrm>
          <a:prstGeom prst="rect">
            <a:avLst/>
          </a:prstGeom>
        </p:spPr>
      </p:pic>
      <p:grpSp>
        <p:nvGrpSpPr>
          <p:cNvPr id="7" name="Group 6">
            <a:extLst>
              <a:ext uri="{FF2B5EF4-FFF2-40B4-BE49-F238E27FC236}">
                <a16:creationId xmlns:a16="http://schemas.microsoft.com/office/drawing/2014/main" id="{625C7E65-E330-D54C-9458-A2526E45EE84}"/>
              </a:ext>
            </a:extLst>
          </p:cNvPr>
          <p:cNvGrpSpPr/>
          <p:nvPr/>
        </p:nvGrpSpPr>
        <p:grpSpPr>
          <a:xfrm>
            <a:off x="898734" y="1108364"/>
            <a:ext cx="9699993" cy="2044580"/>
            <a:chOff x="898734" y="1108364"/>
            <a:chExt cx="9699993" cy="2044580"/>
          </a:xfrm>
        </p:grpSpPr>
        <p:pic>
          <p:nvPicPr>
            <p:cNvPr id="28" name="Picture 27">
              <a:extLst>
                <a:ext uri="{FF2B5EF4-FFF2-40B4-BE49-F238E27FC236}">
                  <a16:creationId xmlns:a16="http://schemas.microsoft.com/office/drawing/2014/main" id="{AB2C9B1D-B13F-2A44-BFD7-FE059F60C03B}"/>
                </a:ext>
              </a:extLst>
            </p:cNvPr>
            <p:cNvPicPr>
              <a:picLocks noChangeAspect="1"/>
            </p:cNvPicPr>
            <p:nvPr/>
          </p:nvPicPr>
          <p:blipFill>
            <a:blip r:embed="rId4"/>
            <a:stretch>
              <a:fillRect/>
            </a:stretch>
          </p:blipFill>
          <p:spPr>
            <a:xfrm>
              <a:off x="898734" y="1186912"/>
              <a:ext cx="9594790" cy="1966032"/>
            </a:xfrm>
            <a:prstGeom prst="rect">
              <a:avLst/>
            </a:prstGeom>
          </p:spPr>
        </p:pic>
        <p:sp>
          <p:nvSpPr>
            <p:cNvPr id="5" name="Rectangle 4">
              <a:extLst>
                <a:ext uri="{FF2B5EF4-FFF2-40B4-BE49-F238E27FC236}">
                  <a16:creationId xmlns:a16="http://schemas.microsoft.com/office/drawing/2014/main" id="{1FAB1BC2-A9DF-384B-9E93-78C77805E9B5}"/>
                </a:ext>
              </a:extLst>
            </p:cNvPr>
            <p:cNvSpPr/>
            <p:nvPr/>
          </p:nvSpPr>
          <p:spPr>
            <a:xfrm>
              <a:off x="1039091" y="1108364"/>
              <a:ext cx="9559636" cy="23552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sp>
        <p:nvSpPr>
          <p:cNvPr id="2" name="Title 1">
            <a:extLst>
              <a:ext uri="{FF2B5EF4-FFF2-40B4-BE49-F238E27FC236}">
                <a16:creationId xmlns:a16="http://schemas.microsoft.com/office/drawing/2014/main" id="{0C1B8519-F020-5F41-9762-E63B0FD7EA80}"/>
              </a:ext>
            </a:extLst>
          </p:cNvPr>
          <p:cNvSpPr>
            <a:spLocks noGrp="1"/>
          </p:cNvSpPr>
          <p:nvPr>
            <p:ph type="title"/>
          </p:nvPr>
        </p:nvSpPr>
        <p:spPr>
          <a:xfrm>
            <a:off x="838200" y="345804"/>
            <a:ext cx="10515600" cy="894622"/>
          </a:xfrm>
        </p:spPr>
        <p:txBody>
          <a:bodyPr>
            <a:normAutofit/>
          </a:bodyPr>
          <a:lstStyle/>
          <a:p>
            <a:r>
              <a:rPr lang="en-US" sz="4800" dirty="0"/>
              <a:t>Destination-based forwarding</a:t>
            </a:r>
          </a:p>
        </p:txBody>
      </p:sp>
      <p:grpSp>
        <p:nvGrpSpPr>
          <p:cNvPr id="9" name="Group 8">
            <a:extLst>
              <a:ext uri="{FF2B5EF4-FFF2-40B4-BE49-F238E27FC236}">
                <a16:creationId xmlns:a16="http://schemas.microsoft.com/office/drawing/2014/main" id="{BDFBC640-7D8A-6C4E-A73D-113F295A0D69}"/>
              </a:ext>
            </a:extLst>
          </p:cNvPr>
          <p:cNvGrpSpPr/>
          <p:nvPr/>
        </p:nvGrpSpPr>
        <p:grpSpPr>
          <a:xfrm>
            <a:off x="1038514" y="2679128"/>
            <a:ext cx="9093336" cy="1283278"/>
            <a:chOff x="1038514" y="2679128"/>
            <a:chExt cx="9093336" cy="1283278"/>
          </a:xfrm>
        </p:grpSpPr>
        <p:pic>
          <p:nvPicPr>
            <p:cNvPr id="29" name="Picture 28">
              <a:extLst>
                <a:ext uri="{FF2B5EF4-FFF2-40B4-BE49-F238E27FC236}">
                  <a16:creationId xmlns:a16="http://schemas.microsoft.com/office/drawing/2014/main" id="{16512AEA-D127-3748-A1EB-EB563AC90228}"/>
                </a:ext>
              </a:extLst>
            </p:cNvPr>
            <p:cNvPicPr>
              <a:picLocks noChangeAspect="1"/>
            </p:cNvPicPr>
            <p:nvPr/>
          </p:nvPicPr>
          <p:blipFill>
            <a:blip r:embed="rId5"/>
            <a:stretch>
              <a:fillRect/>
            </a:stretch>
          </p:blipFill>
          <p:spPr>
            <a:xfrm>
              <a:off x="1038514" y="2679128"/>
              <a:ext cx="9093336" cy="1283278"/>
            </a:xfrm>
            <a:prstGeom prst="rect">
              <a:avLst/>
            </a:prstGeom>
          </p:spPr>
        </p:pic>
        <p:sp>
          <p:nvSpPr>
            <p:cNvPr id="8" name="TextBox 7">
              <a:extLst>
                <a:ext uri="{FF2B5EF4-FFF2-40B4-BE49-F238E27FC236}">
                  <a16:creationId xmlns:a16="http://schemas.microsoft.com/office/drawing/2014/main" id="{9EF59FBD-8B2C-9141-A4D8-C536B3311F8A}"/>
                </a:ext>
              </a:extLst>
            </p:cNvPr>
            <p:cNvSpPr txBox="1"/>
            <p:nvPr/>
          </p:nvSpPr>
          <p:spPr>
            <a:xfrm>
              <a:off x="8451272" y="3131128"/>
              <a:ext cx="886691" cy="430887"/>
            </a:xfrm>
            <a:prstGeom prst="rect">
              <a:avLst/>
            </a:prstGeom>
            <a:solidFill>
              <a:schemeClr val="bg1"/>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rPr>
                <a:t>3</a:t>
              </a:r>
            </a:p>
          </p:txBody>
        </p:sp>
      </p:grpSp>
      <p:sp>
        <p:nvSpPr>
          <p:cNvPr id="11" name="Slide Number Placeholder 4">
            <a:extLst>
              <a:ext uri="{FF2B5EF4-FFF2-40B4-BE49-F238E27FC236}">
                <a16:creationId xmlns:a16="http://schemas.microsoft.com/office/drawing/2014/main" id="{81C74D07-6178-E24A-9413-942CDFCE3461}"/>
              </a:ext>
            </a:extLst>
          </p:cNvPr>
          <p:cNvSpPr>
            <a:spLocks noGrp="1"/>
          </p:cNvSpPr>
          <p:nvPr>
            <p:ph type="sldNum" sz="quarter" idx="4"/>
          </p:nvPr>
        </p:nvSpPr>
        <p:spPr>
          <a:xfrm>
            <a:off x="9219616" y="6443089"/>
            <a:ext cx="2743200" cy="365125"/>
          </a:xfrm>
        </p:spPr>
        <p:txBody>
          <a:bodyPr/>
          <a:lstStyle/>
          <a:p>
            <a:r>
              <a:rPr lang="en-US" dirty="0"/>
              <a:t>Network Layer: 4-</a:t>
            </a:r>
            <a:fld id="{C4204591-24BD-A542-B9D5-F8D8A88D2FEE}" type="slidenum">
              <a:rPr lang="en-US" smtClean="0"/>
              <a:pPr/>
              <a:t>6</a:t>
            </a:fld>
            <a:endParaRPr lang="en-US" dirty="0"/>
          </a:p>
        </p:txBody>
      </p:sp>
    </p:spTree>
    <p:extLst>
      <p:ext uri="{BB962C8B-B14F-4D97-AF65-F5344CB8AC3E}">
        <p14:creationId xmlns:p14="http://schemas.microsoft.com/office/powerpoint/2010/main" val="26902794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dissolve">
                                      <p:cBhvr>
                                        <p:cTn id="7" dur="500"/>
                                        <p:tgtEl>
                                          <p:spTgt spid="9"/>
                                        </p:tgtEl>
                                      </p:cBhvr>
                                    </p:animEffect>
                                  </p:childTnLst>
                                </p:cTn>
                              </p:par>
                              <p:par>
                                <p:cTn id="8" presetID="42" presetClass="path" presetSubtype="0" accel="50000" decel="50000" fill="hold" nodeType="withEffect">
                                  <p:stCondLst>
                                    <p:cond delay="0"/>
                                  </p:stCondLst>
                                  <p:childTnLst>
                                    <p:animMotion origin="layout" path="M -3.75E-6 1.11022E-16 L 0.00052 0.10718 " pathEditMode="relative" rAng="0" ptsTypes="AA">
                                      <p:cBhvr>
                                        <p:cTn id="9" dur="2000" fill="hold"/>
                                        <p:tgtEl>
                                          <p:spTgt spid="27"/>
                                        </p:tgtEl>
                                        <p:attrNameLst>
                                          <p:attrName>ppt_x</p:attrName>
                                          <p:attrName>ppt_y</p:attrName>
                                        </p:attrNameLst>
                                      </p:cBhvr>
                                      <p:rCtr x="26" y="5347"/>
                                    </p:animMotion>
                                  </p:childTnLst>
                                </p:cTn>
                              </p:par>
                              <p:par>
                                <p:cTn id="10" presetID="42" presetClass="path" presetSubtype="0" accel="50000" decel="50000" fill="hold" nodeType="withEffect">
                                  <p:stCondLst>
                                    <p:cond delay="0"/>
                                  </p:stCondLst>
                                  <p:childTnLst>
                                    <p:animMotion origin="layout" path="M -4.375E-6 1.85185E-6 L 0.00013 -0.05417 " pathEditMode="relative" rAng="0" ptsTypes="AA">
                                      <p:cBhvr>
                                        <p:cTn id="11" dur="2000" fill="hold"/>
                                        <p:tgtEl>
                                          <p:spTgt spid="7"/>
                                        </p:tgtEl>
                                        <p:attrNameLst>
                                          <p:attrName>ppt_x</p:attrName>
                                          <p:attrName>ppt_y</p:attrName>
                                        </p:attrNameLst>
                                      </p:cBhvr>
                                      <p:rCtr x="0" y="-2708"/>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1B8519-F020-5F41-9762-E63B0FD7EA80}"/>
              </a:ext>
            </a:extLst>
          </p:cNvPr>
          <p:cNvSpPr>
            <a:spLocks noGrp="1"/>
          </p:cNvSpPr>
          <p:nvPr>
            <p:ph type="title"/>
          </p:nvPr>
        </p:nvSpPr>
        <p:spPr>
          <a:xfrm>
            <a:off x="838200" y="345804"/>
            <a:ext cx="10515600" cy="894622"/>
          </a:xfrm>
        </p:spPr>
        <p:txBody>
          <a:bodyPr>
            <a:normAutofit/>
          </a:bodyPr>
          <a:lstStyle/>
          <a:p>
            <a:r>
              <a:rPr lang="en-US" sz="4800" dirty="0"/>
              <a:t>Longest prefix matching</a:t>
            </a:r>
          </a:p>
        </p:txBody>
      </p:sp>
      <p:sp>
        <p:nvSpPr>
          <p:cNvPr id="20" name="Rectangle 20">
            <a:extLst>
              <a:ext uri="{FF2B5EF4-FFF2-40B4-BE49-F238E27FC236}">
                <a16:creationId xmlns:a16="http://schemas.microsoft.com/office/drawing/2014/main" id="{6C4FD2CC-0F96-3647-B094-A076F017995B}"/>
              </a:ext>
            </a:extLst>
          </p:cNvPr>
          <p:cNvSpPr>
            <a:spLocks noChangeArrowheads="1"/>
          </p:cNvSpPr>
          <p:nvPr/>
        </p:nvSpPr>
        <p:spPr bwMode="auto">
          <a:xfrm>
            <a:off x="991564" y="1533870"/>
            <a:ext cx="9199355" cy="1620147"/>
          </a:xfrm>
          <a:prstGeom prst="rect">
            <a:avLst/>
          </a:prstGeom>
          <a:solidFill>
            <a:schemeClr val="bg1"/>
          </a:solidFill>
          <a:ln w="19050">
            <a:solidFill>
              <a:srgbClr val="CC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21" name="Text Box 19">
            <a:extLst>
              <a:ext uri="{FF2B5EF4-FFF2-40B4-BE49-F238E27FC236}">
                <a16:creationId xmlns:a16="http://schemas.microsoft.com/office/drawing/2014/main" id="{E44CD3A5-49DD-2B46-B559-9C4E98374B04}"/>
              </a:ext>
            </a:extLst>
          </p:cNvPr>
          <p:cNvSpPr txBox="1">
            <a:spLocks noChangeArrowheads="1"/>
          </p:cNvSpPr>
          <p:nvPr/>
        </p:nvSpPr>
        <p:spPr bwMode="auto">
          <a:xfrm>
            <a:off x="1128092" y="1821969"/>
            <a:ext cx="9248359" cy="1209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80000"/>
              </a:lnSpc>
              <a:spcBef>
                <a:spcPts val="0"/>
              </a:spcBef>
              <a:spcAft>
                <a:spcPts val="0"/>
              </a:spcAft>
              <a:buClrTx/>
              <a:buSzTx/>
              <a:buFontTx/>
              <a:buNone/>
              <a:tabLst/>
              <a:defRPr/>
            </a:pPr>
            <a:r>
              <a:rPr kumimoji="0" lang="en-US" altLang="en-US" sz="30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when looking for forwarding table entry for given destination address, use </a:t>
            </a:r>
            <a:r>
              <a:rPr kumimoji="0" lang="en-US" altLang="en-US" sz="3000" b="0" i="1" u="none" strike="noStrike" kern="1200" cap="none" spc="0" normalizeH="0" baseline="0" noProof="0" dirty="0">
                <a:ln>
                  <a:noFill/>
                </a:ln>
                <a:solidFill>
                  <a:srgbClr val="000099"/>
                </a:solidFill>
                <a:effectLst/>
                <a:uLnTx/>
                <a:uFillTx/>
                <a:latin typeface="Calibri" panose="020F0502020204030204"/>
                <a:ea typeface="ＭＳ Ｐゴシック" panose="020B0600070205080204" pitchFamily="34" charset="-128"/>
                <a:cs typeface="+mn-cs"/>
              </a:rPr>
              <a:t>longest</a:t>
            </a:r>
            <a:r>
              <a:rPr kumimoji="0" lang="en-US" altLang="en-US" sz="30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 address prefix that matches destination address.</a:t>
            </a:r>
          </a:p>
        </p:txBody>
      </p:sp>
      <p:sp>
        <p:nvSpPr>
          <p:cNvPr id="22" name="Text Box 22">
            <a:extLst>
              <a:ext uri="{FF2B5EF4-FFF2-40B4-BE49-F238E27FC236}">
                <a16:creationId xmlns:a16="http://schemas.microsoft.com/office/drawing/2014/main" id="{D12AF6A9-88D3-724A-95E5-E348261B6683}"/>
              </a:ext>
            </a:extLst>
          </p:cNvPr>
          <p:cNvSpPr txBox="1">
            <a:spLocks noChangeArrowheads="1"/>
          </p:cNvSpPr>
          <p:nvPr/>
        </p:nvSpPr>
        <p:spPr bwMode="auto">
          <a:xfrm>
            <a:off x="1115390" y="1235421"/>
            <a:ext cx="3675878" cy="5847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3200" b="0" i="0" u="none" strike="noStrike" kern="1200" cap="none" spc="0" normalizeH="0" baseline="0" noProof="0" dirty="0">
                <a:ln>
                  <a:noFill/>
                </a:ln>
                <a:solidFill>
                  <a:srgbClr val="C00000"/>
                </a:solidFill>
                <a:effectLst/>
                <a:uLnTx/>
                <a:uFillTx/>
                <a:latin typeface="Calibri" panose="020F0502020204030204"/>
                <a:ea typeface="ＭＳ Ｐゴシック" panose="020B0600070205080204" pitchFamily="34" charset="-128"/>
                <a:cs typeface="+mn-cs"/>
              </a:rPr>
              <a:t>longest prefix match</a:t>
            </a:r>
          </a:p>
        </p:txBody>
      </p:sp>
      <p:grpSp>
        <p:nvGrpSpPr>
          <p:cNvPr id="3" name="Group 2">
            <a:extLst>
              <a:ext uri="{FF2B5EF4-FFF2-40B4-BE49-F238E27FC236}">
                <a16:creationId xmlns:a16="http://schemas.microsoft.com/office/drawing/2014/main" id="{03D13401-BB00-AB4B-8905-3EDC38C55E44}"/>
              </a:ext>
            </a:extLst>
          </p:cNvPr>
          <p:cNvGrpSpPr/>
          <p:nvPr/>
        </p:nvGrpSpPr>
        <p:grpSpPr>
          <a:xfrm>
            <a:off x="2674601" y="3416024"/>
            <a:ext cx="7479325" cy="2180038"/>
            <a:chOff x="2674601" y="3416024"/>
            <a:chExt cx="7479325" cy="2180038"/>
          </a:xfrm>
        </p:grpSpPr>
        <p:sp>
          <p:nvSpPr>
            <p:cNvPr id="23" name="Rectangle 5">
              <a:extLst>
                <a:ext uri="{FF2B5EF4-FFF2-40B4-BE49-F238E27FC236}">
                  <a16:creationId xmlns:a16="http://schemas.microsoft.com/office/drawing/2014/main" id="{084DF81F-7378-3F4D-A220-97031D2E80F5}"/>
                </a:ext>
              </a:extLst>
            </p:cNvPr>
            <p:cNvSpPr>
              <a:spLocks noChangeArrowheads="1"/>
            </p:cNvSpPr>
            <p:nvPr/>
          </p:nvSpPr>
          <p:spPr bwMode="auto">
            <a:xfrm>
              <a:off x="2674601" y="3464838"/>
              <a:ext cx="4941530" cy="2131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just" defTabSz="914400" rtl="0" eaLnBrk="1" fontAlgn="auto" latinLnBrk="0" hangingPunct="1">
                <a:lnSpc>
                  <a:spcPct val="15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Destination Address Range                        </a:t>
              </a:r>
            </a:p>
            <a:p>
              <a:pPr marL="0" marR="0" lvl="0" indent="0" algn="just" defTabSz="914400" rtl="0" eaLnBrk="1" fontAlgn="auto" latinLnBrk="0" hangingPunct="1">
                <a:lnSpc>
                  <a:spcPct val="15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Courier New" panose="02070309020205020404" pitchFamily="49" charset="0"/>
                  <a:ea typeface="ＭＳ Ｐゴシック" panose="020B0600070205080204" pitchFamily="34" charset="-128"/>
                  <a:cs typeface="+mn-cs"/>
                </a:rPr>
                <a:t>11001000  00010111  00010</a:t>
              </a:r>
              <a:endParaRPr kumimoji="0" lang="en-US" altLang="en-US" sz="2000" b="0" i="0" u="none" strike="noStrike" kern="1200" cap="none" spc="0" normalizeH="0" baseline="0" noProof="0" dirty="0">
                <a:ln>
                  <a:noFill/>
                </a:ln>
                <a:solidFill>
                  <a:prstClr val="black"/>
                </a:solidFill>
                <a:effectLst/>
                <a:uLnTx/>
                <a:uFillTx/>
                <a:latin typeface="Courier New" panose="02070309020205020404" pitchFamily="49" charset="0"/>
                <a:ea typeface="ＭＳ Ｐゴシック" panose="020B0600070205080204" pitchFamily="34" charset="-128"/>
                <a:cs typeface="+mn-cs"/>
              </a:endParaRPr>
            </a:p>
            <a:p>
              <a:pPr marL="0" marR="0" lvl="0" indent="0" algn="just" defTabSz="914400" rtl="0" eaLnBrk="1" fontAlgn="auto" latinLnBrk="0" hangingPunct="1">
                <a:lnSpc>
                  <a:spcPct val="15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Courier New" panose="02070309020205020404" pitchFamily="49" charset="0"/>
                  <a:ea typeface="ＭＳ Ｐゴシック" panose="020B0600070205080204" pitchFamily="34" charset="-128"/>
                  <a:cs typeface="+mn-cs"/>
                </a:rPr>
                <a:t>11001000  00010111  00011000</a:t>
              </a:r>
              <a:endParaRPr kumimoji="0" lang="en-US" altLang="en-US" sz="2000" b="0" i="0" u="none" strike="noStrike" kern="1200" cap="none" spc="0" normalizeH="0" baseline="0" noProof="0" dirty="0">
                <a:ln>
                  <a:noFill/>
                </a:ln>
                <a:solidFill>
                  <a:prstClr val="black"/>
                </a:solidFill>
                <a:effectLst/>
                <a:uLnTx/>
                <a:uFillTx/>
                <a:latin typeface="Courier New" panose="02070309020205020404" pitchFamily="49" charset="0"/>
                <a:ea typeface="ＭＳ Ｐゴシック" panose="020B0600070205080204" pitchFamily="34" charset="-128"/>
                <a:cs typeface="+mn-cs"/>
              </a:endParaRPr>
            </a:p>
            <a:p>
              <a:pPr marL="0" marR="0" lvl="0" indent="0" algn="just" defTabSz="914400" rtl="0" eaLnBrk="1" fontAlgn="auto" latinLnBrk="0" hangingPunct="1">
                <a:lnSpc>
                  <a:spcPct val="15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Courier New" panose="02070309020205020404" pitchFamily="49" charset="0"/>
                  <a:ea typeface="ＭＳ Ｐゴシック" panose="020B0600070205080204" pitchFamily="34" charset="-128"/>
                  <a:cs typeface="+mn-cs"/>
                </a:rPr>
                <a:t>11001000  00010111  00011</a:t>
              </a:r>
              <a:endParaRPr kumimoji="0" lang="en-US" altLang="en-US" sz="2000" b="0" i="0" u="none" strike="noStrike" kern="1200" cap="none" spc="0" normalizeH="0" baseline="0" noProof="0" dirty="0">
                <a:ln>
                  <a:noFill/>
                </a:ln>
                <a:solidFill>
                  <a:prstClr val="black"/>
                </a:solidFill>
                <a:effectLst/>
                <a:uLnTx/>
                <a:uFillTx/>
                <a:latin typeface="Comic Sans MS" panose="030F0902030302020204" pitchFamily="66" charset="0"/>
                <a:ea typeface="ＭＳ Ｐゴシック" panose="020B0600070205080204" pitchFamily="34" charset="-128"/>
                <a:cs typeface="+mn-cs"/>
              </a:endParaRPr>
            </a:p>
            <a:p>
              <a:pPr marL="0" marR="0" lvl="0" indent="0" algn="just" defTabSz="914400" rtl="0" eaLnBrk="1" fontAlgn="auto" latinLnBrk="0" hangingPunct="1">
                <a:lnSpc>
                  <a:spcPct val="15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otherwise  </a:t>
              </a:r>
              <a:r>
                <a:rPr kumimoji="0" lang="en-US" altLang="en-US" sz="1800" b="0" i="0" u="none" strike="noStrike" kern="1200" cap="none" spc="0" normalizeH="0" baseline="0" noProof="0" dirty="0">
                  <a:ln>
                    <a:noFill/>
                  </a:ln>
                  <a:solidFill>
                    <a:prstClr val="black"/>
                  </a:solidFill>
                  <a:effectLst/>
                  <a:uLnTx/>
                  <a:uFillTx/>
                  <a:latin typeface="Times" pitchFamily="2" charset="0"/>
                  <a:ea typeface="ＭＳ Ｐゴシック" panose="020B0600070205080204" pitchFamily="34" charset="-128"/>
                  <a:cs typeface="+mn-cs"/>
                </a:rPr>
                <a:t>           </a:t>
              </a:r>
            </a:p>
          </p:txBody>
        </p:sp>
        <p:sp>
          <p:nvSpPr>
            <p:cNvPr id="24" name="Rectangle 24">
              <a:extLst>
                <a:ext uri="{FF2B5EF4-FFF2-40B4-BE49-F238E27FC236}">
                  <a16:creationId xmlns:a16="http://schemas.microsoft.com/office/drawing/2014/main" id="{18A563AC-C70D-754B-9962-4D998D015437}"/>
                </a:ext>
              </a:extLst>
            </p:cNvPr>
            <p:cNvSpPr>
              <a:spLocks noChangeArrowheads="1"/>
            </p:cNvSpPr>
            <p:nvPr/>
          </p:nvSpPr>
          <p:spPr bwMode="auto">
            <a:xfrm>
              <a:off x="2675214" y="3473174"/>
              <a:ext cx="7459662" cy="2106613"/>
            </a:xfrm>
            <a:prstGeom prst="rect">
              <a:avLst/>
            </a:prstGeom>
            <a:noFill/>
            <a:ln w="19050">
              <a:solidFill>
                <a:srgbClr val="000099"/>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25" name="Line 25">
              <a:extLst>
                <a:ext uri="{FF2B5EF4-FFF2-40B4-BE49-F238E27FC236}">
                  <a16:creationId xmlns:a16="http://schemas.microsoft.com/office/drawing/2014/main" id="{19C2B9AB-8F02-2544-B27E-9D6069612946}"/>
                </a:ext>
              </a:extLst>
            </p:cNvPr>
            <p:cNvSpPr>
              <a:spLocks noChangeShapeType="1"/>
            </p:cNvSpPr>
            <p:nvPr/>
          </p:nvSpPr>
          <p:spPr bwMode="auto">
            <a:xfrm>
              <a:off x="2675214" y="3908149"/>
              <a:ext cx="7448550" cy="0"/>
            </a:xfrm>
            <a:prstGeom prst="line">
              <a:avLst/>
            </a:prstGeom>
            <a:noFill/>
            <a:ln w="19050">
              <a:solidFill>
                <a:srgbClr val="000099"/>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6" name="Line 26">
              <a:extLst>
                <a:ext uri="{FF2B5EF4-FFF2-40B4-BE49-F238E27FC236}">
                  <a16:creationId xmlns:a16="http://schemas.microsoft.com/office/drawing/2014/main" id="{1B9BD71E-C1AB-FC44-BE8C-E92F41BE285C}"/>
                </a:ext>
              </a:extLst>
            </p:cNvPr>
            <p:cNvSpPr>
              <a:spLocks noChangeShapeType="1"/>
            </p:cNvSpPr>
            <p:nvPr/>
          </p:nvSpPr>
          <p:spPr bwMode="auto">
            <a:xfrm>
              <a:off x="2705376" y="4338362"/>
              <a:ext cx="7448550" cy="0"/>
            </a:xfrm>
            <a:prstGeom prst="line">
              <a:avLst/>
            </a:prstGeom>
            <a:noFill/>
            <a:ln w="19050">
              <a:solidFill>
                <a:srgbClr val="000099"/>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7" name="Line 27">
              <a:extLst>
                <a:ext uri="{FF2B5EF4-FFF2-40B4-BE49-F238E27FC236}">
                  <a16:creationId xmlns:a16="http://schemas.microsoft.com/office/drawing/2014/main" id="{7AE74685-5721-6E44-8BC4-DAB3E347B108}"/>
                </a:ext>
              </a:extLst>
            </p:cNvPr>
            <p:cNvSpPr>
              <a:spLocks noChangeShapeType="1"/>
            </p:cNvSpPr>
            <p:nvPr/>
          </p:nvSpPr>
          <p:spPr bwMode="auto">
            <a:xfrm>
              <a:off x="2679976" y="4757462"/>
              <a:ext cx="7448550" cy="0"/>
            </a:xfrm>
            <a:prstGeom prst="line">
              <a:avLst/>
            </a:prstGeom>
            <a:noFill/>
            <a:ln w="19050">
              <a:solidFill>
                <a:srgbClr val="000099"/>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8" name="Line 28">
              <a:extLst>
                <a:ext uri="{FF2B5EF4-FFF2-40B4-BE49-F238E27FC236}">
                  <a16:creationId xmlns:a16="http://schemas.microsoft.com/office/drawing/2014/main" id="{1B853A8E-6A07-CB4D-BE12-092786F59619}"/>
                </a:ext>
              </a:extLst>
            </p:cNvPr>
            <p:cNvSpPr>
              <a:spLocks noChangeShapeType="1"/>
            </p:cNvSpPr>
            <p:nvPr/>
          </p:nvSpPr>
          <p:spPr bwMode="auto">
            <a:xfrm>
              <a:off x="2676801" y="5187674"/>
              <a:ext cx="7448550" cy="0"/>
            </a:xfrm>
            <a:prstGeom prst="line">
              <a:avLst/>
            </a:prstGeom>
            <a:noFill/>
            <a:ln w="19050">
              <a:solidFill>
                <a:srgbClr val="000099"/>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 name="Line 29">
              <a:extLst>
                <a:ext uri="{FF2B5EF4-FFF2-40B4-BE49-F238E27FC236}">
                  <a16:creationId xmlns:a16="http://schemas.microsoft.com/office/drawing/2014/main" id="{BAAA8C9E-1166-D244-A56D-14E88DC722C7}"/>
                </a:ext>
              </a:extLst>
            </p:cNvPr>
            <p:cNvSpPr>
              <a:spLocks noChangeShapeType="1"/>
            </p:cNvSpPr>
            <p:nvPr/>
          </p:nvSpPr>
          <p:spPr bwMode="auto">
            <a:xfrm>
              <a:off x="8109371" y="3444875"/>
              <a:ext cx="0" cy="2117725"/>
            </a:xfrm>
            <a:prstGeom prst="line">
              <a:avLst/>
            </a:prstGeom>
            <a:noFill/>
            <a:ln w="19050">
              <a:solidFill>
                <a:srgbClr val="000099"/>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0" name="Text Box 30">
              <a:extLst>
                <a:ext uri="{FF2B5EF4-FFF2-40B4-BE49-F238E27FC236}">
                  <a16:creationId xmlns:a16="http://schemas.microsoft.com/office/drawing/2014/main" id="{C361938E-509D-884C-8F4D-604CDBAF499F}"/>
                </a:ext>
              </a:extLst>
            </p:cNvPr>
            <p:cNvSpPr txBox="1">
              <a:spLocks noChangeArrowheads="1"/>
            </p:cNvSpPr>
            <p:nvPr/>
          </p:nvSpPr>
          <p:spPr bwMode="auto">
            <a:xfrm>
              <a:off x="8158439" y="3416024"/>
              <a:ext cx="1543050" cy="2155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Link interface</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0</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1</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2</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3</a:t>
              </a:r>
            </a:p>
          </p:txBody>
        </p:sp>
        <p:sp>
          <p:nvSpPr>
            <p:cNvPr id="8" name="TextBox 7">
              <a:extLst>
                <a:ext uri="{FF2B5EF4-FFF2-40B4-BE49-F238E27FC236}">
                  <a16:creationId xmlns:a16="http://schemas.microsoft.com/office/drawing/2014/main" id="{9694CEDC-B1A5-454C-B4F6-F22FC77EEC2F}"/>
                </a:ext>
              </a:extLst>
            </p:cNvPr>
            <p:cNvSpPr txBox="1"/>
            <p:nvPr/>
          </p:nvSpPr>
          <p:spPr>
            <a:xfrm>
              <a:off x="6763327" y="4003965"/>
              <a:ext cx="1745673"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urier New" panose="02070309020205020404" pitchFamily="49" charset="0"/>
                  <a:ea typeface="+mn-ea"/>
                  <a:cs typeface="Courier New" panose="02070309020205020404" pitchFamily="49" charset="0"/>
                </a:rPr>
                <a:t>********</a:t>
              </a:r>
            </a:p>
          </p:txBody>
        </p:sp>
        <p:sp>
          <p:nvSpPr>
            <p:cNvPr id="38" name="TextBox 37">
              <a:extLst>
                <a:ext uri="{FF2B5EF4-FFF2-40B4-BE49-F238E27FC236}">
                  <a16:creationId xmlns:a16="http://schemas.microsoft.com/office/drawing/2014/main" id="{59CA6F6A-B810-954D-9B23-669157310E2A}"/>
                </a:ext>
              </a:extLst>
            </p:cNvPr>
            <p:cNvSpPr txBox="1"/>
            <p:nvPr/>
          </p:nvSpPr>
          <p:spPr>
            <a:xfrm>
              <a:off x="6089074" y="4005707"/>
              <a:ext cx="595746"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urier New" panose="02070309020205020404" pitchFamily="49" charset="0"/>
                  <a:ea typeface="+mn-ea"/>
                  <a:cs typeface="Courier New" panose="02070309020205020404" pitchFamily="49" charset="0"/>
                </a:rPr>
                <a:t>***</a:t>
              </a:r>
            </a:p>
          </p:txBody>
        </p:sp>
        <p:sp>
          <p:nvSpPr>
            <p:cNvPr id="41" name="TextBox 40">
              <a:extLst>
                <a:ext uri="{FF2B5EF4-FFF2-40B4-BE49-F238E27FC236}">
                  <a16:creationId xmlns:a16="http://schemas.microsoft.com/office/drawing/2014/main" id="{4FB0E5B5-4700-1A4A-82D3-4BA23D91D949}"/>
                </a:ext>
              </a:extLst>
            </p:cNvPr>
            <p:cNvSpPr txBox="1"/>
            <p:nvPr/>
          </p:nvSpPr>
          <p:spPr>
            <a:xfrm>
              <a:off x="6760005" y="4816765"/>
              <a:ext cx="1745673"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urier New" panose="02070309020205020404" pitchFamily="49" charset="0"/>
                  <a:ea typeface="+mn-ea"/>
                  <a:cs typeface="Courier New" panose="02070309020205020404" pitchFamily="49" charset="0"/>
                </a:rPr>
                <a:t>********</a:t>
              </a:r>
            </a:p>
          </p:txBody>
        </p:sp>
        <p:sp>
          <p:nvSpPr>
            <p:cNvPr id="42" name="TextBox 41">
              <a:extLst>
                <a:ext uri="{FF2B5EF4-FFF2-40B4-BE49-F238E27FC236}">
                  <a16:creationId xmlns:a16="http://schemas.microsoft.com/office/drawing/2014/main" id="{2C3E062A-D38F-7B4C-985F-9BC7311B996F}"/>
                </a:ext>
              </a:extLst>
            </p:cNvPr>
            <p:cNvSpPr txBox="1"/>
            <p:nvPr/>
          </p:nvSpPr>
          <p:spPr>
            <a:xfrm>
              <a:off x="6083018" y="4846641"/>
              <a:ext cx="595746"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urier New" panose="02070309020205020404" pitchFamily="49" charset="0"/>
                  <a:ea typeface="+mn-ea"/>
                  <a:cs typeface="Courier New" panose="02070309020205020404" pitchFamily="49" charset="0"/>
                </a:rPr>
                <a:t>***</a:t>
              </a:r>
            </a:p>
          </p:txBody>
        </p:sp>
        <p:sp>
          <p:nvSpPr>
            <p:cNvPr id="43" name="TextBox 42">
              <a:extLst>
                <a:ext uri="{FF2B5EF4-FFF2-40B4-BE49-F238E27FC236}">
                  <a16:creationId xmlns:a16="http://schemas.microsoft.com/office/drawing/2014/main" id="{90CB68ED-9DC5-4A42-912A-6465AD307681}"/>
                </a:ext>
              </a:extLst>
            </p:cNvPr>
            <p:cNvSpPr txBox="1"/>
            <p:nvPr/>
          </p:nvSpPr>
          <p:spPr>
            <a:xfrm>
              <a:off x="6760005" y="4423065"/>
              <a:ext cx="1745673"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urier New" panose="02070309020205020404" pitchFamily="49" charset="0"/>
                  <a:ea typeface="+mn-ea"/>
                  <a:cs typeface="Courier New" panose="02070309020205020404" pitchFamily="49" charset="0"/>
                </a:rPr>
                <a:t>********</a:t>
              </a:r>
            </a:p>
          </p:txBody>
        </p:sp>
      </p:grpSp>
      <p:grpSp>
        <p:nvGrpSpPr>
          <p:cNvPr id="4" name="Group 3">
            <a:extLst>
              <a:ext uri="{FF2B5EF4-FFF2-40B4-BE49-F238E27FC236}">
                <a16:creationId xmlns:a16="http://schemas.microsoft.com/office/drawing/2014/main" id="{F655AE30-180F-9548-B5CE-B9911AA53A47}"/>
              </a:ext>
            </a:extLst>
          </p:cNvPr>
          <p:cNvGrpSpPr/>
          <p:nvPr/>
        </p:nvGrpSpPr>
        <p:grpSpPr>
          <a:xfrm>
            <a:off x="789703" y="5747609"/>
            <a:ext cx="9305341" cy="903606"/>
            <a:chOff x="789703" y="5747609"/>
            <a:chExt cx="9305341" cy="903606"/>
          </a:xfrm>
        </p:grpSpPr>
        <p:sp>
          <p:nvSpPr>
            <p:cNvPr id="33" name="Rectangle 7">
              <a:extLst>
                <a:ext uri="{FF2B5EF4-FFF2-40B4-BE49-F238E27FC236}">
                  <a16:creationId xmlns:a16="http://schemas.microsoft.com/office/drawing/2014/main" id="{E22026F2-CBCE-4449-A0AD-13CF7F44BB94}"/>
                </a:ext>
              </a:extLst>
            </p:cNvPr>
            <p:cNvSpPr>
              <a:spLocks noChangeArrowheads="1"/>
            </p:cNvSpPr>
            <p:nvPr/>
          </p:nvSpPr>
          <p:spPr bwMode="auto">
            <a:xfrm>
              <a:off x="2672981" y="6281883"/>
              <a:ext cx="556113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Courier New" panose="02070309020205020404" pitchFamily="49" charset="0"/>
                  <a:ea typeface="ＭＳ Ｐゴシック" panose="020B0600070205080204" pitchFamily="34" charset="-128"/>
                  <a:cs typeface="Courier New" panose="02070309020205020404" pitchFamily="49" charset="0"/>
                </a:rPr>
                <a:t>11001000  00010111  00011000  10101010 </a:t>
              </a:r>
            </a:p>
          </p:txBody>
        </p:sp>
        <p:sp>
          <p:nvSpPr>
            <p:cNvPr id="34" name="Text Box 8">
              <a:extLst>
                <a:ext uri="{FF2B5EF4-FFF2-40B4-BE49-F238E27FC236}">
                  <a16:creationId xmlns:a16="http://schemas.microsoft.com/office/drawing/2014/main" id="{6696C1A2-2B66-F046-9D91-AA81C2DE66F3}"/>
                </a:ext>
              </a:extLst>
            </p:cNvPr>
            <p:cNvSpPr txBox="1">
              <a:spLocks noChangeArrowheads="1"/>
            </p:cNvSpPr>
            <p:nvPr/>
          </p:nvSpPr>
          <p:spPr bwMode="auto">
            <a:xfrm>
              <a:off x="789703" y="5882891"/>
              <a:ext cx="163628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800" b="0" i="0" u="none" strike="noStrike" kern="1200" cap="none" spc="0" normalizeH="0" baseline="0" noProof="0" dirty="0">
                  <a:ln>
                    <a:noFill/>
                  </a:ln>
                  <a:solidFill>
                    <a:srgbClr val="000099"/>
                  </a:solidFill>
                  <a:effectLst/>
                  <a:uLnTx/>
                  <a:uFillTx/>
                  <a:latin typeface="Calibri" panose="020F0502020204030204"/>
                  <a:ea typeface="ＭＳ Ｐゴシック" panose="020B0600070205080204" pitchFamily="34" charset="-128"/>
                  <a:cs typeface="+mn-cs"/>
                </a:rPr>
                <a:t>examples</a:t>
              </a:r>
              <a:r>
                <a:rPr kumimoji="0" lang="en-US" altLang="en-US" sz="2400" b="0" i="0" u="none" strike="noStrike" kern="1200" cap="none" spc="0" normalizeH="0" baseline="0" noProof="0" dirty="0">
                  <a:ln>
                    <a:noFill/>
                  </a:ln>
                  <a:solidFill>
                    <a:srgbClr val="000099"/>
                  </a:solidFill>
                  <a:effectLst/>
                  <a:uLnTx/>
                  <a:uFillTx/>
                  <a:latin typeface="Calibri" panose="020F0502020204030204"/>
                  <a:ea typeface="ＭＳ Ｐゴシック" panose="020B0600070205080204" pitchFamily="34" charset="-128"/>
                  <a:cs typeface="+mn-cs"/>
                </a:rPr>
                <a:t>:</a:t>
              </a:r>
            </a:p>
          </p:txBody>
        </p:sp>
        <p:sp>
          <p:nvSpPr>
            <p:cNvPr id="36" name="Text Box 15">
              <a:extLst>
                <a:ext uri="{FF2B5EF4-FFF2-40B4-BE49-F238E27FC236}">
                  <a16:creationId xmlns:a16="http://schemas.microsoft.com/office/drawing/2014/main" id="{17622A77-4021-6543-9813-C7EEB4480196}"/>
                </a:ext>
              </a:extLst>
            </p:cNvPr>
            <p:cNvSpPr txBox="1">
              <a:spLocks noChangeArrowheads="1"/>
            </p:cNvSpPr>
            <p:nvPr/>
          </p:nvSpPr>
          <p:spPr bwMode="auto">
            <a:xfrm>
              <a:off x="8186060" y="5747609"/>
              <a:ext cx="190898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srgbClr val="0000A3"/>
                  </a:solidFill>
                  <a:effectLst/>
                  <a:uLnTx/>
                  <a:uFillTx/>
                  <a:latin typeface="Calibri" panose="020F0502020204030204"/>
                  <a:ea typeface="ＭＳ Ｐゴシック" panose="020B0600070205080204" pitchFamily="34" charset="-128"/>
                  <a:cs typeface="+mn-cs"/>
                </a:rPr>
                <a:t>which interface?</a:t>
              </a:r>
            </a:p>
          </p:txBody>
        </p:sp>
        <p:sp>
          <p:nvSpPr>
            <p:cNvPr id="37" name="Text Box 16">
              <a:extLst>
                <a:ext uri="{FF2B5EF4-FFF2-40B4-BE49-F238E27FC236}">
                  <a16:creationId xmlns:a16="http://schemas.microsoft.com/office/drawing/2014/main" id="{F7507BD5-2837-2641-B60E-9FEB90A5480B}"/>
                </a:ext>
              </a:extLst>
            </p:cNvPr>
            <p:cNvSpPr txBox="1">
              <a:spLocks noChangeArrowheads="1"/>
            </p:cNvSpPr>
            <p:nvPr/>
          </p:nvSpPr>
          <p:spPr bwMode="auto">
            <a:xfrm>
              <a:off x="8178869" y="6233982"/>
              <a:ext cx="190898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srgbClr val="0000A3"/>
                  </a:solidFill>
                  <a:effectLst/>
                  <a:uLnTx/>
                  <a:uFillTx/>
                  <a:latin typeface="Calibri" panose="020F0502020204030204"/>
                  <a:ea typeface="ＭＳ Ｐゴシック" panose="020B0600070205080204" pitchFamily="34" charset="-128"/>
                  <a:cs typeface="+mn-cs"/>
                </a:rPr>
                <a:t>which interface?</a:t>
              </a:r>
            </a:p>
          </p:txBody>
        </p:sp>
        <p:sp>
          <p:nvSpPr>
            <p:cNvPr id="44" name="Text Box 9">
              <a:extLst>
                <a:ext uri="{FF2B5EF4-FFF2-40B4-BE49-F238E27FC236}">
                  <a16:creationId xmlns:a16="http://schemas.microsoft.com/office/drawing/2014/main" id="{E0486002-663A-3642-8A25-05280FEF8ED1}"/>
                </a:ext>
              </a:extLst>
            </p:cNvPr>
            <p:cNvSpPr txBox="1">
              <a:spLocks noChangeArrowheads="1"/>
            </p:cNvSpPr>
            <p:nvPr/>
          </p:nvSpPr>
          <p:spPr bwMode="auto">
            <a:xfrm>
              <a:off x="2672165" y="5802809"/>
              <a:ext cx="556113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Courier New" panose="02070309020205020404" pitchFamily="49" charset="0"/>
                  <a:ea typeface="ＭＳ Ｐゴシック" panose="020B0600070205080204" pitchFamily="34" charset="-128"/>
                  <a:cs typeface="Courier New" panose="02070309020205020404" pitchFamily="49" charset="0"/>
                </a:rPr>
                <a:t>11001000  00010111  00010110  10100001 </a:t>
              </a:r>
            </a:p>
          </p:txBody>
        </p:sp>
      </p:grpSp>
      <p:sp>
        <p:nvSpPr>
          <p:cNvPr id="31" name="Slide Number Placeholder 4">
            <a:extLst>
              <a:ext uri="{FF2B5EF4-FFF2-40B4-BE49-F238E27FC236}">
                <a16:creationId xmlns:a16="http://schemas.microsoft.com/office/drawing/2014/main" id="{EC760D1C-B9BF-9F46-BBE7-A444C5F68770}"/>
              </a:ext>
            </a:extLst>
          </p:cNvPr>
          <p:cNvSpPr>
            <a:spLocks noGrp="1"/>
          </p:cNvSpPr>
          <p:nvPr>
            <p:ph type="sldNum" sz="quarter" idx="4"/>
          </p:nvPr>
        </p:nvSpPr>
        <p:spPr>
          <a:xfrm>
            <a:off x="9219616" y="6443089"/>
            <a:ext cx="2743200" cy="365125"/>
          </a:xfrm>
        </p:spPr>
        <p:txBody>
          <a:bodyPr/>
          <a:lstStyle/>
          <a:p>
            <a:r>
              <a:rPr lang="en-US" dirty="0"/>
              <a:t>Network Layer: 4-</a:t>
            </a:r>
            <a:fld id="{C4204591-24BD-A542-B9D5-F8D8A88D2FEE}" type="slidenum">
              <a:rPr lang="en-US" smtClean="0"/>
              <a:pPr/>
              <a:t>7</a:t>
            </a:fld>
            <a:endParaRPr lang="en-US" dirty="0"/>
          </a:p>
        </p:txBody>
      </p:sp>
    </p:spTree>
    <p:extLst>
      <p:ext uri="{BB962C8B-B14F-4D97-AF65-F5344CB8AC3E}">
        <p14:creationId xmlns:p14="http://schemas.microsoft.com/office/powerpoint/2010/main" val="39368321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ssolv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dissolve">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1B8519-F020-5F41-9762-E63B0FD7EA80}"/>
              </a:ext>
            </a:extLst>
          </p:cNvPr>
          <p:cNvSpPr>
            <a:spLocks noGrp="1"/>
          </p:cNvSpPr>
          <p:nvPr>
            <p:ph type="title"/>
          </p:nvPr>
        </p:nvSpPr>
        <p:spPr>
          <a:xfrm>
            <a:off x="838200" y="345804"/>
            <a:ext cx="10515600" cy="894622"/>
          </a:xfrm>
        </p:spPr>
        <p:txBody>
          <a:bodyPr>
            <a:normAutofit/>
          </a:bodyPr>
          <a:lstStyle/>
          <a:p>
            <a:r>
              <a:rPr lang="en-US" sz="4800" dirty="0"/>
              <a:t>Longest prefix matching</a:t>
            </a:r>
          </a:p>
        </p:txBody>
      </p:sp>
      <p:sp>
        <p:nvSpPr>
          <p:cNvPr id="20" name="Rectangle 20">
            <a:extLst>
              <a:ext uri="{FF2B5EF4-FFF2-40B4-BE49-F238E27FC236}">
                <a16:creationId xmlns:a16="http://schemas.microsoft.com/office/drawing/2014/main" id="{6C4FD2CC-0F96-3647-B094-A076F017995B}"/>
              </a:ext>
            </a:extLst>
          </p:cNvPr>
          <p:cNvSpPr>
            <a:spLocks noChangeArrowheads="1"/>
          </p:cNvSpPr>
          <p:nvPr/>
        </p:nvSpPr>
        <p:spPr bwMode="auto">
          <a:xfrm>
            <a:off x="991564" y="1533870"/>
            <a:ext cx="9199355" cy="1620147"/>
          </a:xfrm>
          <a:prstGeom prst="rect">
            <a:avLst/>
          </a:prstGeom>
          <a:solidFill>
            <a:schemeClr val="bg1"/>
          </a:solidFill>
          <a:ln w="19050">
            <a:solidFill>
              <a:srgbClr val="CC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21" name="Text Box 19">
            <a:extLst>
              <a:ext uri="{FF2B5EF4-FFF2-40B4-BE49-F238E27FC236}">
                <a16:creationId xmlns:a16="http://schemas.microsoft.com/office/drawing/2014/main" id="{E44CD3A5-49DD-2B46-B559-9C4E98374B04}"/>
              </a:ext>
            </a:extLst>
          </p:cNvPr>
          <p:cNvSpPr txBox="1">
            <a:spLocks noChangeArrowheads="1"/>
          </p:cNvSpPr>
          <p:nvPr/>
        </p:nvSpPr>
        <p:spPr bwMode="auto">
          <a:xfrm>
            <a:off x="1128092" y="1821969"/>
            <a:ext cx="9248359" cy="1209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80000"/>
              </a:lnSpc>
              <a:spcBef>
                <a:spcPts val="0"/>
              </a:spcBef>
              <a:spcAft>
                <a:spcPts val="0"/>
              </a:spcAft>
              <a:buClrTx/>
              <a:buSzTx/>
              <a:buFontTx/>
              <a:buNone/>
              <a:tabLst/>
              <a:defRPr/>
            </a:pPr>
            <a:r>
              <a:rPr kumimoji="0" lang="en-US" altLang="en-US" sz="30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when looking for forwarding table entry for given destination address, use </a:t>
            </a:r>
            <a:r>
              <a:rPr kumimoji="0" lang="en-US" altLang="en-US" sz="3000" b="0" i="1" u="none" strike="noStrike" kern="1200" cap="none" spc="0" normalizeH="0" baseline="0" noProof="0" dirty="0">
                <a:ln>
                  <a:noFill/>
                </a:ln>
                <a:solidFill>
                  <a:srgbClr val="000099"/>
                </a:solidFill>
                <a:effectLst/>
                <a:uLnTx/>
                <a:uFillTx/>
                <a:latin typeface="Calibri" panose="020F0502020204030204"/>
                <a:ea typeface="ＭＳ Ｐゴシック" panose="020B0600070205080204" pitchFamily="34" charset="-128"/>
                <a:cs typeface="+mn-cs"/>
              </a:rPr>
              <a:t>longest</a:t>
            </a:r>
            <a:r>
              <a:rPr kumimoji="0" lang="en-US" altLang="en-US" sz="30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 address prefix that matches destination address.</a:t>
            </a:r>
          </a:p>
        </p:txBody>
      </p:sp>
      <p:sp>
        <p:nvSpPr>
          <p:cNvPr id="22" name="Text Box 22">
            <a:extLst>
              <a:ext uri="{FF2B5EF4-FFF2-40B4-BE49-F238E27FC236}">
                <a16:creationId xmlns:a16="http://schemas.microsoft.com/office/drawing/2014/main" id="{D12AF6A9-88D3-724A-95E5-E348261B6683}"/>
              </a:ext>
            </a:extLst>
          </p:cNvPr>
          <p:cNvSpPr txBox="1">
            <a:spLocks noChangeArrowheads="1"/>
          </p:cNvSpPr>
          <p:nvPr/>
        </p:nvSpPr>
        <p:spPr bwMode="auto">
          <a:xfrm>
            <a:off x="1115390" y="1235421"/>
            <a:ext cx="3675878" cy="5847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3200" b="0" i="0" u="none" strike="noStrike" kern="1200" cap="none" spc="0" normalizeH="0" baseline="0" noProof="0" dirty="0">
                <a:ln>
                  <a:noFill/>
                </a:ln>
                <a:solidFill>
                  <a:srgbClr val="C00000"/>
                </a:solidFill>
                <a:effectLst/>
                <a:uLnTx/>
                <a:uFillTx/>
                <a:latin typeface="Calibri" panose="020F0502020204030204"/>
                <a:ea typeface="ＭＳ Ｐゴシック" panose="020B0600070205080204" pitchFamily="34" charset="-128"/>
                <a:cs typeface="+mn-cs"/>
              </a:rPr>
              <a:t>longest prefix match</a:t>
            </a:r>
          </a:p>
        </p:txBody>
      </p:sp>
      <p:sp>
        <p:nvSpPr>
          <p:cNvPr id="23" name="Rectangle 5">
            <a:extLst>
              <a:ext uri="{FF2B5EF4-FFF2-40B4-BE49-F238E27FC236}">
                <a16:creationId xmlns:a16="http://schemas.microsoft.com/office/drawing/2014/main" id="{084DF81F-7378-3F4D-A220-97031D2E80F5}"/>
              </a:ext>
            </a:extLst>
          </p:cNvPr>
          <p:cNvSpPr>
            <a:spLocks noChangeArrowheads="1"/>
          </p:cNvSpPr>
          <p:nvPr/>
        </p:nvSpPr>
        <p:spPr bwMode="auto">
          <a:xfrm>
            <a:off x="2674601" y="3464838"/>
            <a:ext cx="4941530" cy="2131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just" defTabSz="914400" rtl="0" eaLnBrk="1" fontAlgn="auto" latinLnBrk="0" hangingPunct="1">
              <a:lnSpc>
                <a:spcPct val="15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Destination Address Range                        </a:t>
            </a:r>
          </a:p>
          <a:p>
            <a:pPr marL="0" marR="0" lvl="0" indent="0" algn="just" defTabSz="914400" rtl="0" eaLnBrk="1" fontAlgn="auto" latinLnBrk="0" hangingPunct="1">
              <a:lnSpc>
                <a:spcPct val="15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Courier New" panose="02070309020205020404" pitchFamily="49" charset="0"/>
                <a:ea typeface="ＭＳ Ｐゴシック" panose="020B0600070205080204" pitchFamily="34" charset="-128"/>
                <a:cs typeface="+mn-cs"/>
              </a:rPr>
              <a:t>11001000  00010111  00010</a:t>
            </a:r>
            <a:endParaRPr kumimoji="0" lang="en-US" altLang="en-US" sz="2000" b="0" i="0" u="none" strike="noStrike" kern="1200" cap="none" spc="0" normalizeH="0" baseline="0" noProof="0" dirty="0">
              <a:ln>
                <a:noFill/>
              </a:ln>
              <a:solidFill>
                <a:prstClr val="black"/>
              </a:solidFill>
              <a:effectLst/>
              <a:uLnTx/>
              <a:uFillTx/>
              <a:latin typeface="Courier New" panose="02070309020205020404" pitchFamily="49" charset="0"/>
              <a:ea typeface="ＭＳ Ｐゴシック" panose="020B0600070205080204" pitchFamily="34" charset="-128"/>
              <a:cs typeface="+mn-cs"/>
            </a:endParaRPr>
          </a:p>
          <a:p>
            <a:pPr marL="0" marR="0" lvl="0" indent="0" algn="just" defTabSz="914400" rtl="0" eaLnBrk="1" fontAlgn="auto" latinLnBrk="0" hangingPunct="1">
              <a:lnSpc>
                <a:spcPct val="15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Courier New" panose="02070309020205020404" pitchFamily="49" charset="0"/>
                <a:ea typeface="ＭＳ Ｐゴシック" panose="020B0600070205080204" pitchFamily="34" charset="-128"/>
                <a:cs typeface="+mn-cs"/>
              </a:rPr>
              <a:t>11001000  00010111  00011000</a:t>
            </a:r>
            <a:endParaRPr kumimoji="0" lang="en-US" altLang="en-US" sz="2000" b="0" i="0" u="none" strike="noStrike" kern="1200" cap="none" spc="0" normalizeH="0" baseline="0" noProof="0" dirty="0">
              <a:ln>
                <a:noFill/>
              </a:ln>
              <a:solidFill>
                <a:prstClr val="black"/>
              </a:solidFill>
              <a:effectLst/>
              <a:uLnTx/>
              <a:uFillTx/>
              <a:latin typeface="Courier New" panose="02070309020205020404" pitchFamily="49" charset="0"/>
              <a:ea typeface="ＭＳ Ｐゴシック" panose="020B0600070205080204" pitchFamily="34" charset="-128"/>
              <a:cs typeface="+mn-cs"/>
            </a:endParaRPr>
          </a:p>
          <a:p>
            <a:pPr marL="0" marR="0" lvl="0" indent="0" algn="just" defTabSz="914400" rtl="0" eaLnBrk="1" fontAlgn="auto" latinLnBrk="0" hangingPunct="1">
              <a:lnSpc>
                <a:spcPct val="15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Courier New" panose="02070309020205020404" pitchFamily="49" charset="0"/>
                <a:ea typeface="ＭＳ Ｐゴシック" panose="020B0600070205080204" pitchFamily="34" charset="-128"/>
                <a:cs typeface="+mn-cs"/>
              </a:rPr>
              <a:t>11001000  00010111  00011</a:t>
            </a:r>
            <a:endParaRPr kumimoji="0" lang="en-US" altLang="en-US" sz="2000" b="0" i="0" u="none" strike="noStrike" kern="1200" cap="none" spc="0" normalizeH="0" baseline="0" noProof="0" dirty="0">
              <a:ln>
                <a:noFill/>
              </a:ln>
              <a:solidFill>
                <a:prstClr val="black"/>
              </a:solidFill>
              <a:effectLst/>
              <a:uLnTx/>
              <a:uFillTx/>
              <a:latin typeface="Comic Sans MS" panose="030F0902030302020204" pitchFamily="66" charset="0"/>
              <a:ea typeface="ＭＳ Ｐゴシック" panose="020B0600070205080204" pitchFamily="34" charset="-128"/>
              <a:cs typeface="+mn-cs"/>
            </a:endParaRPr>
          </a:p>
          <a:p>
            <a:pPr marL="0" marR="0" lvl="0" indent="0" algn="just" defTabSz="914400" rtl="0" eaLnBrk="1" fontAlgn="auto" latinLnBrk="0" hangingPunct="1">
              <a:lnSpc>
                <a:spcPct val="15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otherwise  </a:t>
            </a:r>
            <a:r>
              <a:rPr kumimoji="0" lang="en-US" altLang="en-US" sz="1800" b="0" i="0" u="none" strike="noStrike" kern="1200" cap="none" spc="0" normalizeH="0" baseline="0" noProof="0" dirty="0">
                <a:ln>
                  <a:noFill/>
                </a:ln>
                <a:solidFill>
                  <a:prstClr val="black"/>
                </a:solidFill>
                <a:effectLst/>
                <a:uLnTx/>
                <a:uFillTx/>
                <a:latin typeface="Times" pitchFamily="2" charset="0"/>
                <a:ea typeface="ＭＳ Ｐゴシック" panose="020B0600070205080204" pitchFamily="34" charset="-128"/>
                <a:cs typeface="+mn-cs"/>
              </a:rPr>
              <a:t>           </a:t>
            </a:r>
          </a:p>
        </p:txBody>
      </p:sp>
      <p:sp>
        <p:nvSpPr>
          <p:cNvPr id="24" name="Rectangle 24">
            <a:extLst>
              <a:ext uri="{FF2B5EF4-FFF2-40B4-BE49-F238E27FC236}">
                <a16:creationId xmlns:a16="http://schemas.microsoft.com/office/drawing/2014/main" id="{18A563AC-C70D-754B-9962-4D998D015437}"/>
              </a:ext>
            </a:extLst>
          </p:cNvPr>
          <p:cNvSpPr>
            <a:spLocks noChangeArrowheads="1"/>
          </p:cNvSpPr>
          <p:nvPr/>
        </p:nvSpPr>
        <p:spPr bwMode="auto">
          <a:xfrm>
            <a:off x="2675214" y="3473174"/>
            <a:ext cx="7459662" cy="2106613"/>
          </a:xfrm>
          <a:prstGeom prst="rect">
            <a:avLst/>
          </a:prstGeom>
          <a:noFill/>
          <a:ln w="19050">
            <a:solidFill>
              <a:srgbClr val="000099"/>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25" name="Line 25">
            <a:extLst>
              <a:ext uri="{FF2B5EF4-FFF2-40B4-BE49-F238E27FC236}">
                <a16:creationId xmlns:a16="http://schemas.microsoft.com/office/drawing/2014/main" id="{19C2B9AB-8F02-2544-B27E-9D6069612946}"/>
              </a:ext>
            </a:extLst>
          </p:cNvPr>
          <p:cNvSpPr>
            <a:spLocks noChangeShapeType="1"/>
          </p:cNvSpPr>
          <p:nvPr/>
        </p:nvSpPr>
        <p:spPr bwMode="auto">
          <a:xfrm>
            <a:off x="2675214" y="3908149"/>
            <a:ext cx="7448550" cy="0"/>
          </a:xfrm>
          <a:prstGeom prst="line">
            <a:avLst/>
          </a:prstGeom>
          <a:noFill/>
          <a:ln w="19050">
            <a:solidFill>
              <a:srgbClr val="000099"/>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6" name="Line 26">
            <a:extLst>
              <a:ext uri="{FF2B5EF4-FFF2-40B4-BE49-F238E27FC236}">
                <a16:creationId xmlns:a16="http://schemas.microsoft.com/office/drawing/2014/main" id="{1B9BD71E-C1AB-FC44-BE8C-E92F41BE285C}"/>
              </a:ext>
            </a:extLst>
          </p:cNvPr>
          <p:cNvSpPr>
            <a:spLocks noChangeShapeType="1"/>
          </p:cNvSpPr>
          <p:nvPr/>
        </p:nvSpPr>
        <p:spPr bwMode="auto">
          <a:xfrm>
            <a:off x="2705376" y="4338362"/>
            <a:ext cx="7448550" cy="0"/>
          </a:xfrm>
          <a:prstGeom prst="line">
            <a:avLst/>
          </a:prstGeom>
          <a:noFill/>
          <a:ln w="19050">
            <a:solidFill>
              <a:srgbClr val="000099"/>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7" name="Line 27">
            <a:extLst>
              <a:ext uri="{FF2B5EF4-FFF2-40B4-BE49-F238E27FC236}">
                <a16:creationId xmlns:a16="http://schemas.microsoft.com/office/drawing/2014/main" id="{7AE74685-5721-6E44-8BC4-DAB3E347B108}"/>
              </a:ext>
            </a:extLst>
          </p:cNvPr>
          <p:cNvSpPr>
            <a:spLocks noChangeShapeType="1"/>
          </p:cNvSpPr>
          <p:nvPr/>
        </p:nvSpPr>
        <p:spPr bwMode="auto">
          <a:xfrm>
            <a:off x="2679976" y="4757462"/>
            <a:ext cx="7448550" cy="0"/>
          </a:xfrm>
          <a:prstGeom prst="line">
            <a:avLst/>
          </a:prstGeom>
          <a:noFill/>
          <a:ln w="19050">
            <a:solidFill>
              <a:srgbClr val="000099"/>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8" name="Line 28">
            <a:extLst>
              <a:ext uri="{FF2B5EF4-FFF2-40B4-BE49-F238E27FC236}">
                <a16:creationId xmlns:a16="http://schemas.microsoft.com/office/drawing/2014/main" id="{1B853A8E-6A07-CB4D-BE12-092786F59619}"/>
              </a:ext>
            </a:extLst>
          </p:cNvPr>
          <p:cNvSpPr>
            <a:spLocks noChangeShapeType="1"/>
          </p:cNvSpPr>
          <p:nvPr/>
        </p:nvSpPr>
        <p:spPr bwMode="auto">
          <a:xfrm>
            <a:off x="2676801" y="5187674"/>
            <a:ext cx="7448550" cy="0"/>
          </a:xfrm>
          <a:prstGeom prst="line">
            <a:avLst/>
          </a:prstGeom>
          <a:noFill/>
          <a:ln w="19050">
            <a:solidFill>
              <a:srgbClr val="000099"/>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 name="Line 29">
            <a:extLst>
              <a:ext uri="{FF2B5EF4-FFF2-40B4-BE49-F238E27FC236}">
                <a16:creationId xmlns:a16="http://schemas.microsoft.com/office/drawing/2014/main" id="{BAAA8C9E-1166-D244-A56D-14E88DC722C7}"/>
              </a:ext>
            </a:extLst>
          </p:cNvPr>
          <p:cNvSpPr>
            <a:spLocks noChangeShapeType="1"/>
          </p:cNvSpPr>
          <p:nvPr/>
        </p:nvSpPr>
        <p:spPr bwMode="auto">
          <a:xfrm>
            <a:off x="8109371" y="3444875"/>
            <a:ext cx="0" cy="2117725"/>
          </a:xfrm>
          <a:prstGeom prst="line">
            <a:avLst/>
          </a:prstGeom>
          <a:noFill/>
          <a:ln w="19050">
            <a:solidFill>
              <a:srgbClr val="000099"/>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0" name="Text Box 30">
            <a:extLst>
              <a:ext uri="{FF2B5EF4-FFF2-40B4-BE49-F238E27FC236}">
                <a16:creationId xmlns:a16="http://schemas.microsoft.com/office/drawing/2014/main" id="{C361938E-509D-884C-8F4D-604CDBAF499F}"/>
              </a:ext>
            </a:extLst>
          </p:cNvPr>
          <p:cNvSpPr txBox="1">
            <a:spLocks noChangeArrowheads="1"/>
          </p:cNvSpPr>
          <p:nvPr/>
        </p:nvSpPr>
        <p:spPr bwMode="auto">
          <a:xfrm>
            <a:off x="8158439" y="3416024"/>
            <a:ext cx="1543050" cy="2155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Link interface</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0</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1</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2</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3</a:t>
            </a:r>
          </a:p>
        </p:txBody>
      </p:sp>
      <p:sp>
        <p:nvSpPr>
          <p:cNvPr id="33" name="Rectangle 7">
            <a:extLst>
              <a:ext uri="{FF2B5EF4-FFF2-40B4-BE49-F238E27FC236}">
                <a16:creationId xmlns:a16="http://schemas.microsoft.com/office/drawing/2014/main" id="{E22026F2-CBCE-4449-A0AD-13CF7F44BB94}"/>
              </a:ext>
            </a:extLst>
          </p:cNvPr>
          <p:cNvSpPr>
            <a:spLocks noChangeArrowheads="1"/>
          </p:cNvSpPr>
          <p:nvPr/>
        </p:nvSpPr>
        <p:spPr bwMode="auto">
          <a:xfrm>
            <a:off x="2672981" y="6281883"/>
            <a:ext cx="556113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Courier New" panose="02070309020205020404" pitchFamily="49" charset="0"/>
                <a:ea typeface="ＭＳ Ｐゴシック" panose="020B0600070205080204" pitchFamily="34" charset="-128"/>
                <a:cs typeface="Courier New" panose="02070309020205020404" pitchFamily="49" charset="0"/>
              </a:rPr>
              <a:t>11001000  00010111  00011000  10101010 </a:t>
            </a:r>
          </a:p>
        </p:txBody>
      </p:sp>
      <p:sp>
        <p:nvSpPr>
          <p:cNvPr id="34" name="Text Box 8">
            <a:extLst>
              <a:ext uri="{FF2B5EF4-FFF2-40B4-BE49-F238E27FC236}">
                <a16:creationId xmlns:a16="http://schemas.microsoft.com/office/drawing/2014/main" id="{6696C1A2-2B66-F046-9D91-AA81C2DE66F3}"/>
              </a:ext>
            </a:extLst>
          </p:cNvPr>
          <p:cNvSpPr txBox="1">
            <a:spLocks noChangeArrowheads="1"/>
          </p:cNvSpPr>
          <p:nvPr/>
        </p:nvSpPr>
        <p:spPr bwMode="auto">
          <a:xfrm>
            <a:off x="789703" y="5882891"/>
            <a:ext cx="163628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800" b="0" i="0" u="none" strike="noStrike" kern="1200" cap="none" spc="0" normalizeH="0" baseline="0" noProof="0" dirty="0">
                <a:ln>
                  <a:noFill/>
                </a:ln>
                <a:solidFill>
                  <a:srgbClr val="000099"/>
                </a:solidFill>
                <a:effectLst/>
                <a:uLnTx/>
                <a:uFillTx/>
                <a:latin typeface="Calibri" panose="020F0502020204030204"/>
                <a:ea typeface="ＭＳ Ｐゴシック" panose="020B0600070205080204" pitchFamily="34" charset="-128"/>
                <a:cs typeface="+mn-cs"/>
              </a:rPr>
              <a:t>examples</a:t>
            </a:r>
            <a:r>
              <a:rPr kumimoji="0" lang="en-US" altLang="en-US" sz="2400" b="0" i="0" u="none" strike="noStrike" kern="1200" cap="none" spc="0" normalizeH="0" baseline="0" noProof="0" dirty="0">
                <a:ln>
                  <a:noFill/>
                </a:ln>
                <a:solidFill>
                  <a:srgbClr val="000099"/>
                </a:solidFill>
                <a:effectLst/>
                <a:uLnTx/>
                <a:uFillTx/>
                <a:latin typeface="Calibri" panose="020F0502020204030204"/>
                <a:ea typeface="ＭＳ Ｐゴシック" panose="020B0600070205080204" pitchFamily="34" charset="-128"/>
                <a:cs typeface="+mn-cs"/>
              </a:rPr>
              <a:t>:</a:t>
            </a:r>
          </a:p>
        </p:txBody>
      </p:sp>
      <p:sp>
        <p:nvSpPr>
          <p:cNvPr id="36" name="Text Box 15">
            <a:extLst>
              <a:ext uri="{FF2B5EF4-FFF2-40B4-BE49-F238E27FC236}">
                <a16:creationId xmlns:a16="http://schemas.microsoft.com/office/drawing/2014/main" id="{17622A77-4021-6543-9813-C7EEB4480196}"/>
              </a:ext>
            </a:extLst>
          </p:cNvPr>
          <p:cNvSpPr txBox="1">
            <a:spLocks noChangeArrowheads="1"/>
          </p:cNvSpPr>
          <p:nvPr/>
        </p:nvSpPr>
        <p:spPr bwMode="auto">
          <a:xfrm>
            <a:off x="8186060" y="5747609"/>
            <a:ext cx="190898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srgbClr val="0000A3"/>
                </a:solidFill>
                <a:effectLst/>
                <a:uLnTx/>
                <a:uFillTx/>
                <a:latin typeface="Calibri" panose="020F0502020204030204"/>
                <a:ea typeface="ＭＳ Ｐゴシック" panose="020B0600070205080204" pitchFamily="34" charset="-128"/>
                <a:cs typeface="+mn-cs"/>
              </a:rPr>
              <a:t>which interface?</a:t>
            </a:r>
          </a:p>
        </p:txBody>
      </p:sp>
      <p:sp>
        <p:nvSpPr>
          <p:cNvPr id="37" name="Text Box 16">
            <a:extLst>
              <a:ext uri="{FF2B5EF4-FFF2-40B4-BE49-F238E27FC236}">
                <a16:creationId xmlns:a16="http://schemas.microsoft.com/office/drawing/2014/main" id="{F7507BD5-2837-2641-B60E-9FEB90A5480B}"/>
              </a:ext>
            </a:extLst>
          </p:cNvPr>
          <p:cNvSpPr txBox="1">
            <a:spLocks noChangeArrowheads="1"/>
          </p:cNvSpPr>
          <p:nvPr/>
        </p:nvSpPr>
        <p:spPr bwMode="auto">
          <a:xfrm>
            <a:off x="8178869" y="6233982"/>
            <a:ext cx="190898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srgbClr val="0000A3"/>
                </a:solidFill>
                <a:effectLst/>
                <a:uLnTx/>
                <a:uFillTx/>
                <a:latin typeface="Calibri" panose="020F0502020204030204"/>
                <a:ea typeface="ＭＳ Ｐゴシック" panose="020B0600070205080204" pitchFamily="34" charset="-128"/>
                <a:cs typeface="+mn-cs"/>
              </a:rPr>
              <a:t>which interface?</a:t>
            </a:r>
          </a:p>
        </p:txBody>
      </p:sp>
      <p:sp>
        <p:nvSpPr>
          <p:cNvPr id="8" name="TextBox 7">
            <a:extLst>
              <a:ext uri="{FF2B5EF4-FFF2-40B4-BE49-F238E27FC236}">
                <a16:creationId xmlns:a16="http://schemas.microsoft.com/office/drawing/2014/main" id="{9694CEDC-B1A5-454C-B4F6-F22FC77EEC2F}"/>
              </a:ext>
            </a:extLst>
          </p:cNvPr>
          <p:cNvSpPr txBox="1"/>
          <p:nvPr/>
        </p:nvSpPr>
        <p:spPr>
          <a:xfrm>
            <a:off x="6763327" y="4003965"/>
            <a:ext cx="1745673"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urier New" panose="02070309020205020404" pitchFamily="49" charset="0"/>
                <a:ea typeface="+mn-ea"/>
                <a:cs typeface="Courier New" panose="02070309020205020404" pitchFamily="49" charset="0"/>
              </a:rPr>
              <a:t>********</a:t>
            </a:r>
          </a:p>
        </p:txBody>
      </p:sp>
      <p:sp>
        <p:nvSpPr>
          <p:cNvPr id="38" name="TextBox 37">
            <a:extLst>
              <a:ext uri="{FF2B5EF4-FFF2-40B4-BE49-F238E27FC236}">
                <a16:creationId xmlns:a16="http://schemas.microsoft.com/office/drawing/2014/main" id="{59CA6F6A-B810-954D-9B23-669157310E2A}"/>
              </a:ext>
            </a:extLst>
          </p:cNvPr>
          <p:cNvSpPr txBox="1"/>
          <p:nvPr/>
        </p:nvSpPr>
        <p:spPr>
          <a:xfrm>
            <a:off x="6089074" y="4005707"/>
            <a:ext cx="595746"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urier New" panose="02070309020205020404" pitchFamily="49" charset="0"/>
                <a:ea typeface="+mn-ea"/>
                <a:cs typeface="Courier New" panose="02070309020205020404" pitchFamily="49" charset="0"/>
              </a:rPr>
              <a:t>***</a:t>
            </a:r>
          </a:p>
        </p:txBody>
      </p:sp>
      <p:sp>
        <p:nvSpPr>
          <p:cNvPr id="41" name="TextBox 40">
            <a:extLst>
              <a:ext uri="{FF2B5EF4-FFF2-40B4-BE49-F238E27FC236}">
                <a16:creationId xmlns:a16="http://schemas.microsoft.com/office/drawing/2014/main" id="{4FB0E5B5-4700-1A4A-82D3-4BA23D91D949}"/>
              </a:ext>
            </a:extLst>
          </p:cNvPr>
          <p:cNvSpPr txBox="1"/>
          <p:nvPr/>
        </p:nvSpPr>
        <p:spPr>
          <a:xfrm>
            <a:off x="6760005" y="4816765"/>
            <a:ext cx="1745673"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urier New" panose="02070309020205020404" pitchFamily="49" charset="0"/>
                <a:ea typeface="+mn-ea"/>
                <a:cs typeface="Courier New" panose="02070309020205020404" pitchFamily="49" charset="0"/>
              </a:rPr>
              <a:t>********</a:t>
            </a:r>
          </a:p>
        </p:txBody>
      </p:sp>
      <p:sp>
        <p:nvSpPr>
          <p:cNvPr id="42" name="TextBox 41">
            <a:extLst>
              <a:ext uri="{FF2B5EF4-FFF2-40B4-BE49-F238E27FC236}">
                <a16:creationId xmlns:a16="http://schemas.microsoft.com/office/drawing/2014/main" id="{2C3E062A-D38F-7B4C-985F-9BC7311B996F}"/>
              </a:ext>
            </a:extLst>
          </p:cNvPr>
          <p:cNvSpPr txBox="1"/>
          <p:nvPr/>
        </p:nvSpPr>
        <p:spPr>
          <a:xfrm>
            <a:off x="6083018" y="4846641"/>
            <a:ext cx="595746"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urier New" panose="02070309020205020404" pitchFamily="49" charset="0"/>
                <a:ea typeface="+mn-ea"/>
                <a:cs typeface="Courier New" panose="02070309020205020404" pitchFamily="49" charset="0"/>
              </a:rPr>
              <a:t>***</a:t>
            </a:r>
          </a:p>
        </p:txBody>
      </p:sp>
      <p:sp>
        <p:nvSpPr>
          <p:cNvPr id="43" name="TextBox 42">
            <a:extLst>
              <a:ext uri="{FF2B5EF4-FFF2-40B4-BE49-F238E27FC236}">
                <a16:creationId xmlns:a16="http://schemas.microsoft.com/office/drawing/2014/main" id="{90CB68ED-9DC5-4A42-912A-6465AD307681}"/>
              </a:ext>
            </a:extLst>
          </p:cNvPr>
          <p:cNvSpPr txBox="1"/>
          <p:nvPr/>
        </p:nvSpPr>
        <p:spPr>
          <a:xfrm>
            <a:off x="6760005" y="4423065"/>
            <a:ext cx="1745673"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urier New" panose="02070309020205020404" pitchFamily="49" charset="0"/>
                <a:ea typeface="+mn-ea"/>
                <a:cs typeface="Courier New" panose="02070309020205020404" pitchFamily="49" charset="0"/>
              </a:rPr>
              <a:t>********</a:t>
            </a:r>
          </a:p>
        </p:txBody>
      </p:sp>
      <p:sp>
        <p:nvSpPr>
          <p:cNvPr id="44" name="Text Box 9">
            <a:extLst>
              <a:ext uri="{FF2B5EF4-FFF2-40B4-BE49-F238E27FC236}">
                <a16:creationId xmlns:a16="http://schemas.microsoft.com/office/drawing/2014/main" id="{E0486002-663A-3642-8A25-05280FEF8ED1}"/>
              </a:ext>
            </a:extLst>
          </p:cNvPr>
          <p:cNvSpPr txBox="1">
            <a:spLocks noChangeArrowheads="1"/>
          </p:cNvSpPr>
          <p:nvPr/>
        </p:nvSpPr>
        <p:spPr bwMode="auto">
          <a:xfrm>
            <a:off x="2672165" y="5802809"/>
            <a:ext cx="556113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Courier New" panose="02070309020205020404" pitchFamily="49" charset="0"/>
                <a:ea typeface="ＭＳ Ｐゴシック" panose="020B0600070205080204" pitchFamily="34" charset="-128"/>
                <a:cs typeface="Courier New" panose="02070309020205020404" pitchFamily="49" charset="0"/>
              </a:rPr>
              <a:t>11001000  00010111  00010110  10100001 </a:t>
            </a:r>
          </a:p>
        </p:txBody>
      </p:sp>
      <p:grpSp>
        <p:nvGrpSpPr>
          <p:cNvPr id="10" name="Group 9">
            <a:extLst>
              <a:ext uri="{FF2B5EF4-FFF2-40B4-BE49-F238E27FC236}">
                <a16:creationId xmlns:a16="http://schemas.microsoft.com/office/drawing/2014/main" id="{93F8BEA5-3425-B944-909B-1B37A09661F3}"/>
              </a:ext>
            </a:extLst>
          </p:cNvPr>
          <p:cNvGrpSpPr/>
          <p:nvPr/>
        </p:nvGrpSpPr>
        <p:grpSpPr>
          <a:xfrm>
            <a:off x="803563" y="3297382"/>
            <a:ext cx="9670473" cy="3560618"/>
            <a:chOff x="803563" y="3297382"/>
            <a:chExt cx="9670473" cy="3560618"/>
          </a:xfrm>
        </p:grpSpPr>
        <p:sp>
          <p:nvSpPr>
            <p:cNvPr id="7" name="Freeform 6">
              <a:extLst>
                <a:ext uri="{FF2B5EF4-FFF2-40B4-BE49-F238E27FC236}">
                  <a16:creationId xmlns:a16="http://schemas.microsoft.com/office/drawing/2014/main" id="{A848FF30-7F47-EF40-9B21-6336F9996053}"/>
                </a:ext>
              </a:extLst>
            </p:cNvPr>
            <p:cNvSpPr/>
            <p:nvPr/>
          </p:nvSpPr>
          <p:spPr>
            <a:xfrm>
              <a:off x="845127" y="3297382"/>
              <a:ext cx="9628909" cy="1122218"/>
            </a:xfrm>
            <a:custGeom>
              <a:avLst/>
              <a:gdLst>
                <a:gd name="connsiteX0" fmla="*/ 110837 w 9628909"/>
                <a:gd name="connsiteY0" fmla="*/ 0 h 1136073"/>
                <a:gd name="connsiteX1" fmla="*/ 9628909 w 9628909"/>
                <a:gd name="connsiteY1" fmla="*/ 13854 h 1136073"/>
                <a:gd name="connsiteX2" fmla="*/ 9628909 w 9628909"/>
                <a:gd name="connsiteY2" fmla="*/ 1122218 h 1136073"/>
                <a:gd name="connsiteX3" fmla="*/ 5334000 w 9628909"/>
                <a:gd name="connsiteY3" fmla="*/ 1136073 h 1136073"/>
                <a:gd name="connsiteX4" fmla="*/ 5320146 w 9628909"/>
                <a:gd name="connsiteY4" fmla="*/ 651163 h 1136073"/>
                <a:gd name="connsiteX5" fmla="*/ 1856509 w 9628909"/>
                <a:gd name="connsiteY5" fmla="*/ 651163 h 1136073"/>
                <a:gd name="connsiteX6" fmla="*/ 1870364 w 9628909"/>
                <a:gd name="connsiteY6" fmla="*/ 1122218 h 1136073"/>
                <a:gd name="connsiteX7" fmla="*/ 0 w 9628909"/>
                <a:gd name="connsiteY7" fmla="*/ 1080654 h 1136073"/>
                <a:gd name="connsiteX8" fmla="*/ 110837 w 9628909"/>
                <a:gd name="connsiteY8" fmla="*/ 0 h 1136073"/>
                <a:gd name="connsiteX0" fmla="*/ 110837 w 9628909"/>
                <a:gd name="connsiteY0" fmla="*/ 0 h 1122218"/>
                <a:gd name="connsiteX1" fmla="*/ 9628909 w 9628909"/>
                <a:gd name="connsiteY1" fmla="*/ 13854 h 1122218"/>
                <a:gd name="connsiteX2" fmla="*/ 9628909 w 9628909"/>
                <a:gd name="connsiteY2" fmla="*/ 1122218 h 1122218"/>
                <a:gd name="connsiteX3" fmla="*/ 5389418 w 9628909"/>
                <a:gd name="connsiteY3" fmla="*/ 1108364 h 1122218"/>
                <a:gd name="connsiteX4" fmla="*/ 5320146 w 9628909"/>
                <a:gd name="connsiteY4" fmla="*/ 651163 h 1122218"/>
                <a:gd name="connsiteX5" fmla="*/ 1856509 w 9628909"/>
                <a:gd name="connsiteY5" fmla="*/ 651163 h 1122218"/>
                <a:gd name="connsiteX6" fmla="*/ 1870364 w 9628909"/>
                <a:gd name="connsiteY6" fmla="*/ 1122218 h 1122218"/>
                <a:gd name="connsiteX7" fmla="*/ 0 w 9628909"/>
                <a:gd name="connsiteY7" fmla="*/ 1080654 h 1122218"/>
                <a:gd name="connsiteX8" fmla="*/ 110837 w 9628909"/>
                <a:gd name="connsiteY8" fmla="*/ 0 h 1122218"/>
                <a:gd name="connsiteX0" fmla="*/ 110837 w 9628909"/>
                <a:gd name="connsiteY0" fmla="*/ 0 h 1122218"/>
                <a:gd name="connsiteX1" fmla="*/ 9628909 w 9628909"/>
                <a:gd name="connsiteY1" fmla="*/ 13854 h 1122218"/>
                <a:gd name="connsiteX2" fmla="*/ 9628909 w 9628909"/>
                <a:gd name="connsiteY2" fmla="*/ 1122218 h 1122218"/>
                <a:gd name="connsiteX3" fmla="*/ 5389418 w 9628909"/>
                <a:gd name="connsiteY3" fmla="*/ 1108364 h 1122218"/>
                <a:gd name="connsiteX4" fmla="*/ 5375564 w 9628909"/>
                <a:gd name="connsiteY4" fmla="*/ 665017 h 1122218"/>
                <a:gd name="connsiteX5" fmla="*/ 1856509 w 9628909"/>
                <a:gd name="connsiteY5" fmla="*/ 651163 h 1122218"/>
                <a:gd name="connsiteX6" fmla="*/ 1870364 w 9628909"/>
                <a:gd name="connsiteY6" fmla="*/ 1122218 h 1122218"/>
                <a:gd name="connsiteX7" fmla="*/ 0 w 9628909"/>
                <a:gd name="connsiteY7" fmla="*/ 1080654 h 1122218"/>
                <a:gd name="connsiteX8" fmla="*/ 110837 w 9628909"/>
                <a:gd name="connsiteY8" fmla="*/ 0 h 11222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628909" h="1122218">
                  <a:moveTo>
                    <a:pt x="110837" y="0"/>
                  </a:moveTo>
                  <a:lnTo>
                    <a:pt x="9628909" y="13854"/>
                  </a:lnTo>
                  <a:lnTo>
                    <a:pt x="9628909" y="1122218"/>
                  </a:lnTo>
                  <a:lnTo>
                    <a:pt x="5389418" y="1108364"/>
                  </a:lnTo>
                  <a:lnTo>
                    <a:pt x="5375564" y="665017"/>
                  </a:lnTo>
                  <a:lnTo>
                    <a:pt x="1856509" y="651163"/>
                  </a:lnTo>
                  <a:lnTo>
                    <a:pt x="1870364" y="1122218"/>
                  </a:lnTo>
                  <a:lnTo>
                    <a:pt x="0" y="1080654"/>
                  </a:lnTo>
                  <a:lnTo>
                    <a:pt x="110837" y="0"/>
                  </a:lnTo>
                  <a:close/>
                </a:path>
              </a:pathLst>
            </a:custGeom>
            <a:solidFill>
              <a:schemeClr val="bg1">
                <a:alpha val="8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9" name="Rectangle 8">
              <a:extLst>
                <a:ext uri="{FF2B5EF4-FFF2-40B4-BE49-F238E27FC236}">
                  <a16:creationId xmlns:a16="http://schemas.microsoft.com/office/drawing/2014/main" id="{1470E4B3-DFDA-4D4A-93DD-AEAF7A1D9F63}"/>
                </a:ext>
              </a:extLst>
            </p:cNvPr>
            <p:cNvSpPr/>
            <p:nvPr/>
          </p:nvSpPr>
          <p:spPr>
            <a:xfrm>
              <a:off x="1634837" y="4364180"/>
              <a:ext cx="8756072" cy="1399309"/>
            </a:xfrm>
            <a:prstGeom prst="rect">
              <a:avLst/>
            </a:prstGeom>
            <a:solidFill>
              <a:schemeClr val="bg1">
                <a:alpha val="8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2" name="Freeform 31">
              <a:extLst>
                <a:ext uri="{FF2B5EF4-FFF2-40B4-BE49-F238E27FC236}">
                  <a16:creationId xmlns:a16="http://schemas.microsoft.com/office/drawing/2014/main" id="{EA85C68C-577E-304A-9FB5-077E1B7756F7}"/>
                </a:ext>
              </a:extLst>
            </p:cNvPr>
            <p:cNvSpPr/>
            <p:nvPr/>
          </p:nvSpPr>
          <p:spPr>
            <a:xfrm flipV="1">
              <a:off x="803563" y="5735782"/>
              <a:ext cx="9628909" cy="1122218"/>
            </a:xfrm>
            <a:custGeom>
              <a:avLst/>
              <a:gdLst>
                <a:gd name="connsiteX0" fmla="*/ 110837 w 9628909"/>
                <a:gd name="connsiteY0" fmla="*/ 0 h 1136073"/>
                <a:gd name="connsiteX1" fmla="*/ 9628909 w 9628909"/>
                <a:gd name="connsiteY1" fmla="*/ 13854 h 1136073"/>
                <a:gd name="connsiteX2" fmla="*/ 9628909 w 9628909"/>
                <a:gd name="connsiteY2" fmla="*/ 1122218 h 1136073"/>
                <a:gd name="connsiteX3" fmla="*/ 5334000 w 9628909"/>
                <a:gd name="connsiteY3" fmla="*/ 1136073 h 1136073"/>
                <a:gd name="connsiteX4" fmla="*/ 5320146 w 9628909"/>
                <a:gd name="connsiteY4" fmla="*/ 651163 h 1136073"/>
                <a:gd name="connsiteX5" fmla="*/ 1856509 w 9628909"/>
                <a:gd name="connsiteY5" fmla="*/ 651163 h 1136073"/>
                <a:gd name="connsiteX6" fmla="*/ 1870364 w 9628909"/>
                <a:gd name="connsiteY6" fmla="*/ 1122218 h 1136073"/>
                <a:gd name="connsiteX7" fmla="*/ 0 w 9628909"/>
                <a:gd name="connsiteY7" fmla="*/ 1080654 h 1136073"/>
                <a:gd name="connsiteX8" fmla="*/ 110837 w 9628909"/>
                <a:gd name="connsiteY8" fmla="*/ 0 h 1136073"/>
                <a:gd name="connsiteX0" fmla="*/ 110837 w 9628909"/>
                <a:gd name="connsiteY0" fmla="*/ 0 h 1122218"/>
                <a:gd name="connsiteX1" fmla="*/ 9628909 w 9628909"/>
                <a:gd name="connsiteY1" fmla="*/ 13854 h 1122218"/>
                <a:gd name="connsiteX2" fmla="*/ 9628909 w 9628909"/>
                <a:gd name="connsiteY2" fmla="*/ 1122218 h 1122218"/>
                <a:gd name="connsiteX3" fmla="*/ 5389418 w 9628909"/>
                <a:gd name="connsiteY3" fmla="*/ 1108364 h 1122218"/>
                <a:gd name="connsiteX4" fmla="*/ 5320146 w 9628909"/>
                <a:gd name="connsiteY4" fmla="*/ 651163 h 1122218"/>
                <a:gd name="connsiteX5" fmla="*/ 1856509 w 9628909"/>
                <a:gd name="connsiteY5" fmla="*/ 651163 h 1122218"/>
                <a:gd name="connsiteX6" fmla="*/ 1870364 w 9628909"/>
                <a:gd name="connsiteY6" fmla="*/ 1122218 h 1122218"/>
                <a:gd name="connsiteX7" fmla="*/ 0 w 9628909"/>
                <a:gd name="connsiteY7" fmla="*/ 1080654 h 1122218"/>
                <a:gd name="connsiteX8" fmla="*/ 110837 w 9628909"/>
                <a:gd name="connsiteY8" fmla="*/ 0 h 1122218"/>
                <a:gd name="connsiteX0" fmla="*/ 110837 w 9628909"/>
                <a:gd name="connsiteY0" fmla="*/ 0 h 1122218"/>
                <a:gd name="connsiteX1" fmla="*/ 9628909 w 9628909"/>
                <a:gd name="connsiteY1" fmla="*/ 13854 h 1122218"/>
                <a:gd name="connsiteX2" fmla="*/ 9628909 w 9628909"/>
                <a:gd name="connsiteY2" fmla="*/ 1122218 h 1122218"/>
                <a:gd name="connsiteX3" fmla="*/ 5389418 w 9628909"/>
                <a:gd name="connsiteY3" fmla="*/ 1108364 h 1122218"/>
                <a:gd name="connsiteX4" fmla="*/ 5375564 w 9628909"/>
                <a:gd name="connsiteY4" fmla="*/ 665017 h 1122218"/>
                <a:gd name="connsiteX5" fmla="*/ 1856509 w 9628909"/>
                <a:gd name="connsiteY5" fmla="*/ 651163 h 1122218"/>
                <a:gd name="connsiteX6" fmla="*/ 1870364 w 9628909"/>
                <a:gd name="connsiteY6" fmla="*/ 1122218 h 1122218"/>
                <a:gd name="connsiteX7" fmla="*/ 0 w 9628909"/>
                <a:gd name="connsiteY7" fmla="*/ 1080654 h 1122218"/>
                <a:gd name="connsiteX8" fmla="*/ 110837 w 9628909"/>
                <a:gd name="connsiteY8" fmla="*/ 0 h 1122218"/>
                <a:gd name="connsiteX0" fmla="*/ 110837 w 9628909"/>
                <a:gd name="connsiteY0" fmla="*/ 0 h 1122218"/>
                <a:gd name="connsiteX1" fmla="*/ 9628909 w 9628909"/>
                <a:gd name="connsiteY1" fmla="*/ 13854 h 1122218"/>
                <a:gd name="connsiteX2" fmla="*/ 9628909 w 9628909"/>
                <a:gd name="connsiteY2" fmla="*/ 1122218 h 1122218"/>
                <a:gd name="connsiteX3" fmla="*/ 5389418 w 9628909"/>
                <a:gd name="connsiteY3" fmla="*/ 1108364 h 1122218"/>
                <a:gd name="connsiteX4" fmla="*/ 5417128 w 9628909"/>
                <a:gd name="connsiteY4" fmla="*/ 665017 h 1122218"/>
                <a:gd name="connsiteX5" fmla="*/ 1856509 w 9628909"/>
                <a:gd name="connsiteY5" fmla="*/ 651163 h 1122218"/>
                <a:gd name="connsiteX6" fmla="*/ 1870364 w 9628909"/>
                <a:gd name="connsiteY6" fmla="*/ 1122218 h 1122218"/>
                <a:gd name="connsiteX7" fmla="*/ 0 w 9628909"/>
                <a:gd name="connsiteY7" fmla="*/ 1080654 h 1122218"/>
                <a:gd name="connsiteX8" fmla="*/ 110837 w 9628909"/>
                <a:gd name="connsiteY8" fmla="*/ 0 h 1122218"/>
                <a:gd name="connsiteX0" fmla="*/ 110837 w 9628909"/>
                <a:gd name="connsiteY0" fmla="*/ 0 h 1122218"/>
                <a:gd name="connsiteX1" fmla="*/ 9628909 w 9628909"/>
                <a:gd name="connsiteY1" fmla="*/ 13854 h 1122218"/>
                <a:gd name="connsiteX2" fmla="*/ 9628909 w 9628909"/>
                <a:gd name="connsiteY2" fmla="*/ 1122218 h 1122218"/>
                <a:gd name="connsiteX3" fmla="*/ 5430982 w 9628909"/>
                <a:gd name="connsiteY3" fmla="*/ 1094510 h 1122218"/>
                <a:gd name="connsiteX4" fmla="*/ 5417128 w 9628909"/>
                <a:gd name="connsiteY4" fmla="*/ 665017 h 1122218"/>
                <a:gd name="connsiteX5" fmla="*/ 1856509 w 9628909"/>
                <a:gd name="connsiteY5" fmla="*/ 651163 h 1122218"/>
                <a:gd name="connsiteX6" fmla="*/ 1870364 w 9628909"/>
                <a:gd name="connsiteY6" fmla="*/ 1122218 h 1122218"/>
                <a:gd name="connsiteX7" fmla="*/ 0 w 9628909"/>
                <a:gd name="connsiteY7" fmla="*/ 1080654 h 1122218"/>
                <a:gd name="connsiteX8" fmla="*/ 110837 w 9628909"/>
                <a:gd name="connsiteY8" fmla="*/ 0 h 1122218"/>
                <a:gd name="connsiteX0" fmla="*/ 110837 w 9628909"/>
                <a:gd name="connsiteY0" fmla="*/ 0 h 1122218"/>
                <a:gd name="connsiteX1" fmla="*/ 9628909 w 9628909"/>
                <a:gd name="connsiteY1" fmla="*/ 13854 h 1122218"/>
                <a:gd name="connsiteX2" fmla="*/ 9628909 w 9628909"/>
                <a:gd name="connsiteY2" fmla="*/ 1122218 h 1122218"/>
                <a:gd name="connsiteX3" fmla="*/ 5430982 w 9628909"/>
                <a:gd name="connsiteY3" fmla="*/ 1094510 h 1122218"/>
                <a:gd name="connsiteX4" fmla="*/ 5394363 w 9628909"/>
                <a:gd name="connsiteY4" fmla="*/ 668811 h 1122218"/>
                <a:gd name="connsiteX5" fmla="*/ 1856509 w 9628909"/>
                <a:gd name="connsiteY5" fmla="*/ 651163 h 1122218"/>
                <a:gd name="connsiteX6" fmla="*/ 1870364 w 9628909"/>
                <a:gd name="connsiteY6" fmla="*/ 1122218 h 1122218"/>
                <a:gd name="connsiteX7" fmla="*/ 0 w 9628909"/>
                <a:gd name="connsiteY7" fmla="*/ 1080654 h 1122218"/>
                <a:gd name="connsiteX8" fmla="*/ 110837 w 9628909"/>
                <a:gd name="connsiteY8" fmla="*/ 0 h 1122218"/>
                <a:gd name="connsiteX0" fmla="*/ 110837 w 9628909"/>
                <a:gd name="connsiteY0" fmla="*/ 0 h 1122218"/>
                <a:gd name="connsiteX1" fmla="*/ 9628909 w 9628909"/>
                <a:gd name="connsiteY1" fmla="*/ 13854 h 1122218"/>
                <a:gd name="connsiteX2" fmla="*/ 9628909 w 9628909"/>
                <a:gd name="connsiteY2" fmla="*/ 1122218 h 1122218"/>
                <a:gd name="connsiteX3" fmla="*/ 5389246 w 9628909"/>
                <a:gd name="connsiteY3" fmla="*/ 1094510 h 1122218"/>
                <a:gd name="connsiteX4" fmla="*/ 5394363 w 9628909"/>
                <a:gd name="connsiteY4" fmla="*/ 668811 h 1122218"/>
                <a:gd name="connsiteX5" fmla="*/ 1856509 w 9628909"/>
                <a:gd name="connsiteY5" fmla="*/ 651163 h 1122218"/>
                <a:gd name="connsiteX6" fmla="*/ 1870364 w 9628909"/>
                <a:gd name="connsiteY6" fmla="*/ 1122218 h 1122218"/>
                <a:gd name="connsiteX7" fmla="*/ 0 w 9628909"/>
                <a:gd name="connsiteY7" fmla="*/ 1080654 h 1122218"/>
                <a:gd name="connsiteX8" fmla="*/ 110837 w 9628909"/>
                <a:gd name="connsiteY8" fmla="*/ 0 h 11222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628909" h="1122218">
                  <a:moveTo>
                    <a:pt x="110837" y="0"/>
                  </a:moveTo>
                  <a:lnTo>
                    <a:pt x="9628909" y="13854"/>
                  </a:lnTo>
                  <a:lnTo>
                    <a:pt x="9628909" y="1122218"/>
                  </a:lnTo>
                  <a:lnTo>
                    <a:pt x="5389246" y="1094510"/>
                  </a:lnTo>
                  <a:cubicBezTo>
                    <a:pt x="5390952" y="952610"/>
                    <a:pt x="5392657" y="810711"/>
                    <a:pt x="5394363" y="668811"/>
                  </a:cubicBezTo>
                  <a:lnTo>
                    <a:pt x="1856509" y="651163"/>
                  </a:lnTo>
                  <a:lnTo>
                    <a:pt x="1870364" y="1122218"/>
                  </a:lnTo>
                  <a:lnTo>
                    <a:pt x="0" y="1080654"/>
                  </a:lnTo>
                  <a:lnTo>
                    <a:pt x="110837" y="0"/>
                  </a:lnTo>
                  <a:close/>
                </a:path>
              </a:pathLst>
            </a:cu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nvGrpSpPr>
          <p:cNvPr id="6" name="Group 5">
            <a:extLst>
              <a:ext uri="{FF2B5EF4-FFF2-40B4-BE49-F238E27FC236}">
                <a16:creationId xmlns:a16="http://schemas.microsoft.com/office/drawing/2014/main" id="{A11ECD7F-5BE0-CD47-B7BE-F200416FECED}"/>
              </a:ext>
            </a:extLst>
          </p:cNvPr>
          <p:cNvGrpSpPr/>
          <p:nvPr/>
        </p:nvGrpSpPr>
        <p:grpSpPr>
          <a:xfrm>
            <a:off x="2701636" y="3972790"/>
            <a:ext cx="3505199" cy="2150919"/>
            <a:chOff x="2701636" y="3972790"/>
            <a:chExt cx="3505199" cy="2150919"/>
          </a:xfrm>
        </p:grpSpPr>
        <p:sp>
          <p:nvSpPr>
            <p:cNvPr id="3" name="Rectangle 2">
              <a:extLst>
                <a:ext uri="{FF2B5EF4-FFF2-40B4-BE49-F238E27FC236}">
                  <a16:creationId xmlns:a16="http://schemas.microsoft.com/office/drawing/2014/main" id="{0F0BC283-76C4-1340-944F-7C4D353D8FFC}"/>
                </a:ext>
              </a:extLst>
            </p:cNvPr>
            <p:cNvSpPr/>
            <p:nvPr/>
          </p:nvSpPr>
          <p:spPr>
            <a:xfrm>
              <a:off x="2701636" y="5791200"/>
              <a:ext cx="3491346" cy="332509"/>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1" name="Rectangle 30">
              <a:extLst>
                <a:ext uri="{FF2B5EF4-FFF2-40B4-BE49-F238E27FC236}">
                  <a16:creationId xmlns:a16="http://schemas.microsoft.com/office/drawing/2014/main" id="{0DA5FFD1-43DB-9B46-9554-CAB7DAD58DCA}"/>
                </a:ext>
              </a:extLst>
            </p:cNvPr>
            <p:cNvSpPr/>
            <p:nvPr/>
          </p:nvSpPr>
          <p:spPr>
            <a:xfrm>
              <a:off x="2715489" y="3972790"/>
              <a:ext cx="3491346" cy="332509"/>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5" name="Up-Down Arrow 4">
              <a:extLst>
                <a:ext uri="{FF2B5EF4-FFF2-40B4-BE49-F238E27FC236}">
                  <a16:creationId xmlns:a16="http://schemas.microsoft.com/office/drawing/2014/main" id="{22823C07-49B0-9845-9B7A-6F370B443BE1}"/>
                </a:ext>
              </a:extLst>
            </p:cNvPr>
            <p:cNvSpPr/>
            <p:nvPr/>
          </p:nvSpPr>
          <p:spPr>
            <a:xfrm>
              <a:off x="4419600" y="4350327"/>
              <a:ext cx="290946" cy="1427018"/>
            </a:xfrm>
            <a:prstGeom prst="upDownArrow">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4" name="TextBox 3">
              <a:extLst>
                <a:ext uri="{FF2B5EF4-FFF2-40B4-BE49-F238E27FC236}">
                  <a16:creationId xmlns:a16="http://schemas.microsoft.com/office/drawing/2014/main" id="{D205B53A-AC28-8740-95E3-3E5959F5B0CD}"/>
                </a:ext>
              </a:extLst>
            </p:cNvPr>
            <p:cNvSpPr txBox="1"/>
            <p:nvPr/>
          </p:nvSpPr>
          <p:spPr>
            <a:xfrm>
              <a:off x="4031673" y="4738255"/>
              <a:ext cx="1066061" cy="461665"/>
            </a:xfrm>
            <a:prstGeom prst="rect">
              <a:avLst/>
            </a:prstGeom>
            <a:solidFill>
              <a:schemeClr val="bg1"/>
            </a:solid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C00000"/>
                  </a:solidFill>
                  <a:effectLst/>
                  <a:uLnTx/>
                  <a:uFillTx/>
                  <a:latin typeface="Calibri" panose="020F0502020204030204"/>
                  <a:ea typeface="+mn-ea"/>
                  <a:cs typeface="+mn-cs"/>
                </a:rPr>
                <a:t>match!</a:t>
              </a:r>
            </a:p>
          </p:txBody>
        </p:sp>
      </p:grpSp>
      <p:sp>
        <p:nvSpPr>
          <p:cNvPr id="35" name="Slide Number Placeholder 4">
            <a:extLst>
              <a:ext uri="{FF2B5EF4-FFF2-40B4-BE49-F238E27FC236}">
                <a16:creationId xmlns:a16="http://schemas.microsoft.com/office/drawing/2014/main" id="{0AD153D5-F6CB-0E4F-AE80-7E6404A6B287}"/>
              </a:ext>
            </a:extLst>
          </p:cNvPr>
          <p:cNvSpPr>
            <a:spLocks noGrp="1"/>
          </p:cNvSpPr>
          <p:nvPr>
            <p:ph type="sldNum" sz="quarter" idx="4"/>
          </p:nvPr>
        </p:nvSpPr>
        <p:spPr>
          <a:xfrm>
            <a:off x="9219616" y="6443089"/>
            <a:ext cx="2743200" cy="365125"/>
          </a:xfrm>
        </p:spPr>
        <p:txBody>
          <a:bodyPr/>
          <a:lstStyle/>
          <a:p>
            <a:r>
              <a:rPr lang="en-US" dirty="0"/>
              <a:t>Network Layer: 4-</a:t>
            </a:r>
            <a:fld id="{C4204591-24BD-A542-B9D5-F8D8A88D2FEE}" type="slidenum">
              <a:rPr lang="en-US" smtClean="0"/>
              <a:pPr/>
              <a:t>8</a:t>
            </a:fld>
            <a:endParaRPr lang="en-US" dirty="0"/>
          </a:p>
        </p:txBody>
      </p:sp>
    </p:spTree>
    <p:extLst>
      <p:ext uri="{BB962C8B-B14F-4D97-AF65-F5344CB8AC3E}">
        <p14:creationId xmlns:p14="http://schemas.microsoft.com/office/powerpoint/2010/main" val="29290789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dissolve">
                                      <p:cBhvr>
                                        <p:cTn id="7" dur="500"/>
                                        <p:tgtEl>
                                          <p:spTgt spid="6"/>
                                        </p:tgtEl>
                                      </p:cBhvr>
                                    </p:animEffect>
                                  </p:childTnLst>
                                </p:cTn>
                              </p:par>
                              <p:par>
                                <p:cTn id="8" presetID="9" presetClass="entr" presetSubtype="0" fill="hold"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dissolve">
                                      <p:cBhvr>
                                        <p:cTn id="10"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1B8519-F020-5F41-9762-E63B0FD7EA80}"/>
              </a:ext>
            </a:extLst>
          </p:cNvPr>
          <p:cNvSpPr>
            <a:spLocks noGrp="1"/>
          </p:cNvSpPr>
          <p:nvPr>
            <p:ph type="title"/>
          </p:nvPr>
        </p:nvSpPr>
        <p:spPr>
          <a:xfrm>
            <a:off x="838200" y="345804"/>
            <a:ext cx="10515600" cy="894622"/>
          </a:xfrm>
        </p:spPr>
        <p:txBody>
          <a:bodyPr>
            <a:normAutofit/>
          </a:bodyPr>
          <a:lstStyle/>
          <a:p>
            <a:r>
              <a:rPr lang="en-US" sz="4800" dirty="0"/>
              <a:t>Longest prefix matching</a:t>
            </a:r>
          </a:p>
        </p:txBody>
      </p:sp>
      <p:sp>
        <p:nvSpPr>
          <p:cNvPr id="20" name="Rectangle 20">
            <a:extLst>
              <a:ext uri="{FF2B5EF4-FFF2-40B4-BE49-F238E27FC236}">
                <a16:creationId xmlns:a16="http://schemas.microsoft.com/office/drawing/2014/main" id="{6C4FD2CC-0F96-3647-B094-A076F017995B}"/>
              </a:ext>
            </a:extLst>
          </p:cNvPr>
          <p:cNvSpPr>
            <a:spLocks noChangeArrowheads="1"/>
          </p:cNvSpPr>
          <p:nvPr/>
        </p:nvSpPr>
        <p:spPr bwMode="auto">
          <a:xfrm>
            <a:off x="991564" y="1533870"/>
            <a:ext cx="9199355" cy="1620147"/>
          </a:xfrm>
          <a:prstGeom prst="rect">
            <a:avLst/>
          </a:prstGeom>
          <a:solidFill>
            <a:schemeClr val="bg1"/>
          </a:solidFill>
          <a:ln w="19050">
            <a:solidFill>
              <a:srgbClr val="CC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21" name="Text Box 19">
            <a:extLst>
              <a:ext uri="{FF2B5EF4-FFF2-40B4-BE49-F238E27FC236}">
                <a16:creationId xmlns:a16="http://schemas.microsoft.com/office/drawing/2014/main" id="{E44CD3A5-49DD-2B46-B559-9C4E98374B04}"/>
              </a:ext>
            </a:extLst>
          </p:cNvPr>
          <p:cNvSpPr txBox="1">
            <a:spLocks noChangeArrowheads="1"/>
          </p:cNvSpPr>
          <p:nvPr/>
        </p:nvSpPr>
        <p:spPr bwMode="auto">
          <a:xfrm>
            <a:off x="1128092" y="1821969"/>
            <a:ext cx="9248359" cy="1209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80000"/>
              </a:lnSpc>
              <a:spcBef>
                <a:spcPts val="0"/>
              </a:spcBef>
              <a:spcAft>
                <a:spcPts val="0"/>
              </a:spcAft>
              <a:buClrTx/>
              <a:buSzTx/>
              <a:buFontTx/>
              <a:buNone/>
              <a:tabLst/>
              <a:defRPr/>
            </a:pPr>
            <a:r>
              <a:rPr kumimoji="0" lang="en-US" altLang="en-US" sz="30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when looking for forwarding table entry for given destination address, use </a:t>
            </a:r>
            <a:r>
              <a:rPr kumimoji="0" lang="en-US" altLang="en-US" sz="3000" b="0" i="1" u="none" strike="noStrike" kern="1200" cap="none" spc="0" normalizeH="0" baseline="0" noProof="0" dirty="0">
                <a:ln>
                  <a:noFill/>
                </a:ln>
                <a:solidFill>
                  <a:srgbClr val="000099"/>
                </a:solidFill>
                <a:effectLst/>
                <a:uLnTx/>
                <a:uFillTx/>
                <a:latin typeface="Calibri" panose="020F0502020204030204"/>
                <a:ea typeface="ＭＳ Ｐゴシック" panose="020B0600070205080204" pitchFamily="34" charset="-128"/>
                <a:cs typeface="+mn-cs"/>
              </a:rPr>
              <a:t>longest</a:t>
            </a:r>
            <a:r>
              <a:rPr kumimoji="0" lang="en-US" altLang="en-US" sz="30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 address prefix that matches destination address.</a:t>
            </a:r>
          </a:p>
        </p:txBody>
      </p:sp>
      <p:sp>
        <p:nvSpPr>
          <p:cNvPr id="22" name="Text Box 22">
            <a:extLst>
              <a:ext uri="{FF2B5EF4-FFF2-40B4-BE49-F238E27FC236}">
                <a16:creationId xmlns:a16="http://schemas.microsoft.com/office/drawing/2014/main" id="{D12AF6A9-88D3-724A-95E5-E348261B6683}"/>
              </a:ext>
            </a:extLst>
          </p:cNvPr>
          <p:cNvSpPr txBox="1">
            <a:spLocks noChangeArrowheads="1"/>
          </p:cNvSpPr>
          <p:nvPr/>
        </p:nvSpPr>
        <p:spPr bwMode="auto">
          <a:xfrm>
            <a:off x="1115390" y="1235421"/>
            <a:ext cx="3675878" cy="5847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3200" b="0" i="0" u="none" strike="noStrike" kern="1200" cap="none" spc="0" normalizeH="0" baseline="0" noProof="0" dirty="0">
                <a:ln>
                  <a:noFill/>
                </a:ln>
                <a:solidFill>
                  <a:srgbClr val="C00000"/>
                </a:solidFill>
                <a:effectLst/>
                <a:uLnTx/>
                <a:uFillTx/>
                <a:latin typeface="Calibri" panose="020F0502020204030204"/>
                <a:ea typeface="ＭＳ Ｐゴシック" panose="020B0600070205080204" pitchFamily="34" charset="-128"/>
                <a:cs typeface="+mn-cs"/>
              </a:rPr>
              <a:t>longest prefix match</a:t>
            </a:r>
          </a:p>
        </p:txBody>
      </p:sp>
      <p:sp>
        <p:nvSpPr>
          <p:cNvPr id="23" name="Rectangle 5">
            <a:extLst>
              <a:ext uri="{FF2B5EF4-FFF2-40B4-BE49-F238E27FC236}">
                <a16:creationId xmlns:a16="http://schemas.microsoft.com/office/drawing/2014/main" id="{084DF81F-7378-3F4D-A220-97031D2E80F5}"/>
              </a:ext>
            </a:extLst>
          </p:cNvPr>
          <p:cNvSpPr>
            <a:spLocks noChangeArrowheads="1"/>
          </p:cNvSpPr>
          <p:nvPr/>
        </p:nvSpPr>
        <p:spPr bwMode="auto">
          <a:xfrm>
            <a:off x="2674601" y="3464838"/>
            <a:ext cx="4941530" cy="2131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just" defTabSz="914400" rtl="0" eaLnBrk="1" fontAlgn="auto" latinLnBrk="0" hangingPunct="1">
              <a:lnSpc>
                <a:spcPct val="15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Destination Address Range                        </a:t>
            </a:r>
          </a:p>
          <a:p>
            <a:pPr marL="0" marR="0" lvl="0" indent="0" algn="just" defTabSz="914400" rtl="0" eaLnBrk="1" fontAlgn="auto" latinLnBrk="0" hangingPunct="1">
              <a:lnSpc>
                <a:spcPct val="15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Courier New" panose="02070309020205020404" pitchFamily="49" charset="0"/>
                <a:ea typeface="ＭＳ Ｐゴシック" panose="020B0600070205080204" pitchFamily="34" charset="-128"/>
                <a:cs typeface="+mn-cs"/>
              </a:rPr>
              <a:t>11001000  00010111  00010</a:t>
            </a:r>
            <a:endParaRPr kumimoji="0" lang="en-US" altLang="en-US" sz="2000" b="0" i="0" u="none" strike="noStrike" kern="1200" cap="none" spc="0" normalizeH="0" baseline="0" noProof="0" dirty="0">
              <a:ln>
                <a:noFill/>
              </a:ln>
              <a:solidFill>
                <a:prstClr val="black"/>
              </a:solidFill>
              <a:effectLst/>
              <a:uLnTx/>
              <a:uFillTx/>
              <a:latin typeface="Courier New" panose="02070309020205020404" pitchFamily="49" charset="0"/>
              <a:ea typeface="ＭＳ Ｐゴシック" panose="020B0600070205080204" pitchFamily="34" charset="-128"/>
              <a:cs typeface="+mn-cs"/>
            </a:endParaRPr>
          </a:p>
          <a:p>
            <a:pPr marL="0" marR="0" lvl="0" indent="0" algn="just" defTabSz="914400" rtl="0" eaLnBrk="1" fontAlgn="auto" latinLnBrk="0" hangingPunct="1">
              <a:lnSpc>
                <a:spcPct val="15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Courier New" panose="02070309020205020404" pitchFamily="49" charset="0"/>
                <a:ea typeface="ＭＳ Ｐゴシック" panose="020B0600070205080204" pitchFamily="34" charset="-128"/>
                <a:cs typeface="+mn-cs"/>
              </a:rPr>
              <a:t>11001000  00010111  00011000</a:t>
            </a:r>
            <a:endParaRPr kumimoji="0" lang="en-US" altLang="en-US" sz="2000" b="0" i="0" u="none" strike="noStrike" kern="1200" cap="none" spc="0" normalizeH="0" baseline="0" noProof="0" dirty="0">
              <a:ln>
                <a:noFill/>
              </a:ln>
              <a:solidFill>
                <a:prstClr val="black"/>
              </a:solidFill>
              <a:effectLst/>
              <a:uLnTx/>
              <a:uFillTx/>
              <a:latin typeface="Courier New" panose="02070309020205020404" pitchFamily="49" charset="0"/>
              <a:ea typeface="ＭＳ Ｐゴシック" panose="020B0600070205080204" pitchFamily="34" charset="-128"/>
              <a:cs typeface="+mn-cs"/>
            </a:endParaRPr>
          </a:p>
          <a:p>
            <a:pPr marL="0" marR="0" lvl="0" indent="0" algn="just" defTabSz="914400" rtl="0" eaLnBrk="1" fontAlgn="auto" latinLnBrk="0" hangingPunct="1">
              <a:lnSpc>
                <a:spcPct val="15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Courier New" panose="02070309020205020404" pitchFamily="49" charset="0"/>
                <a:ea typeface="ＭＳ Ｐゴシック" panose="020B0600070205080204" pitchFamily="34" charset="-128"/>
                <a:cs typeface="+mn-cs"/>
              </a:rPr>
              <a:t>11001000  00010111  00011</a:t>
            </a:r>
            <a:endParaRPr kumimoji="0" lang="en-US" altLang="en-US" sz="2000" b="0" i="0" u="none" strike="noStrike" kern="1200" cap="none" spc="0" normalizeH="0" baseline="0" noProof="0" dirty="0">
              <a:ln>
                <a:noFill/>
              </a:ln>
              <a:solidFill>
                <a:prstClr val="black"/>
              </a:solidFill>
              <a:effectLst/>
              <a:uLnTx/>
              <a:uFillTx/>
              <a:latin typeface="Comic Sans MS" panose="030F0902030302020204" pitchFamily="66" charset="0"/>
              <a:ea typeface="ＭＳ Ｐゴシック" panose="020B0600070205080204" pitchFamily="34" charset="-128"/>
              <a:cs typeface="+mn-cs"/>
            </a:endParaRPr>
          </a:p>
          <a:p>
            <a:pPr marL="0" marR="0" lvl="0" indent="0" algn="just" defTabSz="914400" rtl="0" eaLnBrk="1" fontAlgn="auto" latinLnBrk="0" hangingPunct="1">
              <a:lnSpc>
                <a:spcPct val="15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otherwise  </a:t>
            </a:r>
            <a:r>
              <a:rPr kumimoji="0" lang="en-US" altLang="en-US" sz="1800" b="0" i="0" u="none" strike="noStrike" kern="1200" cap="none" spc="0" normalizeH="0" baseline="0" noProof="0" dirty="0">
                <a:ln>
                  <a:noFill/>
                </a:ln>
                <a:solidFill>
                  <a:prstClr val="black"/>
                </a:solidFill>
                <a:effectLst/>
                <a:uLnTx/>
                <a:uFillTx/>
                <a:latin typeface="Times" pitchFamily="2" charset="0"/>
                <a:ea typeface="ＭＳ Ｐゴシック" panose="020B0600070205080204" pitchFamily="34" charset="-128"/>
                <a:cs typeface="+mn-cs"/>
              </a:rPr>
              <a:t>           </a:t>
            </a:r>
          </a:p>
        </p:txBody>
      </p:sp>
      <p:sp>
        <p:nvSpPr>
          <p:cNvPr id="24" name="Rectangle 24">
            <a:extLst>
              <a:ext uri="{FF2B5EF4-FFF2-40B4-BE49-F238E27FC236}">
                <a16:creationId xmlns:a16="http://schemas.microsoft.com/office/drawing/2014/main" id="{18A563AC-C70D-754B-9962-4D998D015437}"/>
              </a:ext>
            </a:extLst>
          </p:cNvPr>
          <p:cNvSpPr>
            <a:spLocks noChangeArrowheads="1"/>
          </p:cNvSpPr>
          <p:nvPr/>
        </p:nvSpPr>
        <p:spPr bwMode="auto">
          <a:xfrm>
            <a:off x="2675214" y="3473174"/>
            <a:ext cx="7459662" cy="2106613"/>
          </a:xfrm>
          <a:prstGeom prst="rect">
            <a:avLst/>
          </a:prstGeom>
          <a:noFill/>
          <a:ln w="19050">
            <a:solidFill>
              <a:srgbClr val="000099"/>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25" name="Line 25">
            <a:extLst>
              <a:ext uri="{FF2B5EF4-FFF2-40B4-BE49-F238E27FC236}">
                <a16:creationId xmlns:a16="http://schemas.microsoft.com/office/drawing/2014/main" id="{19C2B9AB-8F02-2544-B27E-9D6069612946}"/>
              </a:ext>
            </a:extLst>
          </p:cNvPr>
          <p:cNvSpPr>
            <a:spLocks noChangeShapeType="1"/>
          </p:cNvSpPr>
          <p:nvPr/>
        </p:nvSpPr>
        <p:spPr bwMode="auto">
          <a:xfrm>
            <a:off x="2675214" y="3908149"/>
            <a:ext cx="7448550" cy="0"/>
          </a:xfrm>
          <a:prstGeom prst="line">
            <a:avLst/>
          </a:prstGeom>
          <a:noFill/>
          <a:ln w="19050">
            <a:solidFill>
              <a:srgbClr val="000099"/>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6" name="Line 26">
            <a:extLst>
              <a:ext uri="{FF2B5EF4-FFF2-40B4-BE49-F238E27FC236}">
                <a16:creationId xmlns:a16="http://schemas.microsoft.com/office/drawing/2014/main" id="{1B9BD71E-C1AB-FC44-BE8C-E92F41BE285C}"/>
              </a:ext>
            </a:extLst>
          </p:cNvPr>
          <p:cNvSpPr>
            <a:spLocks noChangeShapeType="1"/>
          </p:cNvSpPr>
          <p:nvPr/>
        </p:nvSpPr>
        <p:spPr bwMode="auto">
          <a:xfrm>
            <a:off x="2705376" y="4338362"/>
            <a:ext cx="7448550" cy="0"/>
          </a:xfrm>
          <a:prstGeom prst="line">
            <a:avLst/>
          </a:prstGeom>
          <a:noFill/>
          <a:ln w="19050">
            <a:solidFill>
              <a:srgbClr val="000099"/>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7" name="Line 27">
            <a:extLst>
              <a:ext uri="{FF2B5EF4-FFF2-40B4-BE49-F238E27FC236}">
                <a16:creationId xmlns:a16="http://schemas.microsoft.com/office/drawing/2014/main" id="{7AE74685-5721-6E44-8BC4-DAB3E347B108}"/>
              </a:ext>
            </a:extLst>
          </p:cNvPr>
          <p:cNvSpPr>
            <a:spLocks noChangeShapeType="1"/>
          </p:cNvSpPr>
          <p:nvPr/>
        </p:nvSpPr>
        <p:spPr bwMode="auto">
          <a:xfrm>
            <a:off x="2679976" y="4757462"/>
            <a:ext cx="7448550" cy="0"/>
          </a:xfrm>
          <a:prstGeom prst="line">
            <a:avLst/>
          </a:prstGeom>
          <a:noFill/>
          <a:ln w="19050">
            <a:solidFill>
              <a:srgbClr val="000099"/>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8" name="Line 28">
            <a:extLst>
              <a:ext uri="{FF2B5EF4-FFF2-40B4-BE49-F238E27FC236}">
                <a16:creationId xmlns:a16="http://schemas.microsoft.com/office/drawing/2014/main" id="{1B853A8E-6A07-CB4D-BE12-092786F59619}"/>
              </a:ext>
            </a:extLst>
          </p:cNvPr>
          <p:cNvSpPr>
            <a:spLocks noChangeShapeType="1"/>
          </p:cNvSpPr>
          <p:nvPr/>
        </p:nvSpPr>
        <p:spPr bwMode="auto">
          <a:xfrm>
            <a:off x="2676801" y="5187674"/>
            <a:ext cx="7448550" cy="0"/>
          </a:xfrm>
          <a:prstGeom prst="line">
            <a:avLst/>
          </a:prstGeom>
          <a:noFill/>
          <a:ln w="19050">
            <a:solidFill>
              <a:srgbClr val="000099"/>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 name="Line 29">
            <a:extLst>
              <a:ext uri="{FF2B5EF4-FFF2-40B4-BE49-F238E27FC236}">
                <a16:creationId xmlns:a16="http://schemas.microsoft.com/office/drawing/2014/main" id="{BAAA8C9E-1166-D244-A56D-14E88DC722C7}"/>
              </a:ext>
            </a:extLst>
          </p:cNvPr>
          <p:cNvSpPr>
            <a:spLocks noChangeShapeType="1"/>
          </p:cNvSpPr>
          <p:nvPr/>
        </p:nvSpPr>
        <p:spPr bwMode="auto">
          <a:xfrm>
            <a:off x="8109371" y="3444875"/>
            <a:ext cx="0" cy="2117725"/>
          </a:xfrm>
          <a:prstGeom prst="line">
            <a:avLst/>
          </a:prstGeom>
          <a:noFill/>
          <a:ln w="19050">
            <a:solidFill>
              <a:srgbClr val="000099"/>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0" name="Text Box 30">
            <a:extLst>
              <a:ext uri="{FF2B5EF4-FFF2-40B4-BE49-F238E27FC236}">
                <a16:creationId xmlns:a16="http://schemas.microsoft.com/office/drawing/2014/main" id="{C361938E-509D-884C-8F4D-604CDBAF499F}"/>
              </a:ext>
            </a:extLst>
          </p:cNvPr>
          <p:cNvSpPr txBox="1">
            <a:spLocks noChangeArrowheads="1"/>
          </p:cNvSpPr>
          <p:nvPr/>
        </p:nvSpPr>
        <p:spPr bwMode="auto">
          <a:xfrm>
            <a:off x="8158439" y="3416024"/>
            <a:ext cx="1543050" cy="2155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Link interface</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0</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1</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2</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3</a:t>
            </a:r>
          </a:p>
        </p:txBody>
      </p:sp>
      <p:sp>
        <p:nvSpPr>
          <p:cNvPr id="33" name="Rectangle 7">
            <a:extLst>
              <a:ext uri="{FF2B5EF4-FFF2-40B4-BE49-F238E27FC236}">
                <a16:creationId xmlns:a16="http://schemas.microsoft.com/office/drawing/2014/main" id="{E22026F2-CBCE-4449-A0AD-13CF7F44BB94}"/>
              </a:ext>
            </a:extLst>
          </p:cNvPr>
          <p:cNvSpPr>
            <a:spLocks noChangeArrowheads="1"/>
          </p:cNvSpPr>
          <p:nvPr/>
        </p:nvSpPr>
        <p:spPr bwMode="auto">
          <a:xfrm>
            <a:off x="2672981" y="6281883"/>
            <a:ext cx="556113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Courier New" panose="02070309020205020404" pitchFamily="49" charset="0"/>
                <a:ea typeface="ＭＳ Ｐゴシック" panose="020B0600070205080204" pitchFamily="34" charset="-128"/>
                <a:cs typeface="Courier New" panose="02070309020205020404" pitchFamily="49" charset="0"/>
              </a:rPr>
              <a:t>11001000  00010111  00011000  10101010 </a:t>
            </a:r>
          </a:p>
        </p:txBody>
      </p:sp>
      <p:sp>
        <p:nvSpPr>
          <p:cNvPr id="34" name="Text Box 8">
            <a:extLst>
              <a:ext uri="{FF2B5EF4-FFF2-40B4-BE49-F238E27FC236}">
                <a16:creationId xmlns:a16="http://schemas.microsoft.com/office/drawing/2014/main" id="{6696C1A2-2B66-F046-9D91-AA81C2DE66F3}"/>
              </a:ext>
            </a:extLst>
          </p:cNvPr>
          <p:cNvSpPr txBox="1">
            <a:spLocks noChangeArrowheads="1"/>
          </p:cNvSpPr>
          <p:nvPr/>
        </p:nvSpPr>
        <p:spPr bwMode="auto">
          <a:xfrm>
            <a:off x="789703" y="5882891"/>
            <a:ext cx="163628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800" b="0" i="0" u="none" strike="noStrike" kern="1200" cap="none" spc="0" normalizeH="0" baseline="0" noProof="0" dirty="0">
                <a:ln>
                  <a:noFill/>
                </a:ln>
                <a:solidFill>
                  <a:srgbClr val="000099"/>
                </a:solidFill>
                <a:effectLst/>
                <a:uLnTx/>
                <a:uFillTx/>
                <a:latin typeface="Calibri" panose="020F0502020204030204"/>
                <a:ea typeface="ＭＳ Ｐゴシック" panose="020B0600070205080204" pitchFamily="34" charset="-128"/>
                <a:cs typeface="+mn-cs"/>
              </a:rPr>
              <a:t>examples</a:t>
            </a:r>
            <a:r>
              <a:rPr kumimoji="0" lang="en-US" altLang="en-US" sz="2400" b="0" i="0" u="none" strike="noStrike" kern="1200" cap="none" spc="0" normalizeH="0" baseline="0" noProof="0" dirty="0">
                <a:ln>
                  <a:noFill/>
                </a:ln>
                <a:solidFill>
                  <a:srgbClr val="000099"/>
                </a:solidFill>
                <a:effectLst/>
                <a:uLnTx/>
                <a:uFillTx/>
                <a:latin typeface="Calibri" panose="020F0502020204030204"/>
                <a:ea typeface="ＭＳ Ｐゴシック" panose="020B0600070205080204" pitchFamily="34" charset="-128"/>
                <a:cs typeface="+mn-cs"/>
              </a:rPr>
              <a:t>:</a:t>
            </a:r>
          </a:p>
        </p:txBody>
      </p:sp>
      <p:sp>
        <p:nvSpPr>
          <p:cNvPr id="36" name="Text Box 15">
            <a:extLst>
              <a:ext uri="{FF2B5EF4-FFF2-40B4-BE49-F238E27FC236}">
                <a16:creationId xmlns:a16="http://schemas.microsoft.com/office/drawing/2014/main" id="{17622A77-4021-6543-9813-C7EEB4480196}"/>
              </a:ext>
            </a:extLst>
          </p:cNvPr>
          <p:cNvSpPr txBox="1">
            <a:spLocks noChangeArrowheads="1"/>
          </p:cNvSpPr>
          <p:nvPr/>
        </p:nvSpPr>
        <p:spPr bwMode="auto">
          <a:xfrm>
            <a:off x="8186060" y="5747609"/>
            <a:ext cx="190898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srgbClr val="0000A3"/>
                </a:solidFill>
                <a:effectLst/>
                <a:uLnTx/>
                <a:uFillTx/>
                <a:latin typeface="Calibri" panose="020F0502020204030204"/>
                <a:ea typeface="ＭＳ Ｐゴシック" panose="020B0600070205080204" pitchFamily="34" charset="-128"/>
                <a:cs typeface="+mn-cs"/>
              </a:rPr>
              <a:t>which interface?</a:t>
            </a:r>
          </a:p>
        </p:txBody>
      </p:sp>
      <p:sp>
        <p:nvSpPr>
          <p:cNvPr id="37" name="Text Box 16">
            <a:extLst>
              <a:ext uri="{FF2B5EF4-FFF2-40B4-BE49-F238E27FC236}">
                <a16:creationId xmlns:a16="http://schemas.microsoft.com/office/drawing/2014/main" id="{F7507BD5-2837-2641-B60E-9FEB90A5480B}"/>
              </a:ext>
            </a:extLst>
          </p:cNvPr>
          <p:cNvSpPr txBox="1">
            <a:spLocks noChangeArrowheads="1"/>
          </p:cNvSpPr>
          <p:nvPr/>
        </p:nvSpPr>
        <p:spPr bwMode="auto">
          <a:xfrm>
            <a:off x="8178869" y="6233982"/>
            <a:ext cx="190898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srgbClr val="0000A3"/>
                </a:solidFill>
                <a:effectLst/>
                <a:uLnTx/>
                <a:uFillTx/>
                <a:latin typeface="Calibri" panose="020F0502020204030204"/>
                <a:ea typeface="ＭＳ Ｐゴシック" panose="020B0600070205080204" pitchFamily="34" charset="-128"/>
                <a:cs typeface="+mn-cs"/>
              </a:rPr>
              <a:t>which interface?</a:t>
            </a:r>
          </a:p>
        </p:txBody>
      </p:sp>
      <p:sp>
        <p:nvSpPr>
          <p:cNvPr id="8" name="TextBox 7">
            <a:extLst>
              <a:ext uri="{FF2B5EF4-FFF2-40B4-BE49-F238E27FC236}">
                <a16:creationId xmlns:a16="http://schemas.microsoft.com/office/drawing/2014/main" id="{9694CEDC-B1A5-454C-B4F6-F22FC77EEC2F}"/>
              </a:ext>
            </a:extLst>
          </p:cNvPr>
          <p:cNvSpPr txBox="1"/>
          <p:nvPr/>
        </p:nvSpPr>
        <p:spPr>
          <a:xfrm>
            <a:off x="6763327" y="4003965"/>
            <a:ext cx="1745673"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urier New" panose="02070309020205020404" pitchFamily="49" charset="0"/>
                <a:ea typeface="+mn-ea"/>
                <a:cs typeface="Courier New" panose="02070309020205020404" pitchFamily="49" charset="0"/>
              </a:rPr>
              <a:t>********</a:t>
            </a:r>
          </a:p>
        </p:txBody>
      </p:sp>
      <p:sp>
        <p:nvSpPr>
          <p:cNvPr id="38" name="TextBox 37">
            <a:extLst>
              <a:ext uri="{FF2B5EF4-FFF2-40B4-BE49-F238E27FC236}">
                <a16:creationId xmlns:a16="http://schemas.microsoft.com/office/drawing/2014/main" id="{59CA6F6A-B810-954D-9B23-669157310E2A}"/>
              </a:ext>
            </a:extLst>
          </p:cNvPr>
          <p:cNvSpPr txBox="1"/>
          <p:nvPr/>
        </p:nvSpPr>
        <p:spPr>
          <a:xfrm>
            <a:off x="6089074" y="4005707"/>
            <a:ext cx="595746"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urier New" panose="02070309020205020404" pitchFamily="49" charset="0"/>
                <a:ea typeface="+mn-ea"/>
                <a:cs typeface="Courier New" panose="02070309020205020404" pitchFamily="49" charset="0"/>
              </a:rPr>
              <a:t>***</a:t>
            </a:r>
          </a:p>
        </p:txBody>
      </p:sp>
      <p:sp>
        <p:nvSpPr>
          <p:cNvPr id="41" name="TextBox 40">
            <a:extLst>
              <a:ext uri="{FF2B5EF4-FFF2-40B4-BE49-F238E27FC236}">
                <a16:creationId xmlns:a16="http://schemas.microsoft.com/office/drawing/2014/main" id="{4FB0E5B5-4700-1A4A-82D3-4BA23D91D949}"/>
              </a:ext>
            </a:extLst>
          </p:cNvPr>
          <p:cNvSpPr txBox="1"/>
          <p:nvPr/>
        </p:nvSpPr>
        <p:spPr>
          <a:xfrm>
            <a:off x="6760005" y="4816765"/>
            <a:ext cx="1745673"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urier New" panose="02070309020205020404" pitchFamily="49" charset="0"/>
                <a:ea typeface="+mn-ea"/>
                <a:cs typeface="Courier New" panose="02070309020205020404" pitchFamily="49" charset="0"/>
              </a:rPr>
              <a:t>********</a:t>
            </a:r>
          </a:p>
        </p:txBody>
      </p:sp>
      <p:sp>
        <p:nvSpPr>
          <p:cNvPr id="42" name="TextBox 41">
            <a:extLst>
              <a:ext uri="{FF2B5EF4-FFF2-40B4-BE49-F238E27FC236}">
                <a16:creationId xmlns:a16="http://schemas.microsoft.com/office/drawing/2014/main" id="{2C3E062A-D38F-7B4C-985F-9BC7311B996F}"/>
              </a:ext>
            </a:extLst>
          </p:cNvPr>
          <p:cNvSpPr txBox="1"/>
          <p:nvPr/>
        </p:nvSpPr>
        <p:spPr>
          <a:xfrm>
            <a:off x="6083018" y="4846641"/>
            <a:ext cx="595746"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urier New" panose="02070309020205020404" pitchFamily="49" charset="0"/>
                <a:ea typeface="+mn-ea"/>
                <a:cs typeface="Courier New" panose="02070309020205020404" pitchFamily="49" charset="0"/>
              </a:rPr>
              <a:t>***</a:t>
            </a:r>
          </a:p>
        </p:txBody>
      </p:sp>
      <p:sp>
        <p:nvSpPr>
          <p:cNvPr id="43" name="TextBox 42">
            <a:extLst>
              <a:ext uri="{FF2B5EF4-FFF2-40B4-BE49-F238E27FC236}">
                <a16:creationId xmlns:a16="http://schemas.microsoft.com/office/drawing/2014/main" id="{90CB68ED-9DC5-4A42-912A-6465AD307681}"/>
              </a:ext>
            </a:extLst>
          </p:cNvPr>
          <p:cNvSpPr txBox="1"/>
          <p:nvPr/>
        </p:nvSpPr>
        <p:spPr>
          <a:xfrm>
            <a:off x="6760005" y="4423065"/>
            <a:ext cx="1745673"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urier New" panose="02070309020205020404" pitchFamily="49" charset="0"/>
                <a:ea typeface="+mn-ea"/>
                <a:cs typeface="Courier New" panose="02070309020205020404" pitchFamily="49" charset="0"/>
              </a:rPr>
              <a:t>********</a:t>
            </a:r>
          </a:p>
        </p:txBody>
      </p:sp>
      <p:sp>
        <p:nvSpPr>
          <p:cNvPr id="44" name="Text Box 9">
            <a:extLst>
              <a:ext uri="{FF2B5EF4-FFF2-40B4-BE49-F238E27FC236}">
                <a16:creationId xmlns:a16="http://schemas.microsoft.com/office/drawing/2014/main" id="{E0486002-663A-3642-8A25-05280FEF8ED1}"/>
              </a:ext>
            </a:extLst>
          </p:cNvPr>
          <p:cNvSpPr txBox="1">
            <a:spLocks noChangeArrowheads="1"/>
          </p:cNvSpPr>
          <p:nvPr/>
        </p:nvSpPr>
        <p:spPr bwMode="auto">
          <a:xfrm>
            <a:off x="2672165" y="5802809"/>
            <a:ext cx="556113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Courier New" panose="02070309020205020404" pitchFamily="49" charset="0"/>
                <a:ea typeface="ＭＳ Ｐゴシック" panose="020B0600070205080204" pitchFamily="34" charset="-128"/>
                <a:cs typeface="Courier New" panose="02070309020205020404" pitchFamily="49" charset="0"/>
              </a:rPr>
              <a:t>11001000  00010111  00010110  10100001 </a:t>
            </a:r>
          </a:p>
        </p:txBody>
      </p:sp>
      <p:grpSp>
        <p:nvGrpSpPr>
          <p:cNvPr id="10" name="Group 9">
            <a:extLst>
              <a:ext uri="{FF2B5EF4-FFF2-40B4-BE49-F238E27FC236}">
                <a16:creationId xmlns:a16="http://schemas.microsoft.com/office/drawing/2014/main" id="{93F8BEA5-3425-B944-909B-1B37A09661F3}"/>
              </a:ext>
            </a:extLst>
          </p:cNvPr>
          <p:cNvGrpSpPr/>
          <p:nvPr/>
        </p:nvGrpSpPr>
        <p:grpSpPr>
          <a:xfrm>
            <a:off x="858982" y="3297383"/>
            <a:ext cx="9628910" cy="3560617"/>
            <a:chOff x="858982" y="3297383"/>
            <a:chExt cx="9628910" cy="3560617"/>
          </a:xfrm>
        </p:grpSpPr>
        <p:sp>
          <p:nvSpPr>
            <p:cNvPr id="7" name="Freeform 6">
              <a:extLst>
                <a:ext uri="{FF2B5EF4-FFF2-40B4-BE49-F238E27FC236}">
                  <a16:creationId xmlns:a16="http://schemas.microsoft.com/office/drawing/2014/main" id="{A848FF30-7F47-EF40-9B21-6336F9996053}"/>
                </a:ext>
              </a:extLst>
            </p:cNvPr>
            <p:cNvSpPr/>
            <p:nvPr/>
          </p:nvSpPr>
          <p:spPr>
            <a:xfrm>
              <a:off x="858982" y="3297383"/>
              <a:ext cx="9628910" cy="1944054"/>
            </a:xfrm>
            <a:custGeom>
              <a:avLst/>
              <a:gdLst>
                <a:gd name="connsiteX0" fmla="*/ 110837 w 9628909"/>
                <a:gd name="connsiteY0" fmla="*/ 0 h 1136073"/>
                <a:gd name="connsiteX1" fmla="*/ 9628909 w 9628909"/>
                <a:gd name="connsiteY1" fmla="*/ 13854 h 1136073"/>
                <a:gd name="connsiteX2" fmla="*/ 9628909 w 9628909"/>
                <a:gd name="connsiteY2" fmla="*/ 1122218 h 1136073"/>
                <a:gd name="connsiteX3" fmla="*/ 5334000 w 9628909"/>
                <a:gd name="connsiteY3" fmla="*/ 1136073 h 1136073"/>
                <a:gd name="connsiteX4" fmla="*/ 5320146 w 9628909"/>
                <a:gd name="connsiteY4" fmla="*/ 651163 h 1136073"/>
                <a:gd name="connsiteX5" fmla="*/ 1856509 w 9628909"/>
                <a:gd name="connsiteY5" fmla="*/ 651163 h 1136073"/>
                <a:gd name="connsiteX6" fmla="*/ 1870364 w 9628909"/>
                <a:gd name="connsiteY6" fmla="*/ 1122218 h 1136073"/>
                <a:gd name="connsiteX7" fmla="*/ 0 w 9628909"/>
                <a:gd name="connsiteY7" fmla="*/ 1080654 h 1136073"/>
                <a:gd name="connsiteX8" fmla="*/ 110837 w 9628909"/>
                <a:gd name="connsiteY8" fmla="*/ 0 h 1136073"/>
                <a:gd name="connsiteX0" fmla="*/ 110837 w 9628909"/>
                <a:gd name="connsiteY0" fmla="*/ 0 h 1122218"/>
                <a:gd name="connsiteX1" fmla="*/ 9628909 w 9628909"/>
                <a:gd name="connsiteY1" fmla="*/ 13854 h 1122218"/>
                <a:gd name="connsiteX2" fmla="*/ 9628909 w 9628909"/>
                <a:gd name="connsiteY2" fmla="*/ 1122218 h 1122218"/>
                <a:gd name="connsiteX3" fmla="*/ 5389418 w 9628909"/>
                <a:gd name="connsiteY3" fmla="*/ 1108364 h 1122218"/>
                <a:gd name="connsiteX4" fmla="*/ 5320146 w 9628909"/>
                <a:gd name="connsiteY4" fmla="*/ 651163 h 1122218"/>
                <a:gd name="connsiteX5" fmla="*/ 1856509 w 9628909"/>
                <a:gd name="connsiteY5" fmla="*/ 651163 h 1122218"/>
                <a:gd name="connsiteX6" fmla="*/ 1870364 w 9628909"/>
                <a:gd name="connsiteY6" fmla="*/ 1122218 h 1122218"/>
                <a:gd name="connsiteX7" fmla="*/ 0 w 9628909"/>
                <a:gd name="connsiteY7" fmla="*/ 1080654 h 1122218"/>
                <a:gd name="connsiteX8" fmla="*/ 110837 w 9628909"/>
                <a:gd name="connsiteY8" fmla="*/ 0 h 1122218"/>
                <a:gd name="connsiteX0" fmla="*/ 110837 w 9628909"/>
                <a:gd name="connsiteY0" fmla="*/ 0 h 1122218"/>
                <a:gd name="connsiteX1" fmla="*/ 9628909 w 9628909"/>
                <a:gd name="connsiteY1" fmla="*/ 13854 h 1122218"/>
                <a:gd name="connsiteX2" fmla="*/ 9628909 w 9628909"/>
                <a:gd name="connsiteY2" fmla="*/ 1122218 h 1122218"/>
                <a:gd name="connsiteX3" fmla="*/ 5389418 w 9628909"/>
                <a:gd name="connsiteY3" fmla="*/ 1108364 h 1122218"/>
                <a:gd name="connsiteX4" fmla="*/ 5375564 w 9628909"/>
                <a:gd name="connsiteY4" fmla="*/ 665017 h 1122218"/>
                <a:gd name="connsiteX5" fmla="*/ 1856509 w 9628909"/>
                <a:gd name="connsiteY5" fmla="*/ 651163 h 1122218"/>
                <a:gd name="connsiteX6" fmla="*/ 1870364 w 9628909"/>
                <a:gd name="connsiteY6" fmla="*/ 1122218 h 1122218"/>
                <a:gd name="connsiteX7" fmla="*/ 0 w 9628909"/>
                <a:gd name="connsiteY7" fmla="*/ 1080654 h 1122218"/>
                <a:gd name="connsiteX8" fmla="*/ 110837 w 9628909"/>
                <a:gd name="connsiteY8" fmla="*/ 0 h 1122218"/>
                <a:gd name="connsiteX0" fmla="*/ 110837 w 9628909"/>
                <a:gd name="connsiteY0" fmla="*/ 0 h 1731818"/>
                <a:gd name="connsiteX1" fmla="*/ 9628909 w 9628909"/>
                <a:gd name="connsiteY1" fmla="*/ 13854 h 1731818"/>
                <a:gd name="connsiteX2" fmla="*/ 9628909 w 9628909"/>
                <a:gd name="connsiteY2" fmla="*/ 1122218 h 1731818"/>
                <a:gd name="connsiteX3" fmla="*/ 5389418 w 9628909"/>
                <a:gd name="connsiteY3" fmla="*/ 1108364 h 1731818"/>
                <a:gd name="connsiteX4" fmla="*/ 5375564 w 9628909"/>
                <a:gd name="connsiteY4" fmla="*/ 665017 h 1731818"/>
                <a:gd name="connsiteX5" fmla="*/ 1856509 w 9628909"/>
                <a:gd name="connsiteY5" fmla="*/ 651163 h 1731818"/>
                <a:gd name="connsiteX6" fmla="*/ 1828801 w 9628909"/>
                <a:gd name="connsiteY6" fmla="*/ 1731818 h 1731818"/>
                <a:gd name="connsiteX7" fmla="*/ 0 w 9628909"/>
                <a:gd name="connsiteY7" fmla="*/ 1080654 h 1731818"/>
                <a:gd name="connsiteX8" fmla="*/ 110837 w 9628909"/>
                <a:gd name="connsiteY8" fmla="*/ 0 h 1731818"/>
                <a:gd name="connsiteX0" fmla="*/ 0 w 9518072"/>
                <a:gd name="connsiteY0" fmla="*/ 0 h 1731818"/>
                <a:gd name="connsiteX1" fmla="*/ 9518072 w 9518072"/>
                <a:gd name="connsiteY1" fmla="*/ 13854 h 1731818"/>
                <a:gd name="connsiteX2" fmla="*/ 9518072 w 9518072"/>
                <a:gd name="connsiteY2" fmla="*/ 1122218 h 1731818"/>
                <a:gd name="connsiteX3" fmla="*/ 5278581 w 9518072"/>
                <a:gd name="connsiteY3" fmla="*/ 1108364 h 1731818"/>
                <a:gd name="connsiteX4" fmla="*/ 5264727 w 9518072"/>
                <a:gd name="connsiteY4" fmla="*/ 665017 h 1731818"/>
                <a:gd name="connsiteX5" fmla="*/ 1745672 w 9518072"/>
                <a:gd name="connsiteY5" fmla="*/ 651163 h 1731818"/>
                <a:gd name="connsiteX6" fmla="*/ 1717964 w 9518072"/>
                <a:gd name="connsiteY6" fmla="*/ 1731818 h 1731818"/>
                <a:gd name="connsiteX7" fmla="*/ 152399 w 9518072"/>
                <a:gd name="connsiteY7" fmla="*/ 1634836 h 1731818"/>
                <a:gd name="connsiteX8" fmla="*/ 0 w 9518072"/>
                <a:gd name="connsiteY8" fmla="*/ 0 h 1731818"/>
                <a:gd name="connsiteX0" fmla="*/ 0 w 9518072"/>
                <a:gd name="connsiteY0" fmla="*/ 0 h 1731818"/>
                <a:gd name="connsiteX1" fmla="*/ 9518072 w 9518072"/>
                <a:gd name="connsiteY1" fmla="*/ 13854 h 1731818"/>
                <a:gd name="connsiteX2" fmla="*/ 9518072 w 9518072"/>
                <a:gd name="connsiteY2" fmla="*/ 1122218 h 1731818"/>
                <a:gd name="connsiteX3" fmla="*/ 5278581 w 9518072"/>
                <a:gd name="connsiteY3" fmla="*/ 1662545 h 1731818"/>
                <a:gd name="connsiteX4" fmla="*/ 5264727 w 9518072"/>
                <a:gd name="connsiteY4" fmla="*/ 665017 h 1731818"/>
                <a:gd name="connsiteX5" fmla="*/ 1745672 w 9518072"/>
                <a:gd name="connsiteY5" fmla="*/ 651163 h 1731818"/>
                <a:gd name="connsiteX6" fmla="*/ 1717964 w 9518072"/>
                <a:gd name="connsiteY6" fmla="*/ 1731818 h 1731818"/>
                <a:gd name="connsiteX7" fmla="*/ 152399 w 9518072"/>
                <a:gd name="connsiteY7" fmla="*/ 1634836 h 1731818"/>
                <a:gd name="connsiteX8" fmla="*/ 0 w 9518072"/>
                <a:gd name="connsiteY8" fmla="*/ 0 h 1731818"/>
                <a:gd name="connsiteX0" fmla="*/ 0 w 9518072"/>
                <a:gd name="connsiteY0" fmla="*/ 0 h 1731818"/>
                <a:gd name="connsiteX1" fmla="*/ 9518072 w 9518072"/>
                <a:gd name="connsiteY1" fmla="*/ 13854 h 1731818"/>
                <a:gd name="connsiteX2" fmla="*/ 9518072 w 9518072"/>
                <a:gd name="connsiteY2" fmla="*/ 1122218 h 1731818"/>
                <a:gd name="connsiteX3" fmla="*/ 5278581 w 9518072"/>
                <a:gd name="connsiteY3" fmla="*/ 1662545 h 1731818"/>
                <a:gd name="connsiteX4" fmla="*/ 5264727 w 9518072"/>
                <a:gd name="connsiteY4" fmla="*/ 1482435 h 1731818"/>
                <a:gd name="connsiteX5" fmla="*/ 1745672 w 9518072"/>
                <a:gd name="connsiteY5" fmla="*/ 651163 h 1731818"/>
                <a:gd name="connsiteX6" fmla="*/ 1717964 w 9518072"/>
                <a:gd name="connsiteY6" fmla="*/ 1731818 h 1731818"/>
                <a:gd name="connsiteX7" fmla="*/ 152399 w 9518072"/>
                <a:gd name="connsiteY7" fmla="*/ 1634836 h 1731818"/>
                <a:gd name="connsiteX8" fmla="*/ 0 w 9518072"/>
                <a:gd name="connsiteY8" fmla="*/ 0 h 1731818"/>
                <a:gd name="connsiteX0" fmla="*/ 0 w 9518072"/>
                <a:gd name="connsiteY0" fmla="*/ 0 h 1731818"/>
                <a:gd name="connsiteX1" fmla="*/ 9518072 w 9518072"/>
                <a:gd name="connsiteY1" fmla="*/ 13854 h 1731818"/>
                <a:gd name="connsiteX2" fmla="*/ 9518072 w 9518072"/>
                <a:gd name="connsiteY2" fmla="*/ 1122218 h 1731818"/>
                <a:gd name="connsiteX3" fmla="*/ 5278581 w 9518072"/>
                <a:gd name="connsiteY3" fmla="*/ 1662545 h 1731818"/>
                <a:gd name="connsiteX4" fmla="*/ 5264727 w 9518072"/>
                <a:gd name="connsiteY4" fmla="*/ 1482435 h 1731818"/>
                <a:gd name="connsiteX5" fmla="*/ 1759526 w 9518072"/>
                <a:gd name="connsiteY5" fmla="*/ 1482436 h 1731818"/>
                <a:gd name="connsiteX6" fmla="*/ 1717964 w 9518072"/>
                <a:gd name="connsiteY6" fmla="*/ 1731818 h 1731818"/>
                <a:gd name="connsiteX7" fmla="*/ 152399 w 9518072"/>
                <a:gd name="connsiteY7" fmla="*/ 1634836 h 1731818"/>
                <a:gd name="connsiteX8" fmla="*/ 0 w 9518072"/>
                <a:gd name="connsiteY8" fmla="*/ 0 h 1731818"/>
                <a:gd name="connsiteX0" fmla="*/ 0 w 9518072"/>
                <a:gd name="connsiteY0" fmla="*/ 0 h 1731818"/>
                <a:gd name="connsiteX1" fmla="*/ 9518072 w 9518072"/>
                <a:gd name="connsiteY1" fmla="*/ 13854 h 1731818"/>
                <a:gd name="connsiteX2" fmla="*/ 9518072 w 9518072"/>
                <a:gd name="connsiteY2" fmla="*/ 1122218 h 1731818"/>
                <a:gd name="connsiteX3" fmla="*/ 5278581 w 9518072"/>
                <a:gd name="connsiteY3" fmla="*/ 1662545 h 1731818"/>
                <a:gd name="connsiteX4" fmla="*/ 5306291 w 9518072"/>
                <a:gd name="connsiteY4" fmla="*/ 1510144 h 1731818"/>
                <a:gd name="connsiteX5" fmla="*/ 1759526 w 9518072"/>
                <a:gd name="connsiteY5" fmla="*/ 1482436 h 1731818"/>
                <a:gd name="connsiteX6" fmla="*/ 1717964 w 9518072"/>
                <a:gd name="connsiteY6" fmla="*/ 1731818 h 1731818"/>
                <a:gd name="connsiteX7" fmla="*/ 152399 w 9518072"/>
                <a:gd name="connsiteY7" fmla="*/ 1634836 h 1731818"/>
                <a:gd name="connsiteX8" fmla="*/ 0 w 9518072"/>
                <a:gd name="connsiteY8" fmla="*/ 0 h 1731818"/>
                <a:gd name="connsiteX0" fmla="*/ 0 w 9531927"/>
                <a:gd name="connsiteY0" fmla="*/ 0 h 1925782"/>
                <a:gd name="connsiteX1" fmla="*/ 9518072 w 9531927"/>
                <a:gd name="connsiteY1" fmla="*/ 13854 h 1925782"/>
                <a:gd name="connsiteX2" fmla="*/ 9531927 w 9531927"/>
                <a:gd name="connsiteY2" fmla="*/ 1925782 h 1925782"/>
                <a:gd name="connsiteX3" fmla="*/ 5278581 w 9531927"/>
                <a:gd name="connsiteY3" fmla="*/ 1662545 h 1925782"/>
                <a:gd name="connsiteX4" fmla="*/ 5306291 w 9531927"/>
                <a:gd name="connsiteY4" fmla="*/ 1510144 h 1925782"/>
                <a:gd name="connsiteX5" fmla="*/ 1759526 w 9531927"/>
                <a:gd name="connsiteY5" fmla="*/ 1482436 h 1925782"/>
                <a:gd name="connsiteX6" fmla="*/ 1717964 w 9531927"/>
                <a:gd name="connsiteY6" fmla="*/ 1731818 h 1925782"/>
                <a:gd name="connsiteX7" fmla="*/ 152399 w 9531927"/>
                <a:gd name="connsiteY7" fmla="*/ 1634836 h 1925782"/>
                <a:gd name="connsiteX8" fmla="*/ 0 w 9531927"/>
                <a:gd name="connsiteY8" fmla="*/ 0 h 1925782"/>
                <a:gd name="connsiteX0" fmla="*/ 0 w 9531927"/>
                <a:gd name="connsiteY0" fmla="*/ 0 h 1939636"/>
                <a:gd name="connsiteX1" fmla="*/ 9518072 w 9531927"/>
                <a:gd name="connsiteY1" fmla="*/ 13854 h 1939636"/>
                <a:gd name="connsiteX2" fmla="*/ 9531927 w 9531927"/>
                <a:gd name="connsiteY2" fmla="*/ 1925782 h 1939636"/>
                <a:gd name="connsiteX3" fmla="*/ 5292436 w 9531927"/>
                <a:gd name="connsiteY3" fmla="*/ 1939636 h 1939636"/>
                <a:gd name="connsiteX4" fmla="*/ 5306291 w 9531927"/>
                <a:gd name="connsiteY4" fmla="*/ 1510144 h 1939636"/>
                <a:gd name="connsiteX5" fmla="*/ 1759526 w 9531927"/>
                <a:gd name="connsiteY5" fmla="*/ 1482436 h 1939636"/>
                <a:gd name="connsiteX6" fmla="*/ 1717964 w 9531927"/>
                <a:gd name="connsiteY6" fmla="*/ 1731818 h 1939636"/>
                <a:gd name="connsiteX7" fmla="*/ 152399 w 9531927"/>
                <a:gd name="connsiteY7" fmla="*/ 1634836 h 1939636"/>
                <a:gd name="connsiteX8" fmla="*/ 0 w 9531927"/>
                <a:gd name="connsiteY8" fmla="*/ 0 h 1939636"/>
                <a:gd name="connsiteX0" fmla="*/ 0 w 9531927"/>
                <a:gd name="connsiteY0" fmla="*/ 0 h 1939637"/>
                <a:gd name="connsiteX1" fmla="*/ 9518072 w 9531927"/>
                <a:gd name="connsiteY1" fmla="*/ 13854 h 1939637"/>
                <a:gd name="connsiteX2" fmla="*/ 9531927 w 9531927"/>
                <a:gd name="connsiteY2" fmla="*/ 1925782 h 1939637"/>
                <a:gd name="connsiteX3" fmla="*/ 5292436 w 9531927"/>
                <a:gd name="connsiteY3" fmla="*/ 1939636 h 1939637"/>
                <a:gd name="connsiteX4" fmla="*/ 5306291 w 9531927"/>
                <a:gd name="connsiteY4" fmla="*/ 1510144 h 1939637"/>
                <a:gd name="connsiteX5" fmla="*/ 1759526 w 9531927"/>
                <a:gd name="connsiteY5" fmla="*/ 1482436 h 1939637"/>
                <a:gd name="connsiteX6" fmla="*/ 1704109 w 9531927"/>
                <a:gd name="connsiteY6" fmla="*/ 1939637 h 1939637"/>
                <a:gd name="connsiteX7" fmla="*/ 152399 w 9531927"/>
                <a:gd name="connsiteY7" fmla="*/ 1634836 h 1939637"/>
                <a:gd name="connsiteX8" fmla="*/ 0 w 9531927"/>
                <a:gd name="connsiteY8" fmla="*/ 0 h 1939637"/>
                <a:gd name="connsiteX0" fmla="*/ 96983 w 9628910"/>
                <a:gd name="connsiteY0" fmla="*/ 0 h 1939637"/>
                <a:gd name="connsiteX1" fmla="*/ 9615055 w 9628910"/>
                <a:gd name="connsiteY1" fmla="*/ 13854 h 1939637"/>
                <a:gd name="connsiteX2" fmla="*/ 9628910 w 9628910"/>
                <a:gd name="connsiteY2" fmla="*/ 1925782 h 1939637"/>
                <a:gd name="connsiteX3" fmla="*/ 5389419 w 9628910"/>
                <a:gd name="connsiteY3" fmla="*/ 1939636 h 1939637"/>
                <a:gd name="connsiteX4" fmla="*/ 5403274 w 9628910"/>
                <a:gd name="connsiteY4" fmla="*/ 1510144 h 1939637"/>
                <a:gd name="connsiteX5" fmla="*/ 1856509 w 9628910"/>
                <a:gd name="connsiteY5" fmla="*/ 1482436 h 1939637"/>
                <a:gd name="connsiteX6" fmla="*/ 1801092 w 9628910"/>
                <a:gd name="connsiteY6" fmla="*/ 1939637 h 1939637"/>
                <a:gd name="connsiteX7" fmla="*/ 0 w 9628910"/>
                <a:gd name="connsiteY7" fmla="*/ 1884218 h 1939637"/>
                <a:gd name="connsiteX8" fmla="*/ 96983 w 9628910"/>
                <a:gd name="connsiteY8" fmla="*/ 0 h 1939637"/>
                <a:gd name="connsiteX0" fmla="*/ 96983 w 9628910"/>
                <a:gd name="connsiteY0" fmla="*/ 0 h 1944054"/>
                <a:gd name="connsiteX1" fmla="*/ 9615055 w 9628910"/>
                <a:gd name="connsiteY1" fmla="*/ 13854 h 1944054"/>
                <a:gd name="connsiteX2" fmla="*/ 9628910 w 9628910"/>
                <a:gd name="connsiteY2" fmla="*/ 1925782 h 1944054"/>
                <a:gd name="connsiteX3" fmla="*/ 5349662 w 9628910"/>
                <a:gd name="connsiteY3" fmla="*/ 1944054 h 1944054"/>
                <a:gd name="connsiteX4" fmla="*/ 5403274 w 9628910"/>
                <a:gd name="connsiteY4" fmla="*/ 1510144 h 1944054"/>
                <a:gd name="connsiteX5" fmla="*/ 1856509 w 9628910"/>
                <a:gd name="connsiteY5" fmla="*/ 1482436 h 1944054"/>
                <a:gd name="connsiteX6" fmla="*/ 1801092 w 9628910"/>
                <a:gd name="connsiteY6" fmla="*/ 1939637 h 1944054"/>
                <a:gd name="connsiteX7" fmla="*/ 0 w 9628910"/>
                <a:gd name="connsiteY7" fmla="*/ 1884218 h 1944054"/>
                <a:gd name="connsiteX8" fmla="*/ 96983 w 9628910"/>
                <a:gd name="connsiteY8" fmla="*/ 0 h 1944054"/>
                <a:gd name="connsiteX0" fmla="*/ 96983 w 9628910"/>
                <a:gd name="connsiteY0" fmla="*/ 0 h 1944054"/>
                <a:gd name="connsiteX1" fmla="*/ 9615055 w 9628910"/>
                <a:gd name="connsiteY1" fmla="*/ 13854 h 1944054"/>
                <a:gd name="connsiteX2" fmla="*/ 9628910 w 9628910"/>
                <a:gd name="connsiteY2" fmla="*/ 1925782 h 1944054"/>
                <a:gd name="connsiteX3" fmla="*/ 5349662 w 9628910"/>
                <a:gd name="connsiteY3" fmla="*/ 1944054 h 1944054"/>
                <a:gd name="connsiteX4" fmla="*/ 5341431 w 9628910"/>
                <a:gd name="connsiteY4" fmla="*/ 1505726 h 1944054"/>
                <a:gd name="connsiteX5" fmla="*/ 1856509 w 9628910"/>
                <a:gd name="connsiteY5" fmla="*/ 1482436 h 1944054"/>
                <a:gd name="connsiteX6" fmla="*/ 1801092 w 9628910"/>
                <a:gd name="connsiteY6" fmla="*/ 1939637 h 1944054"/>
                <a:gd name="connsiteX7" fmla="*/ 0 w 9628910"/>
                <a:gd name="connsiteY7" fmla="*/ 1884218 h 1944054"/>
                <a:gd name="connsiteX8" fmla="*/ 96983 w 9628910"/>
                <a:gd name="connsiteY8" fmla="*/ 0 h 19440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628910" h="1944054">
                  <a:moveTo>
                    <a:pt x="96983" y="0"/>
                  </a:moveTo>
                  <a:lnTo>
                    <a:pt x="9615055" y="13854"/>
                  </a:lnTo>
                  <a:lnTo>
                    <a:pt x="9628910" y="1925782"/>
                  </a:lnTo>
                  <a:lnTo>
                    <a:pt x="5349662" y="1944054"/>
                  </a:lnTo>
                  <a:lnTo>
                    <a:pt x="5341431" y="1505726"/>
                  </a:lnTo>
                  <a:lnTo>
                    <a:pt x="1856509" y="1482436"/>
                  </a:lnTo>
                  <a:lnTo>
                    <a:pt x="1801092" y="1939637"/>
                  </a:lnTo>
                  <a:lnTo>
                    <a:pt x="0" y="1884218"/>
                  </a:lnTo>
                  <a:lnTo>
                    <a:pt x="96983" y="0"/>
                  </a:lnTo>
                  <a:close/>
                </a:path>
              </a:pathLst>
            </a:custGeom>
            <a:solidFill>
              <a:schemeClr val="bg1">
                <a:alpha val="8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9" name="Rectangle 8">
              <a:extLst>
                <a:ext uri="{FF2B5EF4-FFF2-40B4-BE49-F238E27FC236}">
                  <a16:creationId xmlns:a16="http://schemas.microsoft.com/office/drawing/2014/main" id="{1470E4B3-DFDA-4D4A-93DD-AEAF7A1D9F63}"/>
                </a:ext>
              </a:extLst>
            </p:cNvPr>
            <p:cNvSpPr/>
            <p:nvPr/>
          </p:nvSpPr>
          <p:spPr>
            <a:xfrm>
              <a:off x="2299855" y="5112326"/>
              <a:ext cx="8118764" cy="1052948"/>
            </a:xfrm>
            <a:prstGeom prst="rect">
              <a:avLst/>
            </a:prstGeom>
            <a:solidFill>
              <a:schemeClr val="bg1">
                <a:alpha val="8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2" name="Freeform 31">
              <a:extLst>
                <a:ext uri="{FF2B5EF4-FFF2-40B4-BE49-F238E27FC236}">
                  <a16:creationId xmlns:a16="http://schemas.microsoft.com/office/drawing/2014/main" id="{EA85C68C-577E-304A-9FB5-077E1B7756F7}"/>
                </a:ext>
              </a:extLst>
            </p:cNvPr>
            <p:cNvSpPr/>
            <p:nvPr/>
          </p:nvSpPr>
          <p:spPr>
            <a:xfrm flipV="1">
              <a:off x="900546" y="5915892"/>
              <a:ext cx="9531927" cy="942108"/>
            </a:xfrm>
            <a:custGeom>
              <a:avLst/>
              <a:gdLst>
                <a:gd name="connsiteX0" fmla="*/ 110837 w 9628909"/>
                <a:gd name="connsiteY0" fmla="*/ 0 h 1136073"/>
                <a:gd name="connsiteX1" fmla="*/ 9628909 w 9628909"/>
                <a:gd name="connsiteY1" fmla="*/ 13854 h 1136073"/>
                <a:gd name="connsiteX2" fmla="*/ 9628909 w 9628909"/>
                <a:gd name="connsiteY2" fmla="*/ 1122218 h 1136073"/>
                <a:gd name="connsiteX3" fmla="*/ 5334000 w 9628909"/>
                <a:gd name="connsiteY3" fmla="*/ 1136073 h 1136073"/>
                <a:gd name="connsiteX4" fmla="*/ 5320146 w 9628909"/>
                <a:gd name="connsiteY4" fmla="*/ 651163 h 1136073"/>
                <a:gd name="connsiteX5" fmla="*/ 1856509 w 9628909"/>
                <a:gd name="connsiteY5" fmla="*/ 651163 h 1136073"/>
                <a:gd name="connsiteX6" fmla="*/ 1870364 w 9628909"/>
                <a:gd name="connsiteY6" fmla="*/ 1122218 h 1136073"/>
                <a:gd name="connsiteX7" fmla="*/ 0 w 9628909"/>
                <a:gd name="connsiteY7" fmla="*/ 1080654 h 1136073"/>
                <a:gd name="connsiteX8" fmla="*/ 110837 w 9628909"/>
                <a:gd name="connsiteY8" fmla="*/ 0 h 1136073"/>
                <a:gd name="connsiteX0" fmla="*/ 110837 w 9628909"/>
                <a:gd name="connsiteY0" fmla="*/ 0 h 1122218"/>
                <a:gd name="connsiteX1" fmla="*/ 9628909 w 9628909"/>
                <a:gd name="connsiteY1" fmla="*/ 13854 h 1122218"/>
                <a:gd name="connsiteX2" fmla="*/ 9628909 w 9628909"/>
                <a:gd name="connsiteY2" fmla="*/ 1122218 h 1122218"/>
                <a:gd name="connsiteX3" fmla="*/ 5389418 w 9628909"/>
                <a:gd name="connsiteY3" fmla="*/ 1108364 h 1122218"/>
                <a:gd name="connsiteX4" fmla="*/ 5320146 w 9628909"/>
                <a:gd name="connsiteY4" fmla="*/ 651163 h 1122218"/>
                <a:gd name="connsiteX5" fmla="*/ 1856509 w 9628909"/>
                <a:gd name="connsiteY5" fmla="*/ 651163 h 1122218"/>
                <a:gd name="connsiteX6" fmla="*/ 1870364 w 9628909"/>
                <a:gd name="connsiteY6" fmla="*/ 1122218 h 1122218"/>
                <a:gd name="connsiteX7" fmla="*/ 0 w 9628909"/>
                <a:gd name="connsiteY7" fmla="*/ 1080654 h 1122218"/>
                <a:gd name="connsiteX8" fmla="*/ 110837 w 9628909"/>
                <a:gd name="connsiteY8" fmla="*/ 0 h 1122218"/>
                <a:gd name="connsiteX0" fmla="*/ 110837 w 9628909"/>
                <a:gd name="connsiteY0" fmla="*/ 0 h 1122218"/>
                <a:gd name="connsiteX1" fmla="*/ 9628909 w 9628909"/>
                <a:gd name="connsiteY1" fmla="*/ 13854 h 1122218"/>
                <a:gd name="connsiteX2" fmla="*/ 9628909 w 9628909"/>
                <a:gd name="connsiteY2" fmla="*/ 1122218 h 1122218"/>
                <a:gd name="connsiteX3" fmla="*/ 5389418 w 9628909"/>
                <a:gd name="connsiteY3" fmla="*/ 1108364 h 1122218"/>
                <a:gd name="connsiteX4" fmla="*/ 5375564 w 9628909"/>
                <a:gd name="connsiteY4" fmla="*/ 665017 h 1122218"/>
                <a:gd name="connsiteX5" fmla="*/ 1856509 w 9628909"/>
                <a:gd name="connsiteY5" fmla="*/ 651163 h 1122218"/>
                <a:gd name="connsiteX6" fmla="*/ 1870364 w 9628909"/>
                <a:gd name="connsiteY6" fmla="*/ 1122218 h 1122218"/>
                <a:gd name="connsiteX7" fmla="*/ 0 w 9628909"/>
                <a:gd name="connsiteY7" fmla="*/ 1080654 h 1122218"/>
                <a:gd name="connsiteX8" fmla="*/ 110837 w 9628909"/>
                <a:gd name="connsiteY8" fmla="*/ 0 h 1122218"/>
                <a:gd name="connsiteX0" fmla="*/ 110837 w 9628909"/>
                <a:gd name="connsiteY0" fmla="*/ 0 h 1122218"/>
                <a:gd name="connsiteX1" fmla="*/ 9628909 w 9628909"/>
                <a:gd name="connsiteY1" fmla="*/ 13854 h 1122218"/>
                <a:gd name="connsiteX2" fmla="*/ 9628909 w 9628909"/>
                <a:gd name="connsiteY2" fmla="*/ 1122218 h 1122218"/>
                <a:gd name="connsiteX3" fmla="*/ 5389418 w 9628909"/>
                <a:gd name="connsiteY3" fmla="*/ 1108364 h 1122218"/>
                <a:gd name="connsiteX4" fmla="*/ 5417128 w 9628909"/>
                <a:gd name="connsiteY4" fmla="*/ 665017 h 1122218"/>
                <a:gd name="connsiteX5" fmla="*/ 1856509 w 9628909"/>
                <a:gd name="connsiteY5" fmla="*/ 651163 h 1122218"/>
                <a:gd name="connsiteX6" fmla="*/ 1870364 w 9628909"/>
                <a:gd name="connsiteY6" fmla="*/ 1122218 h 1122218"/>
                <a:gd name="connsiteX7" fmla="*/ 0 w 9628909"/>
                <a:gd name="connsiteY7" fmla="*/ 1080654 h 1122218"/>
                <a:gd name="connsiteX8" fmla="*/ 110837 w 9628909"/>
                <a:gd name="connsiteY8" fmla="*/ 0 h 1122218"/>
                <a:gd name="connsiteX0" fmla="*/ 110837 w 9628909"/>
                <a:gd name="connsiteY0" fmla="*/ 0 h 1122218"/>
                <a:gd name="connsiteX1" fmla="*/ 9628909 w 9628909"/>
                <a:gd name="connsiteY1" fmla="*/ 13854 h 1122218"/>
                <a:gd name="connsiteX2" fmla="*/ 9628909 w 9628909"/>
                <a:gd name="connsiteY2" fmla="*/ 1122218 h 1122218"/>
                <a:gd name="connsiteX3" fmla="*/ 5430982 w 9628909"/>
                <a:gd name="connsiteY3" fmla="*/ 1094510 h 1122218"/>
                <a:gd name="connsiteX4" fmla="*/ 5417128 w 9628909"/>
                <a:gd name="connsiteY4" fmla="*/ 665017 h 1122218"/>
                <a:gd name="connsiteX5" fmla="*/ 1856509 w 9628909"/>
                <a:gd name="connsiteY5" fmla="*/ 651163 h 1122218"/>
                <a:gd name="connsiteX6" fmla="*/ 1870364 w 9628909"/>
                <a:gd name="connsiteY6" fmla="*/ 1122218 h 1122218"/>
                <a:gd name="connsiteX7" fmla="*/ 0 w 9628909"/>
                <a:gd name="connsiteY7" fmla="*/ 1080654 h 1122218"/>
                <a:gd name="connsiteX8" fmla="*/ 110837 w 9628909"/>
                <a:gd name="connsiteY8" fmla="*/ 0 h 1122218"/>
                <a:gd name="connsiteX0" fmla="*/ 110837 w 9628909"/>
                <a:gd name="connsiteY0" fmla="*/ 0 h 1122218"/>
                <a:gd name="connsiteX1" fmla="*/ 9628909 w 9628909"/>
                <a:gd name="connsiteY1" fmla="*/ 13854 h 1122218"/>
                <a:gd name="connsiteX2" fmla="*/ 9628909 w 9628909"/>
                <a:gd name="connsiteY2" fmla="*/ 1122218 h 1122218"/>
                <a:gd name="connsiteX3" fmla="*/ 5430982 w 9628909"/>
                <a:gd name="connsiteY3" fmla="*/ 1094510 h 1122218"/>
                <a:gd name="connsiteX4" fmla="*/ 5417128 w 9628909"/>
                <a:gd name="connsiteY4" fmla="*/ 665017 h 1122218"/>
                <a:gd name="connsiteX5" fmla="*/ 1884218 w 9628909"/>
                <a:gd name="connsiteY5" fmla="*/ 138545 h 1122218"/>
                <a:gd name="connsiteX6" fmla="*/ 1870364 w 9628909"/>
                <a:gd name="connsiteY6" fmla="*/ 1122218 h 1122218"/>
                <a:gd name="connsiteX7" fmla="*/ 0 w 9628909"/>
                <a:gd name="connsiteY7" fmla="*/ 1080654 h 1122218"/>
                <a:gd name="connsiteX8" fmla="*/ 110837 w 9628909"/>
                <a:gd name="connsiteY8" fmla="*/ 0 h 1122218"/>
                <a:gd name="connsiteX0" fmla="*/ 110837 w 9628909"/>
                <a:gd name="connsiteY0" fmla="*/ 0 h 1122218"/>
                <a:gd name="connsiteX1" fmla="*/ 9628909 w 9628909"/>
                <a:gd name="connsiteY1" fmla="*/ 13854 h 1122218"/>
                <a:gd name="connsiteX2" fmla="*/ 9628909 w 9628909"/>
                <a:gd name="connsiteY2" fmla="*/ 1122218 h 1122218"/>
                <a:gd name="connsiteX3" fmla="*/ 5430982 w 9628909"/>
                <a:gd name="connsiteY3" fmla="*/ 1094510 h 1122218"/>
                <a:gd name="connsiteX4" fmla="*/ 5430982 w 9628909"/>
                <a:gd name="connsiteY4" fmla="*/ 207817 h 1122218"/>
                <a:gd name="connsiteX5" fmla="*/ 1884218 w 9628909"/>
                <a:gd name="connsiteY5" fmla="*/ 138545 h 1122218"/>
                <a:gd name="connsiteX6" fmla="*/ 1870364 w 9628909"/>
                <a:gd name="connsiteY6" fmla="*/ 1122218 h 1122218"/>
                <a:gd name="connsiteX7" fmla="*/ 0 w 9628909"/>
                <a:gd name="connsiteY7" fmla="*/ 1080654 h 1122218"/>
                <a:gd name="connsiteX8" fmla="*/ 110837 w 9628909"/>
                <a:gd name="connsiteY8" fmla="*/ 0 h 1122218"/>
                <a:gd name="connsiteX0" fmla="*/ 110837 w 9628909"/>
                <a:gd name="connsiteY0" fmla="*/ 0 h 1122218"/>
                <a:gd name="connsiteX1" fmla="*/ 9628909 w 9628909"/>
                <a:gd name="connsiteY1" fmla="*/ 13854 h 1122218"/>
                <a:gd name="connsiteX2" fmla="*/ 9628909 w 9628909"/>
                <a:gd name="connsiteY2" fmla="*/ 1122218 h 1122218"/>
                <a:gd name="connsiteX3" fmla="*/ 5417127 w 9628909"/>
                <a:gd name="connsiteY3" fmla="*/ 692728 h 1122218"/>
                <a:gd name="connsiteX4" fmla="*/ 5430982 w 9628909"/>
                <a:gd name="connsiteY4" fmla="*/ 207817 h 1122218"/>
                <a:gd name="connsiteX5" fmla="*/ 1884218 w 9628909"/>
                <a:gd name="connsiteY5" fmla="*/ 138545 h 1122218"/>
                <a:gd name="connsiteX6" fmla="*/ 1870364 w 9628909"/>
                <a:gd name="connsiteY6" fmla="*/ 1122218 h 1122218"/>
                <a:gd name="connsiteX7" fmla="*/ 0 w 9628909"/>
                <a:gd name="connsiteY7" fmla="*/ 1080654 h 1122218"/>
                <a:gd name="connsiteX8" fmla="*/ 110837 w 9628909"/>
                <a:gd name="connsiteY8" fmla="*/ 0 h 1122218"/>
                <a:gd name="connsiteX0" fmla="*/ 110837 w 9628909"/>
                <a:gd name="connsiteY0" fmla="*/ 0 h 1122218"/>
                <a:gd name="connsiteX1" fmla="*/ 9628909 w 9628909"/>
                <a:gd name="connsiteY1" fmla="*/ 13854 h 1122218"/>
                <a:gd name="connsiteX2" fmla="*/ 9628909 w 9628909"/>
                <a:gd name="connsiteY2" fmla="*/ 665018 h 1122218"/>
                <a:gd name="connsiteX3" fmla="*/ 5417127 w 9628909"/>
                <a:gd name="connsiteY3" fmla="*/ 692728 h 1122218"/>
                <a:gd name="connsiteX4" fmla="*/ 5430982 w 9628909"/>
                <a:gd name="connsiteY4" fmla="*/ 207817 h 1122218"/>
                <a:gd name="connsiteX5" fmla="*/ 1884218 w 9628909"/>
                <a:gd name="connsiteY5" fmla="*/ 138545 h 1122218"/>
                <a:gd name="connsiteX6" fmla="*/ 1870364 w 9628909"/>
                <a:gd name="connsiteY6" fmla="*/ 1122218 h 1122218"/>
                <a:gd name="connsiteX7" fmla="*/ 0 w 9628909"/>
                <a:gd name="connsiteY7" fmla="*/ 1080654 h 1122218"/>
                <a:gd name="connsiteX8" fmla="*/ 110837 w 9628909"/>
                <a:gd name="connsiteY8" fmla="*/ 0 h 1122218"/>
                <a:gd name="connsiteX0" fmla="*/ 110837 w 9628909"/>
                <a:gd name="connsiteY0" fmla="*/ 0 h 1080654"/>
                <a:gd name="connsiteX1" fmla="*/ 9628909 w 9628909"/>
                <a:gd name="connsiteY1" fmla="*/ 13854 h 1080654"/>
                <a:gd name="connsiteX2" fmla="*/ 9628909 w 9628909"/>
                <a:gd name="connsiteY2" fmla="*/ 665018 h 1080654"/>
                <a:gd name="connsiteX3" fmla="*/ 5417127 w 9628909"/>
                <a:gd name="connsiteY3" fmla="*/ 692728 h 1080654"/>
                <a:gd name="connsiteX4" fmla="*/ 5430982 w 9628909"/>
                <a:gd name="connsiteY4" fmla="*/ 207817 h 1080654"/>
                <a:gd name="connsiteX5" fmla="*/ 1884218 w 9628909"/>
                <a:gd name="connsiteY5" fmla="*/ 138545 h 1080654"/>
                <a:gd name="connsiteX6" fmla="*/ 1884219 w 9628909"/>
                <a:gd name="connsiteY6" fmla="*/ 665018 h 1080654"/>
                <a:gd name="connsiteX7" fmla="*/ 0 w 9628909"/>
                <a:gd name="connsiteY7" fmla="*/ 1080654 h 1080654"/>
                <a:gd name="connsiteX8" fmla="*/ 110837 w 9628909"/>
                <a:gd name="connsiteY8" fmla="*/ 0 h 1080654"/>
                <a:gd name="connsiteX0" fmla="*/ 69274 w 9587346"/>
                <a:gd name="connsiteY0" fmla="*/ 0 h 692728"/>
                <a:gd name="connsiteX1" fmla="*/ 9587346 w 9587346"/>
                <a:gd name="connsiteY1" fmla="*/ 13854 h 692728"/>
                <a:gd name="connsiteX2" fmla="*/ 9587346 w 9587346"/>
                <a:gd name="connsiteY2" fmla="*/ 665018 h 692728"/>
                <a:gd name="connsiteX3" fmla="*/ 5375564 w 9587346"/>
                <a:gd name="connsiteY3" fmla="*/ 692728 h 692728"/>
                <a:gd name="connsiteX4" fmla="*/ 5389419 w 9587346"/>
                <a:gd name="connsiteY4" fmla="*/ 207817 h 692728"/>
                <a:gd name="connsiteX5" fmla="*/ 1842655 w 9587346"/>
                <a:gd name="connsiteY5" fmla="*/ 138545 h 692728"/>
                <a:gd name="connsiteX6" fmla="*/ 1842656 w 9587346"/>
                <a:gd name="connsiteY6" fmla="*/ 665018 h 692728"/>
                <a:gd name="connsiteX7" fmla="*/ 0 w 9587346"/>
                <a:gd name="connsiteY7" fmla="*/ 526472 h 692728"/>
                <a:gd name="connsiteX8" fmla="*/ 69274 w 9587346"/>
                <a:gd name="connsiteY8" fmla="*/ 0 h 692728"/>
                <a:gd name="connsiteX0" fmla="*/ 13855 w 9531927"/>
                <a:gd name="connsiteY0" fmla="*/ 0 h 942108"/>
                <a:gd name="connsiteX1" fmla="*/ 9531927 w 9531927"/>
                <a:gd name="connsiteY1" fmla="*/ 13854 h 942108"/>
                <a:gd name="connsiteX2" fmla="*/ 9531927 w 9531927"/>
                <a:gd name="connsiteY2" fmla="*/ 665018 h 942108"/>
                <a:gd name="connsiteX3" fmla="*/ 5320145 w 9531927"/>
                <a:gd name="connsiteY3" fmla="*/ 692728 h 942108"/>
                <a:gd name="connsiteX4" fmla="*/ 5334000 w 9531927"/>
                <a:gd name="connsiteY4" fmla="*/ 207817 h 942108"/>
                <a:gd name="connsiteX5" fmla="*/ 1787236 w 9531927"/>
                <a:gd name="connsiteY5" fmla="*/ 138545 h 942108"/>
                <a:gd name="connsiteX6" fmla="*/ 1787237 w 9531927"/>
                <a:gd name="connsiteY6" fmla="*/ 665018 h 942108"/>
                <a:gd name="connsiteX7" fmla="*/ 0 w 9531927"/>
                <a:gd name="connsiteY7" fmla="*/ 942108 h 942108"/>
                <a:gd name="connsiteX8" fmla="*/ 13855 w 9531927"/>
                <a:gd name="connsiteY8" fmla="*/ 0 h 942108"/>
                <a:gd name="connsiteX0" fmla="*/ 13855 w 9531927"/>
                <a:gd name="connsiteY0" fmla="*/ 0 h 942108"/>
                <a:gd name="connsiteX1" fmla="*/ 9531927 w 9531927"/>
                <a:gd name="connsiteY1" fmla="*/ 13854 h 942108"/>
                <a:gd name="connsiteX2" fmla="*/ 9531927 w 9531927"/>
                <a:gd name="connsiteY2" fmla="*/ 665018 h 942108"/>
                <a:gd name="connsiteX3" fmla="*/ 5320145 w 9531927"/>
                <a:gd name="connsiteY3" fmla="*/ 692728 h 942108"/>
                <a:gd name="connsiteX4" fmla="*/ 5334000 w 9531927"/>
                <a:gd name="connsiteY4" fmla="*/ 207817 h 942108"/>
                <a:gd name="connsiteX5" fmla="*/ 1787236 w 9531927"/>
                <a:gd name="connsiteY5" fmla="*/ 138545 h 942108"/>
                <a:gd name="connsiteX6" fmla="*/ 1759528 w 9531927"/>
                <a:gd name="connsiteY6" fmla="*/ 748145 h 942108"/>
                <a:gd name="connsiteX7" fmla="*/ 0 w 9531927"/>
                <a:gd name="connsiteY7" fmla="*/ 942108 h 942108"/>
                <a:gd name="connsiteX8" fmla="*/ 13855 w 9531927"/>
                <a:gd name="connsiteY8" fmla="*/ 0 h 942108"/>
                <a:gd name="connsiteX0" fmla="*/ 13855 w 9531927"/>
                <a:gd name="connsiteY0" fmla="*/ 0 h 942108"/>
                <a:gd name="connsiteX1" fmla="*/ 9531927 w 9531927"/>
                <a:gd name="connsiteY1" fmla="*/ 13854 h 942108"/>
                <a:gd name="connsiteX2" fmla="*/ 9531927 w 9531927"/>
                <a:gd name="connsiteY2" fmla="*/ 665018 h 942108"/>
                <a:gd name="connsiteX3" fmla="*/ 5320145 w 9531927"/>
                <a:gd name="connsiteY3" fmla="*/ 692728 h 942108"/>
                <a:gd name="connsiteX4" fmla="*/ 5334000 w 9531927"/>
                <a:gd name="connsiteY4" fmla="*/ 207817 h 942108"/>
                <a:gd name="connsiteX5" fmla="*/ 1787236 w 9531927"/>
                <a:gd name="connsiteY5" fmla="*/ 138545 h 942108"/>
                <a:gd name="connsiteX6" fmla="*/ 1759528 w 9531927"/>
                <a:gd name="connsiteY6" fmla="*/ 886691 h 942108"/>
                <a:gd name="connsiteX7" fmla="*/ 0 w 9531927"/>
                <a:gd name="connsiteY7" fmla="*/ 942108 h 942108"/>
                <a:gd name="connsiteX8" fmla="*/ 13855 w 9531927"/>
                <a:gd name="connsiteY8" fmla="*/ 0 h 942108"/>
                <a:gd name="connsiteX0" fmla="*/ 13855 w 9531927"/>
                <a:gd name="connsiteY0" fmla="*/ 0 h 942108"/>
                <a:gd name="connsiteX1" fmla="*/ 9531927 w 9531927"/>
                <a:gd name="connsiteY1" fmla="*/ 13854 h 942108"/>
                <a:gd name="connsiteX2" fmla="*/ 9531927 w 9531927"/>
                <a:gd name="connsiteY2" fmla="*/ 665018 h 942108"/>
                <a:gd name="connsiteX3" fmla="*/ 5320145 w 9531927"/>
                <a:gd name="connsiteY3" fmla="*/ 692728 h 942108"/>
                <a:gd name="connsiteX4" fmla="*/ 5334000 w 9531927"/>
                <a:gd name="connsiteY4" fmla="*/ 207817 h 942108"/>
                <a:gd name="connsiteX5" fmla="*/ 1717964 w 9531927"/>
                <a:gd name="connsiteY5" fmla="*/ 221672 h 942108"/>
                <a:gd name="connsiteX6" fmla="*/ 1759528 w 9531927"/>
                <a:gd name="connsiteY6" fmla="*/ 886691 h 942108"/>
                <a:gd name="connsiteX7" fmla="*/ 0 w 9531927"/>
                <a:gd name="connsiteY7" fmla="*/ 942108 h 942108"/>
                <a:gd name="connsiteX8" fmla="*/ 13855 w 9531927"/>
                <a:gd name="connsiteY8" fmla="*/ 0 h 942108"/>
                <a:gd name="connsiteX0" fmla="*/ 13855 w 9531927"/>
                <a:gd name="connsiteY0" fmla="*/ 0 h 942108"/>
                <a:gd name="connsiteX1" fmla="*/ 9531927 w 9531927"/>
                <a:gd name="connsiteY1" fmla="*/ 13854 h 942108"/>
                <a:gd name="connsiteX2" fmla="*/ 9531927 w 9531927"/>
                <a:gd name="connsiteY2" fmla="*/ 665018 h 942108"/>
                <a:gd name="connsiteX3" fmla="*/ 5289224 w 9531927"/>
                <a:gd name="connsiteY3" fmla="*/ 652972 h 942108"/>
                <a:gd name="connsiteX4" fmla="*/ 5334000 w 9531927"/>
                <a:gd name="connsiteY4" fmla="*/ 207817 h 942108"/>
                <a:gd name="connsiteX5" fmla="*/ 1717964 w 9531927"/>
                <a:gd name="connsiteY5" fmla="*/ 221672 h 942108"/>
                <a:gd name="connsiteX6" fmla="*/ 1759528 w 9531927"/>
                <a:gd name="connsiteY6" fmla="*/ 886691 h 942108"/>
                <a:gd name="connsiteX7" fmla="*/ 0 w 9531927"/>
                <a:gd name="connsiteY7" fmla="*/ 942108 h 942108"/>
                <a:gd name="connsiteX8" fmla="*/ 13855 w 9531927"/>
                <a:gd name="connsiteY8" fmla="*/ 0 h 942108"/>
                <a:gd name="connsiteX0" fmla="*/ 13855 w 9531927"/>
                <a:gd name="connsiteY0" fmla="*/ 0 h 942108"/>
                <a:gd name="connsiteX1" fmla="*/ 9531927 w 9531927"/>
                <a:gd name="connsiteY1" fmla="*/ 13854 h 942108"/>
                <a:gd name="connsiteX2" fmla="*/ 9531927 w 9531927"/>
                <a:gd name="connsiteY2" fmla="*/ 665018 h 942108"/>
                <a:gd name="connsiteX3" fmla="*/ 5289224 w 9531927"/>
                <a:gd name="connsiteY3" fmla="*/ 652972 h 942108"/>
                <a:gd name="connsiteX4" fmla="*/ 5298661 w 9531927"/>
                <a:gd name="connsiteY4" fmla="*/ 198982 h 942108"/>
                <a:gd name="connsiteX5" fmla="*/ 1717964 w 9531927"/>
                <a:gd name="connsiteY5" fmla="*/ 221672 h 942108"/>
                <a:gd name="connsiteX6" fmla="*/ 1759528 w 9531927"/>
                <a:gd name="connsiteY6" fmla="*/ 886691 h 942108"/>
                <a:gd name="connsiteX7" fmla="*/ 0 w 9531927"/>
                <a:gd name="connsiteY7" fmla="*/ 942108 h 942108"/>
                <a:gd name="connsiteX8" fmla="*/ 13855 w 9531927"/>
                <a:gd name="connsiteY8" fmla="*/ 0 h 9421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531927" h="942108">
                  <a:moveTo>
                    <a:pt x="13855" y="0"/>
                  </a:moveTo>
                  <a:lnTo>
                    <a:pt x="9531927" y="13854"/>
                  </a:lnTo>
                  <a:lnTo>
                    <a:pt x="9531927" y="665018"/>
                  </a:lnTo>
                  <a:lnTo>
                    <a:pt x="5289224" y="652972"/>
                  </a:lnTo>
                  <a:lnTo>
                    <a:pt x="5298661" y="198982"/>
                  </a:lnTo>
                  <a:lnTo>
                    <a:pt x="1717964" y="221672"/>
                  </a:lnTo>
                  <a:cubicBezTo>
                    <a:pt x="1717964" y="397163"/>
                    <a:pt x="1759528" y="711200"/>
                    <a:pt x="1759528" y="886691"/>
                  </a:cubicBezTo>
                  <a:lnTo>
                    <a:pt x="0" y="942108"/>
                  </a:lnTo>
                  <a:lnTo>
                    <a:pt x="13855" y="0"/>
                  </a:lnTo>
                  <a:close/>
                </a:path>
              </a:pathLst>
            </a:cu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nvGrpSpPr>
          <p:cNvPr id="6" name="Group 5">
            <a:extLst>
              <a:ext uri="{FF2B5EF4-FFF2-40B4-BE49-F238E27FC236}">
                <a16:creationId xmlns:a16="http://schemas.microsoft.com/office/drawing/2014/main" id="{A11ECD7F-5BE0-CD47-B7BE-F200416FECED}"/>
              </a:ext>
            </a:extLst>
          </p:cNvPr>
          <p:cNvGrpSpPr/>
          <p:nvPr/>
        </p:nvGrpSpPr>
        <p:grpSpPr>
          <a:xfrm>
            <a:off x="2701636" y="4804081"/>
            <a:ext cx="3505199" cy="1804550"/>
            <a:chOff x="2701636" y="4319159"/>
            <a:chExt cx="3505199" cy="1804550"/>
          </a:xfrm>
        </p:grpSpPr>
        <p:sp>
          <p:nvSpPr>
            <p:cNvPr id="3" name="Rectangle 2">
              <a:extLst>
                <a:ext uri="{FF2B5EF4-FFF2-40B4-BE49-F238E27FC236}">
                  <a16:creationId xmlns:a16="http://schemas.microsoft.com/office/drawing/2014/main" id="{0F0BC283-76C4-1340-944F-7C4D353D8FFC}"/>
                </a:ext>
              </a:extLst>
            </p:cNvPr>
            <p:cNvSpPr/>
            <p:nvPr/>
          </p:nvSpPr>
          <p:spPr>
            <a:xfrm>
              <a:off x="2701636" y="5791200"/>
              <a:ext cx="3491346" cy="332509"/>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1" name="Rectangle 30">
              <a:extLst>
                <a:ext uri="{FF2B5EF4-FFF2-40B4-BE49-F238E27FC236}">
                  <a16:creationId xmlns:a16="http://schemas.microsoft.com/office/drawing/2014/main" id="{0DA5FFD1-43DB-9B46-9554-CAB7DAD58DCA}"/>
                </a:ext>
              </a:extLst>
            </p:cNvPr>
            <p:cNvSpPr/>
            <p:nvPr/>
          </p:nvSpPr>
          <p:spPr>
            <a:xfrm>
              <a:off x="2715489" y="4319159"/>
              <a:ext cx="3491346" cy="332509"/>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5" name="Up-Down Arrow 4">
              <a:extLst>
                <a:ext uri="{FF2B5EF4-FFF2-40B4-BE49-F238E27FC236}">
                  <a16:creationId xmlns:a16="http://schemas.microsoft.com/office/drawing/2014/main" id="{22823C07-49B0-9845-9B7A-6F370B443BE1}"/>
                </a:ext>
              </a:extLst>
            </p:cNvPr>
            <p:cNvSpPr/>
            <p:nvPr/>
          </p:nvSpPr>
          <p:spPr>
            <a:xfrm>
              <a:off x="4419600" y="4682823"/>
              <a:ext cx="290945" cy="1094521"/>
            </a:xfrm>
            <a:prstGeom prst="upDownArrow">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4" name="TextBox 3">
              <a:extLst>
                <a:ext uri="{FF2B5EF4-FFF2-40B4-BE49-F238E27FC236}">
                  <a16:creationId xmlns:a16="http://schemas.microsoft.com/office/drawing/2014/main" id="{D205B53A-AC28-8740-95E3-3E5959F5B0CD}"/>
                </a:ext>
              </a:extLst>
            </p:cNvPr>
            <p:cNvSpPr txBox="1"/>
            <p:nvPr/>
          </p:nvSpPr>
          <p:spPr>
            <a:xfrm>
              <a:off x="4031673" y="5029209"/>
              <a:ext cx="1066061" cy="461665"/>
            </a:xfrm>
            <a:prstGeom prst="rect">
              <a:avLst/>
            </a:prstGeom>
            <a:solidFill>
              <a:schemeClr val="bg1"/>
            </a:solid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C00000"/>
                  </a:solidFill>
                  <a:effectLst/>
                  <a:uLnTx/>
                  <a:uFillTx/>
                  <a:latin typeface="Calibri" panose="020F0502020204030204"/>
                  <a:ea typeface="+mn-ea"/>
                  <a:cs typeface="+mn-cs"/>
                </a:rPr>
                <a:t>match!</a:t>
              </a:r>
            </a:p>
          </p:txBody>
        </p:sp>
      </p:grpSp>
      <p:sp>
        <p:nvSpPr>
          <p:cNvPr id="35" name="Slide Number Placeholder 4">
            <a:extLst>
              <a:ext uri="{FF2B5EF4-FFF2-40B4-BE49-F238E27FC236}">
                <a16:creationId xmlns:a16="http://schemas.microsoft.com/office/drawing/2014/main" id="{41B73FEC-A96A-8347-A60F-5E87D5B24CAA}"/>
              </a:ext>
            </a:extLst>
          </p:cNvPr>
          <p:cNvSpPr>
            <a:spLocks noGrp="1"/>
          </p:cNvSpPr>
          <p:nvPr>
            <p:ph type="sldNum" sz="quarter" idx="4"/>
          </p:nvPr>
        </p:nvSpPr>
        <p:spPr>
          <a:xfrm>
            <a:off x="9219616" y="6443089"/>
            <a:ext cx="2743200" cy="365125"/>
          </a:xfrm>
        </p:spPr>
        <p:txBody>
          <a:bodyPr/>
          <a:lstStyle/>
          <a:p>
            <a:r>
              <a:rPr lang="en-US" dirty="0"/>
              <a:t>Network Layer: 4-</a:t>
            </a:r>
            <a:fld id="{C4204591-24BD-A542-B9D5-F8D8A88D2FEE}" type="slidenum">
              <a:rPr lang="en-US" smtClean="0"/>
              <a:pPr/>
              <a:t>9</a:t>
            </a:fld>
            <a:endParaRPr lang="en-US" dirty="0"/>
          </a:p>
        </p:txBody>
      </p:sp>
    </p:spTree>
    <p:extLst>
      <p:ext uri="{BB962C8B-B14F-4D97-AF65-F5344CB8AC3E}">
        <p14:creationId xmlns:p14="http://schemas.microsoft.com/office/powerpoint/2010/main" val="39415044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dissolve">
                                      <p:cBhvr>
                                        <p:cTn id="7" dur="500"/>
                                        <p:tgtEl>
                                          <p:spTgt spid="6"/>
                                        </p:tgtEl>
                                      </p:cBhvr>
                                    </p:animEffect>
                                  </p:childTnLst>
                                </p:cTn>
                              </p:par>
                              <p:par>
                                <p:cTn id="8" presetID="9" presetClass="entr" presetSubtype="0" fill="hold"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dissolve">
                                      <p:cBhvr>
                                        <p:cTn id="10"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1B8519-F020-5F41-9762-E63B0FD7EA80}"/>
              </a:ext>
            </a:extLst>
          </p:cNvPr>
          <p:cNvSpPr>
            <a:spLocks noGrp="1"/>
          </p:cNvSpPr>
          <p:nvPr>
            <p:ph type="title"/>
          </p:nvPr>
        </p:nvSpPr>
        <p:spPr>
          <a:xfrm>
            <a:off x="838200" y="345804"/>
            <a:ext cx="10515600" cy="894622"/>
          </a:xfrm>
        </p:spPr>
        <p:txBody>
          <a:bodyPr>
            <a:normAutofit/>
          </a:bodyPr>
          <a:lstStyle/>
          <a:p>
            <a:r>
              <a:rPr lang="en-US" sz="4800" dirty="0"/>
              <a:t>Longest prefix matching</a:t>
            </a:r>
          </a:p>
        </p:txBody>
      </p:sp>
      <p:sp>
        <p:nvSpPr>
          <p:cNvPr id="20" name="Rectangle 20">
            <a:extLst>
              <a:ext uri="{FF2B5EF4-FFF2-40B4-BE49-F238E27FC236}">
                <a16:creationId xmlns:a16="http://schemas.microsoft.com/office/drawing/2014/main" id="{6C4FD2CC-0F96-3647-B094-A076F017995B}"/>
              </a:ext>
            </a:extLst>
          </p:cNvPr>
          <p:cNvSpPr>
            <a:spLocks noChangeArrowheads="1"/>
          </p:cNvSpPr>
          <p:nvPr/>
        </p:nvSpPr>
        <p:spPr bwMode="auto">
          <a:xfrm>
            <a:off x="991564" y="1533870"/>
            <a:ext cx="9199355" cy="1620147"/>
          </a:xfrm>
          <a:prstGeom prst="rect">
            <a:avLst/>
          </a:prstGeom>
          <a:solidFill>
            <a:schemeClr val="bg1"/>
          </a:solidFill>
          <a:ln w="19050">
            <a:solidFill>
              <a:srgbClr val="CC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21" name="Text Box 19">
            <a:extLst>
              <a:ext uri="{FF2B5EF4-FFF2-40B4-BE49-F238E27FC236}">
                <a16:creationId xmlns:a16="http://schemas.microsoft.com/office/drawing/2014/main" id="{E44CD3A5-49DD-2B46-B559-9C4E98374B04}"/>
              </a:ext>
            </a:extLst>
          </p:cNvPr>
          <p:cNvSpPr txBox="1">
            <a:spLocks noChangeArrowheads="1"/>
          </p:cNvSpPr>
          <p:nvPr/>
        </p:nvSpPr>
        <p:spPr bwMode="auto">
          <a:xfrm>
            <a:off x="1128092" y="1821969"/>
            <a:ext cx="9248359" cy="1209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80000"/>
              </a:lnSpc>
              <a:spcBef>
                <a:spcPts val="0"/>
              </a:spcBef>
              <a:spcAft>
                <a:spcPts val="0"/>
              </a:spcAft>
              <a:buClrTx/>
              <a:buSzTx/>
              <a:buFontTx/>
              <a:buNone/>
              <a:tabLst/>
              <a:defRPr/>
            </a:pPr>
            <a:r>
              <a:rPr kumimoji="0" lang="en-US" altLang="en-US" sz="30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when looking for forwarding table entry for given destination address, use </a:t>
            </a:r>
            <a:r>
              <a:rPr kumimoji="0" lang="en-US" altLang="en-US" sz="3000" b="0" i="1" u="none" strike="noStrike" kern="1200" cap="none" spc="0" normalizeH="0" baseline="0" noProof="0" dirty="0">
                <a:ln>
                  <a:noFill/>
                </a:ln>
                <a:solidFill>
                  <a:srgbClr val="000099"/>
                </a:solidFill>
                <a:effectLst/>
                <a:uLnTx/>
                <a:uFillTx/>
                <a:latin typeface="Calibri" panose="020F0502020204030204"/>
                <a:ea typeface="ＭＳ Ｐゴシック" panose="020B0600070205080204" pitchFamily="34" charset="-128"/>
                <a:cs typeface="+mn-cs"/>
              </a:rPr>
              <a:t>longest</a:t>
            </a:r>
            <a:r>
              <a:rPr kumimoji="0" lang="en-US" altLang="en-US" sz="30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 address prefix that matches destination address.</a:t>
            </a:r>
          </a:p>
        </p:txBody>
      </p:sp>
      <p:sp>
        <p:nvSpPr>
          <p:cNvPr id="22" name="Text Box 22">
            <a:extLst>
              <a:ext uri="{FF2B5EF4-FFF2-40B4-BE49-F238E27FC236}">
                <a16:creationId xmlns:a16="http://schemas.microsoft.com/office/drawing/2014/main" id="{D12AF6A9-88D3-724A-95E5-E348261B6683}"/>
              </a:ext>
            </a:extLst>
          </p:cNvPr>
          <p:cNvSpPr txBox="1">
            <a:spLocks noChangeArrowheads="1"/>
          </p:cNvSpPr>
          <p:nvPr/>
        </p:nvSpPr>
        <p:spPr bwMode="auto">
          <a:xfrm>
            <a:off x="1115390" y="1235421"/>
            <a:ext cx="3675878" cy="5847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3200" b="0" i="0" u="none" strike="noStrike" kern="1200" cap="none" spc="0" normalizeH="0" baseline="0" noProof="0" dirty="0">
                <a:ln>
                  <a:noFill/>
                </a:ln>
                <a:solidFill>
                  <a:srgbClr val="C00000"/>
                </a:solidFill>
                <a:effectLst/>
                <a:uLnTx/>
                <a:uFillTx/>
                <a:latin typeface="Calibri" panose="020F0502020204030204"/>
                <a:ea typeface="ＭＳ Ｐゴシック" panose="020B0600070205080204" pitchFamily="34" charset="-128"/>
                <a:cs typeface="+mn-cs"/>
              </a:rPr>
              <a:t>longest prefix match</a:t>
            </a:r>
          </a:p>
        </p:txBody>
      </p:sp>
      <p:sp>
        <p:nvSpPr>
          <p:cNvPr id="23" name="Rectangle 5">
            <a:extLst>
              <a:ext uri="{FF2B5EF4-FFF2-40B4-BE49-F238E27FC236}">
                <a16:creationId xmlns:a16="http://schemas.microsoft.com/office/drawing/2014/main" id="{084DF81F-7378-3F4D-A220-97031D2E80F5}"/>
              </a:ext>
            </a:extLst>
          </p:cNvPr>
          <p:cNvSpPr>
            <a:spLocks noChangeArrowheads="1"/>
          </p:cNvSpPr>
          <p:nvPr/>
        </p:nvSpPr>
        <p:spPr bwMode="auto">
          <a:xfrm>
            <a:off x="2674601" y="3464838"/>
            <a:ext cx="4941530" cy="2131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just" defTabSz="914400" rtl="0" eaLnBrk="1" fontAlgn="auto" latinLnBrk="0" hangingPunct="1">
              <a:lnSpc>
                <a:spcPct val="15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Destination Address Range                        </a:t>
            </a:r>
          </a:p>
          <a:p>
            <a:pPr marL="0" marR="0" lvl="0" indent="0" algn="just" defTabSz="914400" rtl="0" eaLnBrk="1" fontAlgn="auto" latinLnBrk="0" hangingPunct="1">
              <a:lnSpc>
                <a:spcPct val="15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Courier New" panose="02070309020205020404" pitchFamily="49" charset="0"/>
                <a:ea typeface="ＭＳ Ｐゴシック" panose="020B0600070205080204" pitchFamily="34" charset="-128"/>
                <a:cs typeface="+mn-cs"/>
              </a:rPr>
              <a:t>11001000  00010111  00010</a:t>
            </a:r>
            <a:endParaRPr kumimoji="0" lang="en-US" altLang="en-US" sz="2000" b="0" i="0" u="none" strike="noStrike" kern="1200" cap="none" spc="0" normalizeH="0" baseline="0" noProof="0" dirty="0">
              <a:ln>
                <a:noFill/>
              </a:ln>
              <a:solidFill>
                <a:prstClr val="black"/>
              </a:solidFill>
              <a:effectLst/>
              <a:uLnTx/>
              <a:uFillTx/>
              <a:latin typeface="Courier New" panose="02070309020205020404" pitchFamily="49" charset="0"/>
              <a:ea typeface="ＭＳ Ｐゴシック" panose="020B0600070205080204" pitchFamily="34" charset="-128"/>
              <a:cs typeface="+mn-cs"/>
            </a:endParaRPr>
          </a:p>
          <a:p>
            <a:pPr marL="0" marR="0" lvl="0" indent="0" algn="just" defTabSz="914400" rtl="0" eaLnBrk="1" fontAlgn="auto" latinLnBrk="0" hangingPunct="1">
              <a:lnSpc>
                <a:spcPct val="15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Courier New" panose="02070309020205020404" pitchFamily="49" charset="0"/>
                <a:ea typeface="ＭＳ Ｐゴシック" panose="020B0600070205080204" pitchFamily="34" charset="-128"/>
                <a:cs typeface="+mn-cs"/>
              </a:rPr>
              <a:t>11001000  00010111  00011000</a:t>
            </a:r>
            <a:endParaRPr kumimoji="0" lang="en-US" altLang="en-US" sz="2000" b="0" i="0" u="none" strike="noStrike" kern="1200" cap="none" spc="0" normalizeH="0" baseline="0" noProof="0" dirty="0">
              <a:ln>
                <a:noFill/>
              </a:ln>
              <a:solidFill>
                <a:prstClr val="black"/>
              </a:solidFill>
              <a:effectLst/>
              <a:uLnTx/>
              <a:uFillTx/>
              <a:latin typeface="Courier New" panose="02070309020205020404" pitchFamily="49" charset="0"/>
              <a:ea typeface="ＭＳ Ｐゴシック" panose="020B0600070205080204" pitchFamily="34" charset="-128"/>
              <a:cs typeface="+mn-cs"/>
            </a:endParaRPr>
          </a:p>
          <a:p>
            <a:pPr marL="0" marR="0" lvl="0" indent="0" algn="just" defTabSz="914400" rtl="0" eaLnBrk="1" fontAlgn="auto" latinLnBrk="0" hangingPunct="1">
              <a:lnSpc>
                <a:spcPct val="15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Courier New" panose="02070309020205020404" pitchFamily="49" charset="0"/>
                <a:ea typeface="ＭＳ Ｐゴシック" panose="020B0600070205080204" pitchFamily="34" charset="-128"/>
                <a:cs typeface="+mn-cs"/>
              </a:rPr>
              <a:t>11001000  00010111  00011</a:t>
            </a:r>
            <a:endParaRPr kumimoji="0" lang="en-US" altLang="en-US" sz="2000" b="0" i="0" u="none" strike="noStrike" kern="1200" cap="none" spc="0" normalizeH="0" baseline="0" noProof="0" dirty="0">
              <a:ln>
                <a:noFill/>
              </a:ln>
              <a:solidFill>
                <a:prstClr val="black"/>
              </a:solidFill>
              <a:effectLst/>
              <a:uLnTx/>
              <a:uFillTx/>
              <a:latin typeface="Comic Sans MS" panose="030F0902030302020204" pitchFamily="66" charset="0"/>
              <a:ea typeface="ＭＳ Ｐゴシック" panose="020B0600070205080204" pitchFamily="34" charset="-128"/>
              <a:cs typeface="+mn-cs"/>
            </a:endParaRPr>
          </a:p>
          <a:p>
            <a:pPr marL="0" marR="0" lvl="0" indent="0" algn="just" defTabSz="914400" rtl="0" eaLnBrk="1" fontAlgn="auto" latinLnBrk="0" hangingPunct="1">
              <a:lnSpc>
                <a:spcPct val="15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otherwise  </a:t>
            </a:r>
            <a:r>
              <a:rPr kumimoji="0" lang="en-US" altLang="en-US" sz="1800" b="0" i="0" u="none" strike="noStrike" kern="1200" cap="none" spc="0" normalizeH="0" baseline="0" noProof="0" dirty="0">
                <a:ln>
                  <a:noFill/>
                </a:ln>
                <a:solidFill>
                  <a:prstClr val="black"/>
                </a:solidFill>
                <a:effectLst/>
                <a:uLnTx/>
                <a:uFillTx/>
                <a:latin typeface="Times" pitchFamily="2" charset="0"/>
                <a:ea typeface="ＭＳ Ｐゴシック" panose="020B0600070205080204" pitchFamily="34" charset="-128"/>
                <a:cs typeface="+mn-cs"/>
              </a:rPr>
              <a:t>           </a:t>
            </a:r>
          </a:p>
        </p:txBody>
      </p:sp>
      <p:sp>
        <p:nvSpPr>
          <p:cNvPr id="24" name="Rectangle 24">
            <a:extLst>
              <a:ext uri="{FF2B5EF4-FFF2-40B4-BE49-F238E27FC236}">
                <a16:creationId xmlns:a16="http://schemas.microsoft.com/office/drawing/2014/main" id="{18A563AC-C70D-754B-9962-4D998D015437}"/>
              </a:ext>
            </a:extLst>
          </p:cNvPr>
          <p:cNvSpPr>
            <a:spLocks noChangeArrowheads="1"/>
          </p:cNvSpPr>
          <p:nvPr/>
        </p:nvSpPr>
        <p:spPr bwMode="auto">
          <a:xfrm>
            <a:off x="2675214" y="3473174"/>
            <a:ext cx="7459662" cy="2106613"/>
          </a:xfrm>
          <a:prstGeom prst="rect">
            <a:avLst/>
          </a:prstGeom>
          <a:noFill/>
          <a:ln w="19050">
            <a:solidFill>
              <a:srgbClr val="000099"/>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25" name="Line 25">
            <a:extLst>
              <a:ext uri="{FF2B5EF4-FFF2-40B4-BE49-F238E27FC236}">
                <a16:creationId xmlns:a16="http://schemas.microsoft.com/office/drawing/2014/main" id="{19C2B9AB-8F02-2544-B27E-9D6069612946}"/>
              </a:ext>
            </a:extLst>
          </p:cNvPr>
          <p:cNvSpPr>
            <a:spLocks noChangeShapeType="1"/>
          </p:cNvSpPr>
          <p:nvPr/>
        </p:nvSpPr>
        <p:spPr bwMode="auto">
          <a:xfrm>
            <a:off x="2675214" y="3908149"/>
            <a:ext cx="7448550" cy="0"/>
          </a:xfrm>
          <a:prstGeom prst="line">
            <a:avLst/>
          </a:prstGeom>
          <a:noFill/>
          <a:ln w="19050">
            <a:solidFill>
              <a:srgbClr val="000099"/>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6" name="Line 26">
            <a:extLst>
              <a:ext uri="{FF2B5EF4-FFF2-40B4-BE49-F238E27FC236}">
                <a16:creationId xmlns:a16="http://schemas.microsoft.com/office/drawing/2014/main" id="{1B9BD71E-C1AB-FC44-BE8C-E92F41BE285C}"/>
              </a:ext>
            </a:extLst>
          </p:cNvPr>
          <p:cNvSpPr>
            <a:spLocks noChangeShapeType="1"/>
          </p:cNvSpPr>
          <p:nvPr/>
        </p:nvSpPr>
        <p:spPr bwMode="auto">
          <a:xfrm>
            <a:off x="2705376" y="4338362"/>
            <a:ext cx="7448550" cy="0"/>
          </a:xfrm>
          <a:prstGeom prst="line">
            <a:avLst/>
          </a:prstGeom>
          <a:noFill/>
          <a:ln w="19050">
            <a:solidFill>
              <a:srgbClr val="000099"/>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7" name="Line 27">
            <a:extLst>
              <a:ext uri="{FF2B5EF4-FFF2-40B4-BE49-F238E27FC236}">
                <a16:creationId xmlns:a16="http://schemas.microsoft.com/office/drawing/2014/main" id="{7AE74685-5721-6E44-8BC4-DAB3E347B108}"/>
              </a:ext>
            </a:extLst>
          </p:cNvPr>
          <p:cNvSpPr>
            <a:spLocks noChangeShapeType="1"/>
          </p:cNvSpPr>
          <p:nvPr/>
        </p:nvSpPr>
        <p:spPr bwMode="auto">
          <a:xfrm>
            <a:off x="2679976" y="4757462"/>
            <a:ext cx="7448550" cy="0"/>
          </a:xfrm>
          <a:prstGeom prst="line">
            <a:avLst/>
          </a:prstGeom>
          <a:noFill/>
          <a:ln w="19050">
            <a:solidFill>
              <a:srgbClr val="000099"/>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8" name="Line 28">
            <a:extLst>
              <a:ext uri="{FF2B5EF4-FFF2-40B4-BE49-F238E27FC236}">
                <a16:creationId xmlns:a16="http://schemas.microsoft.com/office/drawing/2014/main" id="{1B853A8E-6A07-CB4D-BE12-092786F59619}"/>
              </a:ext>
            </a:extLst>
          </p:cNvPr>
          <p:cNvSpPr>
            <a:spLocks noChangeShapeType="1"/>
          </p:cNvSpPr>
          <p:nvPr/>
        </p:nvSpPr>
        <p:spPr bwMode="auto">
          <a:xfrm>
            <a:off x="2676801" y="5187674"/>
            <a:ext cx="7448550" cy="0"/>
          </a:xfrm>
          <a:prstGeom prst="line">
            <a:avLst/>
          </a:prstGeom>
          <a:noFill/>
          <a:ln w="19050">
            <a:solidFill>
              <a:srgbClr val="000099"/>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 name="Line 29">
            <a:extLst>
              <a:ext uri="{FF2B5EF4-FFF2-40B4-BE49-F238E27FC236}">
                <a16:creationId xmlns:a16="http://schemas.microsoft.com/office/drawing/2014/main" id="{BAAA8C9E-1166-D244-A56D-14E88DC722C7}"/>
              </a:ext>
            </a:extLst>
          </p:cNvPr>
          <p:cNvSpPr>
            <a:spLocks noChangeShapeType="1"/>
          </p:cNvSpPr>
          <p:nvPr/>
        </p:nvSpPr>
        <p:spPr bwMode="auto">
          <a:xfrm>
            <a:off x="8109371" y="3444875"/>
            <a:ext cx="0" cy="2117725"/>
          </a:xfrm>
          <a:prstGeom prst="line">
            <a:avLst/>
          </a:prstGeom>
          <a:noFill/>
          <a:ln w="19050">
            <a:solidFill>
              <a:srgbClr val="000099"/>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0" name="Text Box 30">
            <a:extLst>
              <a:ext uri="{FF2B5EF4-FFF2-40B4-BE49-F238E27FC236}">
                <a16:creationId xmlns:a16="http://schemas.microsoft.com/office/drawing/2014/main" id="{C361938E-509D-884C-8F4D-604CDBAF499F}"/>
              </a:ext>
            </a:extLst>
          </p:cNvPr>
          <p:cNvSpPr txBox="1">
            <a:spLocks noChangeArrowheads="1"/>
          </p:cNvSpPr>
          <p:nvPr/>
        </p:nvSpPr>
        <p:spPr bwMode="auto">
          <a:xfrm>
            <a:off x="8158439" y="3416024"/>
            <a:ext cx="1543050" cy="2155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Link interface</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0</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1</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2</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3</a:t>
            </a:r>
          </a:p>
        </p:txBody>
      </p:sp>
      <p:sp>
        <p:nvSpPr>
          <p:cNvPr id="33" name="Rectangle 7">
            <a:extLst>
              <a:ext uri="{FF2B5EF4-FFF2-40B4-BE49-F238E27FC236}">
                <a16:creationId xmlns:a16="http://schemas.microsoft.com/office/drawing/2014/main" id="{E22026F2-CBCE-4449-A0AD-13CF7F44BB94}"/>
              </a:ext>
            </a:extLst>
          </p:cNvPr>
          <p:cNvSpPr>
            <a:spLocks noChangeArrowheads="1"/>
          </p:cNvSpPr>
          <p:nvPr/>
        </p:nvSpPr>
        <p:spPr bwMode="auto">
          <a:xfrm>
            <a:off x="2672981" y="6281883"/>
            <a:ext cx="556113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Courier New" panose="02070309020205020404" pitchFamily="49" charset="0"/>
                <a:ea typeface="ＭＳ Ｐゴシック" panose="020B0600070205080204" pitchFamily="34" charset="-128"/>
                <a:cs typeface="Courier New" panose="02070309020205020404" pitchFamily="49" charset="0"/>
              </a:rPr>
              <a:t>11001000  00010111  00011000  10101010 </a:t>
            </a:r>
          </a:p>
        </p:txBody>
      </p:sp>
      <p:sp>
        <p:nvSpPr>
          <p:cNvPr id="34" name="Text Box 8">
            <a:extLst>
              <a:ext uri="{FF2B5EF4-FFF2-40B4-BE49-F238E27FC236}">
                <a16:creationId xmlns:a16="http://schemas.microsoft.com/office/drawing/2014/main" id="{6696C1A2-2B66-F046-9D91-AA81C2DE66F3}"/>
              </a:ext>
            </a:extLst>
          </p:cNvPr>
          <p:cNvSpPr txBox="1">
            <a:spLocks noChangeArrowheads="1"/>
          </p:cNvSpPr>
          <p:nvPr/>
        </p:nvSpPr>
        <p:spPr bwMode="auto">
          <a:xfrm>
            <a:off x="789703" y="5882891"/>
            <a:ext cx="163628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800" b="0" i="0" u="none" strike="noStrike" kern="1200" cap="none" spc="0" normalizeH="0" baseline="0" noProof="0" dirty="0">
                <a:ln>
                  <a:noFill/>
                </a:ln>
                <a:solidFill>
                  <a:srgbClr val="000099"/>
                </a:solidFill>
                <a:effectLst/>
                <a:uLnTx/>
                <a:uFillTx/>
                <a:latin typeface="Calibri" panose="020F0502020204030204"/>
                <a:ea typeface="ＭＳ Ｐゴシック" panose="020B0600070205080204" pitchFamily="34" charset="-128"/>
                <a:cs typeface="+mn-cs"/>
              </a:rPr>
              <a:t>examples</a:t>
            </a:r>
            <a:r>
              <a:rPr kumimoji="0" lang="en-US" altLang="en-US" sz="2400" b="0" i="0" u="none" strike="noStrike" kern="1200" cap="none" spc="0" normalizeH="0" baseline="0" noProof="0" dirty="0">
                <a:ln>
                  <a:noFill/>
                </a:ln>
                <a:solidFill>
                  <a:srgbClr val="000099"/>
                </a:solidFill>
                <a:effectLst/>
                <a:uLnTx/>
                <a:uFillTx/>
                <a:latin typeface="Calibri" panose="020F0502020204030204"/>
                <a:ea typeface="ＭＳ Ｐゴシック" panose="020B0600070205080204" pitchFamily="34" charset="-128"/>
                <a:cs typeface="+mn-cs"/>
              </a:rPr>
              <a:t>:</a:t>
            </a:r>
          </a:p>
        </p:txBody>
      </p:sp>
      <p:sp>
        <p:nvSpPr>
          <p:cNvPr id="36" name="Text Box 15">
            <a:extLst>
              <a:ext uri="{FF2B5EF4-FFF2-40B4-BE49-F238E27FC236}">
                <a16:creationId xmlns:a16="http://schemas.microsoft.com/office/drawing/2014/main" id="{17622A77-4021-6543-9813-C7EEB4480196}"/>
              </a:ext>
            </a:extLst>
          </p:cNvPr>
          <p:cNvSpPr txBox="1">
            <a:spLocks noChangeArrowheads="1"/>
          </p:cNvSpPr>
          <p:nvPr/>
        </p:nvSpPr>
        <p:spPr bwMode="auto">
          <a:xfrm>
            <a:off x="8186060" y="5747609"/>
            <a:ext cx="190898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srgbClr val="0000A3"/>
                </a:solidFill>
                <a:effectLst/>
                <a:uLnTx/>
                <a:uFillTx/>
                <a:latin typeface="Calibri" panose="020F0502020204030204"/>
                <a:ea typeface="ＭＳ Ｐゴシック" panose="020B0600070205080204" pitchFamily="34" charset="-128"/>
                <a:cs typeface="+mn-cs"/>
              </a:rPr>
              <a:t>which interface?</a:t>
            </a:r>
          </a:p>
        </p:txBody>
      </p:sp>
      <p:sp>
        <p:nvSpPr>
          <p:cNvPr id="37" name="Text Box 16">
            <a:extLst>
              <a:ext uri="{FF2B5EF4-FFF2-40B4-BE49-F238E27FC236}">
                <a16:creationId xmlns:a16="http://schemas.microsoft.com/office/drawing/2014/main" id="{F7507BD5-2837-2641-B60E-9FEB90A5480B}"/>
              </a:ext>
            </a:extLst>
          </p:cNvPr>
          <p:cNvSpPr txBox="1">
            <a:spLocks noChangeArrowheads="1"/>
          </p:cNvSpPr>
          <p:nvPr/>
        </p:nvSpPr>
        <p:spPr bwMode="auto">
          <a:xfrm>
            <a:off x="8178869" y="6233982"/>
            <a:ext cx="190898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srgbClr val="0000A3"/>
                </a:solidFill>
                <a:effectLst/>
                <a:uLnTx/>
                <a:uFillTx/>
                <a:latin typeface="Calibri" panose="020F0502020204030204"/>
                <a:ea typeface="ＭＳ Ｐゴシック" panose="020B0600070205080204" pitchFamily="34" charset="-128"/>
                <a:cs typeface="+mn-cs"/>
              </a:rPr>
              <a:t>which interface?</a:t>
            </a:r>
          </a:p>
        </p:txBody>
      </p:sp>
      <p:sp>
        <p:nvSpPr>
          <p:cNvPr id="8" name="TextBox 7">
            <a:extLst>
              <a:ext uri="{FF2B5EF4-FFF2-40B4-BE49-F238E27FC236}">
                <a16:creationId xmlns:a16="http://schemas.microsoft.com/office/drawing/2014/main" id="{9694CEDC-B1A5-454C-B4F6-F22FC77EEC2F}"/>
              </a:ext>
            </a:extLst>
          </p:cNvPr>
          <p:cNvSpPr txBox="1"/>
          <p:nvPr/>
        </p:nvSpPr>
        <p:spPr>
          <a:xfrm>
            <a:off x="6763327" y="4003965"/>
            <a:ext cx="1745673"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urier New" panose="02070309020205020404" pitchFamily="49" charset="0"/>
                <a:ea typeface="+mn-ea"/>
                <a:cs typeface="Courier New" panose="02070309020205020404" pitchFamily="49" charset="0"/>
              </a:rPr>
              <a:t>********</a:t>
            </a:r>
          </a:p>
        </p:txBody>
      </p:sp>
      <p:sp>
        <p:nvSpPr>
          <p:cNvPr id="38" name="TextBox 37">
            <a:extLst>
              <a:ext uri="{FF2B5EF4-FFF2-40B4-BE49-F238E27FC236}">
                <a16:creationId xmlns:a16="http://schemas.microsoft.com/office/drawing/2014/main" id="{59CA6F6A-B810-954D-9B23-669157310E2A}"/>
              </a:ext>
            </a:extLst>
          </p:cNvPr>
          <p:cNvSpPr txBox="1"/>
          <p:nvPr/>
        </p:nvSpPr>
        <p:spPr>
          <a:xfrm>
            <a:off x="6089074" y="4005707"/>
            <a:ext cx="595746"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urier New" panose="02070309020205020404" pitchFamily="49" charset="0"/>
                <a:ea typeface="+mn-ea"/>
                <a:cs typeface="Courier New" panose="02070309020205020404" pitchFamily="49" charset="0"/>
              </a:rPr>
              <a:t>***</a:t>
            </a:r>
          </a:p>
        </p:txBody>
      </p:sp>
      <p:sp>
        <p:nvSpPr>
          <p:cNvPr id="41" name="TextBox 40">
            <a:extLst>
              <a:ext uri="{FF2B5EF4-FFF2-40B4-BE49-F238E27FC236}">
                <a16:creationId xmlns:a16="http://schemas.microsoft.com/office/drawing/2014/main" id="{4FB0E5B5-4700-1A4A-82D3-4BA23D91D949}"/>
              </a:ext>
            </a:extLst>
          </p:cNvPr>
          <p:cNvSpPr txBox="1"/>
          <p:nvPr/>
        </p:nvSpPr>
        <p:spPr>
          <a:xfrm>
            <a:off x="6760005" y="4816765"/>
            <a:ext cx="1745673"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urier New" panose="02070309020205020404" pitchFamily="49" charset="0"/>
                <a:ea typeface="+mn-ea"/>
                <a:cs typeface="Courier New" panose="02070309020205020404" pitchFamily="49" charset="0"/>
              </a:rPr>
              <a:t>********</a:t>
            </a:r>
          </a:p>
        </p:txBody>
      </p:sp>
      <p:sp>
        <p:nvSpPr>
          <p:cNvPr id="42" name="TextBox 41">
            <a:extLst>
              <a:ext uri="{FF2B5EF4-FFF2-40B4-BE49-F238E27FC236}">
                <a16:creationId xmlns:a16="http://schemas.microsoft.com/office/drawing/2014/main" id="{2C3E062A-D38F-7B4C-985F-9BC7311B996F}"/>
              </a:ext>
            </a:extLst>
          </p:cNvPr>
          <p:cNvSpPr txBox="1"/>
          <p:nvPr/>
        </p:nvSpPr>
        <p:spPr>
          <a:xfrm>
            <a:off x="6083018" y="4846641"/>
            <a:ext cx="595746"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urier New" panose="02070309020205020404" pitchFamily="49" charset="0"/>
                <a:ea typeface="+mn-ea"/>
                <a:cs typeface="Courier New" panose="02070309020205020404" pitchFamily="49" charset="0"/>
              </a:rPr>
              <a:t>***</a:t>
            </a:r>
          </a:p>
        </p:txBody>
      </p:sp>
      <p:sp>
        <p:nvSpPr>
          <p:cNvPr id="43" name="TextBox 42">
            <a:extLst>
              <a:ext uri="{FF2B5EF4-FFF2-40B4-BE49-F238E27FC236}">
                <a16:creationId xmlns:a16="http://schemas.microsoft.com/office/drawing/2014/main" id="{90CB68ED-9DC5-4A42-912A-6465AD307681}"/>
              </a:ext>
            </a:extLst>
          </p:cNvPr>
          <p:cNvSpPr txBox="1"/>
          <p:nvPr/>
        </p:nvSpPr>
        <p:spPr>
          <a:xfrm>
            <a:off x="6760005" y="4423065"/>
            <a:ext cx="1745673"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urier New" panose="02070309020205020404" pitchFamily="49" charset="0"/>
                <a:ea typeface="+mn-ea"/>
                <a:cs typeface="Courier New" panose="02070309020205020404" pitchFamily="49" charset="0"/>
              </a:rPr>
              <a:t>********</a:t>
            </a:r>
          </a:p>
        </p:txBody>
      </p:sp>
      <p:sp>
        <p:nvSpPr>
          <p:cNvPr id="44" name="Text Box 9">
            <a:extLst>
              <a:ext uri="{FF2B5EF4-FFF2-40B4-BE49-F238E27FC236}">
                <a16:creationId xmlns:a16="http://schemas.microsoft.com/office/drawing/2014/main" id="{E0486002-663A-3642-8A25-05280FEF8ED1}"/>
              </a:ext>
            </a:extLst>
          </p:cNvPr>
          <p:cNvSpPr txBox="1">
            <a:spLocks noChangeArrowheads="1"/>
          </p:cNvSpPr>
          <p:nvPr/>
        </p:nvSpPr>
        <p:spPr bwMode="auto">
          <a:xfrm>
            <a:off x="2672165" y="5802809"/>
            <a:ext cx="556113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Courier New" panose="02070309020205020404" pitchFamily="49" charset="0"/>
                <a:ea typeface="ＭＳ Ｐゴシック" panose="020B0600070205080204" pitchFamily="34" charset="-128"/>
                <a:cs typeface="Courier New" panose="02070309020205020404" pitchFamily="49" charset="0"/>
              </a:rPr>
              <a:t>11001000  00010111  00010110  10100001 </a:t>
            </a:r>
          </a:p>
        </p:txBody>
      </p:sp>
      <p:grpSp>
        <p:nvGrpSpPr>
          <p:cNvPr id="10" name="Group 9">
            <a:extLst>
              <a:ext uri="{FF2B5EF4-FFF2-40B4-BE49-F238E27FC236}">
                <a16:creationId xmlns:a16="http://schemas.microsoft.com/office/drawing/2014/main" id="{93F8BEA5-3425-B944-909B-1B37A09661F3}"/>
              </a:ext>
            </a:extLst>
          </p:cNvPr>
          <p:cNvGrpSpPr/>
          <p:nvPr/>
        </p:nvGrpSpPr>
        <p:grpSpPr>
          <a:xfrm>
            <a:off x="858981" y="3297382"/>
            <a:ext cx="9615055" cy="3560618"/>
            <a:chOff x="858981" y="3297382"/>
            <a:chExt cx="9615055" cy="3560618"/>
          </a:xfrm>
        </p:grpSpPr>
        <p:sp>
          <p:nvSpPr>
            <p:cNvPr id="7" name="Freeform 6">
              <a:extLst>
                <a:ext uri="{FF2B5EF4-FFF2-40B4-BE49-F238E27FC236}">
                  <a16:creationId xmlns:a16="http://schemas.microsoft.com/office/drawing/2014/main" id="{A848FF30-7F47-EF40-9B21-6336F9996053}"/>
                </a:ext>
              </a:extLst>
            </p:cNvPr>
            <p:cNvSpPr/>
            <p:nvPr/>
          </p:nvSpPr>
          <p:spPr>
            <a:xfrm>
              <a:off x="858981" y="3297382"/>
              <a:ext cx="9615055" cy="1884218"/>
            </a:xfrm>
            <a:custGeom>
              <a:avLst/>
              <a:gdLst>
                <a:gd name="connsiteX0" fmla="*/ 110837 w 9628909"/>
                <a:gd name="connsiteY0" fmla="*/ 0 h 1136073"/>
                <a:gd name="connsiteX1" fmla="*/ 9628909 w 9628909"/>
                <a:gd name="connsiteY1" fmla="*/ 13854 h 1136073"/>
                <a:gd name="connsiteX2" fmla="*/ 9628909 w 9628909"/>
                <a:gd name="connsiteY2" fmla="*/ 1122218 h 1136073"/>
                <a:gd name="connsiteX3" fmla="*/ 5334000 w 9628909"/>
                <a:gd name="connsiteY3" fmla="*/ 1136073 h 1136073"/>
                <a:gd name="connsiteX4" fmla="*/ 5320146 w 9628909"/>
                <a:gd name="connsiteY4" fmla="*/ 651163 h 1136073"/>
                <a:gd name="connsiteX5" fmla="*/ 1856509 w 9628909"/>
                <a:gd name="connsiteY5" fmla="*/ 651163 h 1136073"/>
                <a:gd name="connsiteX6" fmla="*/ 1870364 w 9628909"/>
                <a:gd name="connsiteY6" fmla="*/ 1122218 h 1136073"/>
                <a:gd name="connsiteX7" fmla="*/ 0 w 9628909"/>
                <a:gd name="connsiteY7" fmla="*/ 1080654 h 1136073"/>
                <a:gd name="connsiteX8" fmla="*/ 110837 w 9628909"/>
                <a:gd name="connsiteY8" fmla="*/ 0 h 1136073"/>
                <a:gd name="connsiteX0" fmla="*/ 110837 w 9628909"/>
                <a:gd name="connsiteY0" fmla="*/ 0 h 1122218"/>
                <a:gd name="connsiteX1" fmla="*/ 9628909 w 9628909"/>
                <a:gd name="connsiteY1" fmla="*/ 13854 h 1122218"/>
                <a:gd name="connsiteX2" fmla="*/ 9628909 w 9628909"/>
                <a:gd name="connsiteY2" fmla="*/ 1122218 h 1122218"/>
                <a:gd name="connsiteX3" fmla="*/ 5389418 w 9628909"/>
                <a:gd name="connsiteY3" fmla="*/ 1108364 h 1122218"/>
                <a:gd name="connsiteX4" fmla="*/ 5320146 w 9628909"/>
                <a:gd name="connsiteY4" fmla="*/ 651163 h 1122218"/>
                <a:gd name="connsiteX5" fmla="*/ 1856509 w 9628909"/>
                <a:gd name="connsiteY5" fmla="*/ 651163 h 1122218"/>
                <a:gd name="connsiteX6" fmla="*/ 1870364 w 9628909"/>
                <a:gd name="connsiteY6" fmla="*/ 1122218 h 1122218"/>
                <a:gd name="connsiteX7" fmla="*/ 0 w 9628909"/>
                <a:gd name="connsiteY7" fmla="*/ 1080654 h 1122218"/>
                <a:gd name="connsiteX8" fmla="*/ 110837 w 9628909"/>
                <a:gd name="connsiteY8" fmla="*/ 0 h 1122218"/>
                <a:gd name="connsiteX0" fmla="*/ 110837 w 9628909"/>
                <a:gd name="connsiteY0" fmla="*/ 0 h 1122218"/>
                <a:gd name="connsiteX1" fmla="*/ 9628909 w 9628909"/>
                <a:gd name="connsiteY1" fmla="*/ 13854 h 1122218"/>
                <a:gd name="connsiteX2" fmla="*/ 9628909 w 9628909"/>
                <a:gd name="connsiteY2" fmla="*/ 1122218 h 1122218"/>
                <a:gd name="connsiteX3" fmla="*/ 5389418 w 9628909"/>
                <a:gd name="connsiteY3" fmla="*/ 1108364 h 1122218"/>
                <a:gd name="connsiteX4" fmla="*/ 5375564 w 9628909"/>
                <a:gd name="connsiteY4" fmla="*/ 665017 h 1122218"/>
                <a:gd name="connsiteX5" fmla="*/ 1856509 w 9628909"/>
                <a:gd name="connsiteY5" fmla="*/ 651163 h 1122218"/>
                <a:gd name="connsiteX6" fmla="*/ 1870364 w 9628909"/>
                <a:gd name="connsiteY6" fmla="*/ 1122218 h 1122218"/>
                <a:gd name="connsiteX7" fmla="*/ 0 w 9628909"/>
                <a:gd name="connsiteY7" fmla="*/ 1080654 h 1122218"/>
                <a:gd name="connsiteX8" fmla="*/ 110837 w 9628909"/>
                <a:gd name="connsiteY8" fmla="*/ 0 h 1122218"/>
                <a:gd name="connsiteX0" fmla="*/ 110837 w 9628909"/>
                <a:gd name="connsiteY0" fmla="*/ 0 h 1731818"/>
                <a:gd name="connsiteX1" fmla="*/ 9628909 w 9628909"/>
                <a:gd name="connsiteY1" fmla="*/ 13854 h 1731818"/>
                <a:gd name="connsiteX2" fmla="*/ 9628909 w 9628909"/>
                <a:gd name="connsiteY2" fmla="*/ 1122218 h 1731818"/>
                <a:gd name="connsiteX3" fmla="*/ 5389418 w 9628909"/>
                <a:gd name="connsiteY3" fmla="*/ 1108364 h 1731818"/>
                <a:gd name="connsiteX4" fmla="*/ 5375564 w 9628909"/>
                <a:gd name="connsiteY4" fmla="*/ 665017 h 1731818"/>
                <a:gd name="connsiteX5" fmla="*/ 1856509 w 9628909"/>
                <a:gd name="connsiteY5" fmla="*/ 651163 h 1731818"/>
                <a:gd name="connsiteX6" fmla="*/ 1828801 w 9628909"/>
                <a:gd name="connsiteY6" fmla="*/ 1731818 h 1731818"/>
                <a:gd name="connsiteX7" fmla="*/ 0 w 9628909"/>
                <a:gd name="connsiteY7" fmla="*/ 1080654 h 1731818"/>
                <a:gd name="connsiteX8" fmla="*/ 110837 w 9628909"/>
                <a:gd name="connsiteY8" fmla="*/ 0 h 1731818"/>
                <a:gd name="connsiteX0" fmla="*/ 0 w 9518072"/>
                <a:gd name="connsiteY0" fmla="*/ 0 h 1731818"/>
                <a:gd name="connsiteX1" fmla="*/ 9518072 w 9518072"/>
                <a:gd name="connsiteY1" fmla="*/ 13854 h 1731818"/>
                <a:gd name="connsiteX2" fmla="*/ 9518072 w 9518072"/>
                <a:gd name="connsiteY2" fmla="*/ 1122218 h 1731818"/>
                <a:gd name="connsiteX3" fmla="*/ 5278581 w 9518072"/>
                <a:gd name="connsiteY3" fmla="*/ 1108364 h 1731818"/>
                <a:gd name="connsiteX4" fmla="*/ 5264727 w 9518072"/>
                <a:gd name="connsiteY4" fmla="*/ 665017 h 1731818"/>
                <a:gd name="connsiteX5" fmla="*/ 1745672 w 9518072"/>
                <a:gd name="connsiteY5" fmla="*/ 651163 h 1731818"/>
                <a:gd name="connsiteX6" fmla="*/ 1717964 w 9518072"/>
                <a:gd name="connsiteY6" fmla="*/ 1731818 h 1731818"/>
                <a:gd name="connsiteX7" fmla="*/ 152399 w 9518072"/>
                <a:gd name="connsiteY7" fmla="*/ 1634836 h 1731818"/>
                <a:gd name="connsiteX8" fmla="*/ 0 w 9518072"/>
                <a:gd name="connsiteY8" fmla="*/ 0 h 1731818"/>
                <a:gd name="connsiteX0" fmla="*/ 0 w 9518072"/>
                <a:gd name="connsiteY0" fmla="*/ 0 h 1731818"/>
                <a:gd name="connsiteX1" fmla="*/ 9518072 w 9518072"/>
                <a:gd name="connsiteY1" fmla="*/ 13854 h 1731818"/>
                <a:gd name="connsiteX2" fmla="*/ 9518072 w 9518072"/>
                <a:gd name="connsiteY2" fmla="*/ 1122218 h 1731818"/>
                <a:gd name="connsiteX3" fmla="*/ 5278581 w 9518072"/>
                <a:gd name="connsiteY3" fmla="*/ 1662545 h 1731818"/>
                <a:gd name="connsiteX4" fmla="*/ 5264727 w 9518072"/>
                <a:gd name="connsiteY4" fmla="*/ 665017 h 1731818"/>
                <a:gd name="connsiteX5" fmla="*/ 1745672 w 9518072"/>
                <a:gd name="connsiteY5" fmla="*/ 651163 h 1731818"/>
                <a:gd name="connsiteX6" fmla="*/ 1717964 w 9518072"/>
                <a:gd name="connsiteY6" fmla="*/ 1731818 h 1731818"/>
                <a:gd name="connsiteX7" fmla="*/ 152399 w 9518072"/>
                <a:gd name="connsiteY7" fmla="*/ 1634836 h 1731818"/>
                <a:gd name="connsiteX8" fmla="*/ 0 w 9518072"/>
                <a:gd name="connsiteY8" fmla="*/ 0 h 1731818"/>
                <a:gd name="connsiteX0" fmla="*/ 0 w 9518072"/>
                <a:gd name="connsiteY0" fmla="*/ 0 h 1731818"/>
                <a:gd name="connsiteX1" fmla="*/ 9518072 w 9518072"/>
                <a:gd name="connsiteY1" fmla="*/ 13854 h 1731818"/>
                <a:gd name="connsiteX2" fmla="*/ 9518072 w 9518072"/>
                <a:gd name="connsiteY2" fmla="*/ 1122218 h 1731818"/>
                <a:gd name="connsiteX3" fmla="*/ 5278581 w 9518072"/>
                <a:gd name="connsiteY3" fmla="*/ 1662545 h 1731818"/>
                <a:gd name="connsiteX4" fmla="*/ 5264727 w 9518072"/>
                <a:gd name="connsiteY4" fmla="*/ 1482435 h 1731818"/>
                <a:gd name="connsiteX5" fmla="*/ 1745672 w 9518072"/>
                <a:gd name="connsiteY5" fmla="*/ 651163 h 1731818"/>
                <a:gd name="connsiteX6" fmla="*/ 1717964 w 9518072"/>
                <a:gd name="connsiteY6" fmla="*/ 1731818 h 1731818"/>
                <a:gd name="connsiteX7" fmla="*/ 152399 w 9518072"/>
                <a:gd name="connsiteY7" fmla="*/ 1634836 h 1731818"/>
                <a:gd name="connsiteX8" fmla="*/ 0 w 9518072"/>
                <a:gd name="connsiteY8" fmla="*/ 0 h 1731818"/>
                <a:gd name="connsiteX0" fmla="*/ 0 w 9518072"/>
                <a:gd name="connsiteY0" fmla="*/ 0 h 1731818"/>
                <a:gd name="connsiteX1" fmla="*/ 9518072 w 9518072"/>
                <a:gd name="connsiteY1" fmla="*/ 13854 h 1731818"/>
                <a:gd name="connsiteX2" fmla="*/ 9518072 w 9518072"/>
                <a:gd name="connsiteY2" fmla="*/ 1122218 h 1731818"/>
                <a:gd name="connsiteX3" fmla="*/ 5278581 w 9518072"/>
                <a:gd name="connsiteY3" fmla="*/ 1662545 h 1731818"/>
                <a:gd name="connsiteX4" fmla="*/ 5264727 w 9518072"/>
                <a:gd name="connsiteY4" fmla="*/ 1482435 h 1731818"/>
                <a:gd name="connsiteX5" fmla="*/ 1759526 w 9518072"/>
                <a:gd name="connsiteY5" fmla="*/ 1482436 h 1731818"/>
                <a:gd name="connsiteX6" fmla="*/ 1717964 w 9518072"/>
                <a:gd name="connsiteY6" fmla="*/ 1731818 h 1731818"/>
                <a:gd name="connsiteX7" fmla="*/ 152399 w 9518072"/>
                <a:gd name="connsiteY7" fmla="*/ 1634836 h 1731818"/>
                <a:gd name="connsiteX8" fmla="*/ 0 w 9518072"/>
                <a:gd name="connsiteY8" fmla="*/ 0 h 1731818"/>
                <a:gd name="connsiteX0" fmla="*/ 0 w 9518072"/>
                <a:gd name="connsiteY0" fmla="*/ 0 h 1731818"/>
                <a:gd name="connsiteX1" fmla="*/ 9518072 w 9518072"/>
                <a:gd name="connsiteY1" fmla="*/ 13854 h 1731818"/>
                <a:gd name="connsiteX2" fmla="*/ 9518072 w 9518072"/>
                <a:gd name="connsiteY2" fmla="*/ 1122218 h 1731818"/>
                <a:gd name="connsiteX3" fmla="*/ 5278581 w 9518072"/>
                <a:gd name="connsiteY3" fmla="*/ 1662545 h 1731818"/>
                <a:gd name="connsiteX4" fmla="*/ 5306291 w 9518072"/>
                <a:gd name="connsiteY4" fmla="*/ 1510144 h 1731818"/>
                <a:gd name="connsiteX5" fmla="*/ 1759526 w 9518072"/>
                <a:gd name="connsiteY5" fmla="*/ 1482436 h 1731818"/>
                <a:gd name="connsiteX6" fmla="*/ 1717964 w 9518072"/>
                <a:gd name="connsiteY6" fmla="*/ 1731818 h 1731818"/>
                <a:gd name="connsiteX7" fmla="*/ 152399 w 9518072"/>
                <a:gd name="connsiteY7" fmla="*/ 1634836 h 1731818"/>
                <a:gd name="connsiteX8" fmla="*/ 0 w 9518072"/>
                <a:gd name="connsiteY8" fmla="*/ 0 h 1731818"/>
                <a:gd name="connsiteX0" fmla="*/ 0 w 9531927"/>
                <a:gd name="connsiteY0" fmla="*/ 0 h 1925782"/>
                <a:gd name="connsiteX1" fmla="*/ 9518072 w 9531927"/>
                <a:gd name="connsiteY1" fmla="*/ 13854 h 1925782"/>
                <a:gd name="connsiteX2" fmla="*/ 9531927 w 9531927"/>
                <a:gd name="connsiteY2" fmla="*/ 1925782 h 1925782"/>
                <a:gd name="connsiteX3" fmla="*/ 5278581 w 9531927"/>
                <a:gd name="connsiteY3" fmla="*/ 1662545 h 1925782"/>
                <a:gd name="connsiteX4" fmla="*/ 5306291 w 9531927"/>
                <a:gd name="connsiteY4" fmla="*/ 1510144 h 1925782"/>
                <a:gd name="connsiteX5" fmla="*/ 1759526 w 9531927"/>
                <a:gd name="connsiteY5" fmla="*/ 1482436 h 1925782"/>
                <a:gd name="connsiteX6" fmla="*/ 1717964 w 9531927"/>
                <a:gd name="connsiteY6" fmla="*/ 1731818 h 1925782"/>
                <a:gd name="connsiteX7" fmla="*/ 152399 w 9531927"/>
                <a:gd name="connsiteY7" fmla="*/ 1634836 h 1925782"/>
                <a:gd name="connsiteX8" fmla="*/ 0 w 9531927"/>
                <a:gd name="connsiteY8" fmla="*/ 0 h 1925782"/>
                <a:gd name="connsiteX0" fmla="*/ 0 w 9531927"/>
                <a:gd name="connsiteY0" fmla="*/ 0 h 1939636"/>
                <a:gd name="connsiteX1" fmla="*/ 9518072 w 9531927"/>
                <a:gd name="connsiteY1" fmla="*/ 13854 h 1939636"/>
                <a:gd name="connsiteX2" fmla="*/ 9531927 w 9531927"/>
                <a:gd name="connsiteY2" fmla="*/ 1925782 h 1939636"/>
                <a:gd name="connsiteX3" fmla="*/ 5292436 w 9531927"/>
                <a:gd name="connsiteY3" fmla="*/ 1939636 h 1939636"/>
                <a:gd name="connsiteX4" fmla="*/ 5306291 w 9531927"/>
                <a:gd name="connsiteY4" fmla="*/ 1510144 h 1939636"/>
                <a:gd name="connsiteX5" fmla="*/ 1759526 w 9531927"/>
                <a:gd name="connsiteY5" fmla="*/ 1482436 h 1939636"/>
                <a:gd name="connsiteX6" fmla="*/ 1717964 w 9531927"/>
                <a:gd name="connsiteY6" fmla="*/ 1731818 h 1939636"/>
                <a:gd name="connsiteX7" fmla="*/ 152399 w 9531927"/>
                <a:gd name="connsiteY7" fmla="*/ 1634836 h 1939636"/>
                <a:gd name="connsiteX8" fmla="*/ 0 w 9531927"/>
                <a:gd name="connsiteY8" fmla="*/ 0 h 1939636"/>
                <a:gd name="connsiteX0" fmla="*/ 0 w 9531927"/>
                <a:gd name="connsiteY0" fmla="*/ 0 h 1939637"/>
                <a:gd name="connsiteX1" fmla="*/ 9518072 w 9531927"/>
                <a:gd name="connsiteY1" fmla="*/ 13854 h 1939637"/>
                <a:gd name="connsiteX2" fmla="*/ 9531927 w 9531927"/>
                <a:gd name="connsiteY2" fmla="*/ 1925782 h 1939637"/>
                <a:gd name="connsiteX3" fmla="*/ 5292436 w 9531927"/>
                <a:gd name="connsiteY3" fmla="*/ 1939636 h 1939637"/>
                <a:gd name="connsiteX4" fmla="*/ 5306291 w 9531927"/>
                <a:gd name="connsiteY4" fmla="*/ 1510144 h 1939637"/>
                <a:gd name="connsiteX5" fmla="*/ 1759526 w 9531927"/>
                <a:gd name="connsiteY5" fmla="*/ 1482436 h 1939637"/>
                <a:gd name="connsiteX6" fmla="*/ 1704109 w 9531927"/>
                <a:gd name="connsiteY6" fmla="*/ 1939637 h 1939637"/>
                <a:gd name="connsiteX7" fmla="*/ 152399 w 9531927"/>
                <a:gd name="connsiteY7" fmla="*/ 1634836 h 1939637"/>
                <a:gd name="connsiteX8" fmla="*/ 0 w 9531927"/>
                <a:gd name="connsiteY8" fmla="*/ 0 h 1939637"/>
                <a:gd name="connsiteX0" fmla="*/ 96983 w 9628910"/>
                <a:gd name="connsiteY0" fmla="*/ 0 h 1939637"/>
                <a:gd name="connsiteX1" fmla="*/ 9615055 w 9628910"/>
                <a:gd name="connsiteY1" fmla="*/ 13854 h 1939637"/>
                <a:gd name="connsiteX2" fmla="*/ 9628910 w 9628910"/>
                <a:gd name="connsiteY2" fmla="*/ 1925782 h 1939637"/>
                <a:gd name="connsiteX3" fmla="*/ 5389419 w 9628910"/>
                <a:gd name="connsiteY3" fmla="*/ 1939636 h 1939637"/>
                <a:gd name="connsiteX4" fmla="*/ 5403274 w 9628910"/>
                <a:gd name="connsiteY4" fmla="*/ 1510144 h 1939637"/>
                <a:gd name="connsiteX5" fmla="*/ 1856509 w 9628910"/>
                <a:gd name="connsiteY5" fmla="*/ 1482436 h 1939637"/>
                <a:gd name="connsiteX6" fmla="*/ 1801092 w 9628910"/>
                <a:gd name="connsiteY6" fmla="*/ 1939637 h 1939637"/>
                <a:gd name="connsiteX7" fmla="*/ 0 w 9628910"/>
                <a:gd name="connsiteY7" fmla="*/ 1884218 h 1939637"/>
                <a:gd name="connsiteX8" fmla="*/ 96983 w 9628910"/>
                <a:gd name="connsiteY8" fmla="*/ 0 h 1939637"/>
                <a:gd name="connsiteX0" fmla="*/ 96983 w 9628910"/>
                <a:gd name="connsiteY0" fmla="*/ 0 h 1944054"/>
                <a:gd name="connsiteX1" fmla="*/ 9615055 w 9628910"/>
                <a:gd name="connsiteY1" fmla="*/ 13854 h 1944054"/>
                <a:gd name="connsiteX2" fmla="*/ 9628910 w 9628910"/>
                <a:gd name="connsiteY2" fmla="*/ 1925782 h 1944054"/>
                <a:gd name="connsiteX3" fmla="*/ 5349662 w 9628910"/>
                <a:gd name="connsiteY3" fmla="*/ 1944054 h 1944054"/>
                <a:gd name="connsiteX4" fmla="*/ 5403274 w 9628910"/>
                <a:gd name="connsiteY4" fmla="*/ 1510144 h 1944054"/>
                <a:gd name="connsiteX5" fmla="*/ 1856509 w 9628910"/>
                <a:gd name="connsiteY5" fmla="*/ 1482436 h 1944054"/>
                <a:gd name="connsiteX6" fmla="*/ 1801092 w 9628910"/>
                <a:gd name="connsiteY6" fmla="*/ 1939637 h 1944054"/>
                <a:gd name="connsiteX7" fmla="*/ 0 w 9628910"/>
                <a:gd name="connsiteY7" fmla="*/ 1884218 h 1944054"/>
                <a:gd name="connsiteX8" fmla="*/ 96983 w 9628910"/>
                <a:gd name="connsiteY8" fmla="*/ 0 h 1944054"/>
                <a:gd name="connsiteX0" fmla="*/ 96983 w 9628910"/>
                <a:gd name="connsiteY0" fmla="*/ 0 h 1944054"/>
                <a:gd name="connsiteX1" fmla="*/ 9615055 w 9628910"/>
                <a:gd name="connsiteY1" fmla="*/ 13854 h 1944054"/>
                <a:gd name="connsiteX2" fmla="*/ 9628910 w 9628910"/>
                <a:gd name="connsiteY2" fmla="*/ 1925782 h 1944054"/>
                <a:gd name="connsiteX3" fmla="*/ 5349662 w 9628910"/>
                <a:gd name="connsiteY3" fmla="*/ 1944054 h 1944054"/>
                <a:gd name="connsiteX4" fmla="*/ 5341431 w 9628910"/>
                <a:gd name="connsiteY4" fmla="*/ 1505726 h 1944054"/>
                <a:gd name="connsiteX5" fmla="*/ 1856509 w 9628910"/>
                <a:gd name="connsiteY5" fmla="*/ 1482436 h 1944054"/>
                <a:gd name="connsiteX6" fmla="*/ 1801092 w 9628910"/>
                <a:gd name="connsiteY6" fmla="*/ 1939637 h 1944054"/>
                <a:gd name="connsiteX7" fmla="*/ 0 w 9628910"/>
                <a:gd name="connsiteY7" fmla="*/ 1884218 h 1944054"/>
                <a:gd name="connsiteX8" fmla="*/ 96983 w 9628910"/>
                <a:gd name="connsiteY8" fmla="*/ 0 h 1944054"/>
                <a:gd name="connsiteX0" fmla="*/ 96983 w 9628910"/>
                <a:gd name="connsiteY0" fmla="*/ 0 h 1939637"/>
                <a:gd name="connsiteX1" fmla="*/ 9615055 w 9628910"/>
                <a:gd name="connsiteY1" fmla="*/ 13854 h 1939637"/>
                <a:gd name="connsiteX2" fmla="*/ 9628910 w 9628910"/>
                <a:gd name="connsiteY2" fmla="*/ 1925782 h 1939637"/>
                <a:gd name="connsiteX3" fmla="*/ 5848426 w 9628910"/>
                <a:gd name="connsiteY3" fmla="*/ 1500709 h 1939637"/>
                <a:gd name="connsiteX4" fmla="*/ 5341431 w 9628910"/>
                <a:gd name="connsiteY4" fmla="*/ 1505726 h 1939637"/>
                <a:gd name="connsiteX5" fmla="*/ 1856509 w 9628910"/>
                <a:gd name="connsiteY5" fmla="*/ 1482436 h 1939637"/>
                <a:gd name="connsiteX6" fmla="*/ 1801092 w 9628910"/>
                <a:gd name="connsiteY6" fmla="*/ 1939637 h 1939637"/>
                <a:gd name="connsiteX7" fmla="*/ 0 w 9628910"/>
                <a:gd name="connsiteY7" fmla="*/ 1884218 h 1939637"/>
                <a:gd name="connsiteX8" fmla="*/ 96983 w 9628910"/>
                <a:gd name="connsiteY8" fmla="*/ 0 h 1939637"/>
                <a:gd name="connsiteX0" fmla="*/ 96983 w 9615055"/>
                <a:gd name="connsiteY0" fmla="*/ 0 h 1939637"/>
                <a:gd name="connsiteX1" fmla="*/ 9615055 w 9615055"/>
                <a:gd name="connsiteY1" fmla="*/ 13854 h 1939637"/>
                <a:gd name="connsiteX2" fmla="*/ 9545783 w 9615055"/>
                <a:gd name="connsiteY2" fmla="*/ 1510146 h 1939637"/>
                <a:gd name="connsiteX3" fmla="*/ 5848426 w 9615055"/>
                <a:gd name="connsiteY3" fmla="*/ 1500709 h 1939637"/>
                <a:gd name="connsiteX4" fmla="*/ 5341431 w 9615055"/>
                <a:gd name="connsiteY4" fmla="*/ 1505726 h 1939637"/>
                <a:gd name="connsiteX5" fmla="*/ 1856509 w 9615055"/>
                <a:gd name="connsiteY5" fmla="*/ 1482436 h 1939637"/>
                <a:gd name="connsiteX6" fmla="*/ 1801092 w 9615055"/>
                <a:gd name="connsiteY6" fmla="*/ 1939637 h 1939637"/>
                <a:gd name="connsiteX7" fmla="*/ 0 w 9615055"/>
                <a:gd name="connsiteY7" fmla="*/ 1884218 h 1939637"/>
                <a:gd name="connsiteX8" fmla="*/ 96983 w 9615055"/>
                <a:gd name="connsiteY8" fmla="*/ 0 h 1939637"/>
                <a:gd name="connsiteX0" fmla="*/ 96983 w 9615055"/>
                <a:gd name="connsiteY0" fmla="*/ 0 h 1939637"/>
                <a:gd name="connsiteX1" fmla="*/ 9615055 w 9615055"/>
                <a:gd name="connsiteY1" fmla="*/ 13854 h 1939637"/>
                <a:gd name="connsiteX2" fmla="*/ 9545783 w 9615055"/>
                <a:gd name="connsiteY2" fmla="*/ 1510146 h 1939637"/>
                <a:gd name="connsiteX3" fmla="*/ 5848426 w 9615055"/>
                <a:gd name="connsiteY3" fmla="*/ 1500709 h 1939637"/>
                <a:gd name="connsiteX4" fmla="*/ 5826340 w 9615055"/>
                <a:gd name="connsiteY4" fmla="*/ 1006963 h 1939637"/>
                <a:gd name="connsiteX5" fmla="*/ 1856509 w 9615055"/>
                <a:gd name="connsiteY5" fmla="*/ 1482436 h 1939637"/>
                <a:gd name="connsiteX6" fmla="*/ 1801092 w 9615055"/>
                <a:gd name="connsiteY6" fmla="*/ 1939637 h 1939637"/>
                <a:gd name="connsiteX7" fmla="*/ 0 w 9615055"/>
                <a:gd name="connsiteY7" fmla="*/ 1884218 h 1939637"/>
                <a:gd name="connsiteX8" fmla="*/ 96983 w 9615055"/>
                <a:gd name="connsiteY8" fmla="*/ 0 h 1939637"/>
                <a:gd name="connsiteX0" fmla="*/ 96983 w 9615055"/>
                <a:gd name="connsiteY0" fmla="*/ 0 h 1939637"/>
                <a:gd name="connsiteX1" fmla="*/ 9615055 w 9615055"/>
                <a:gd name="connsiteY1" fmla="*/ 13854 h 1939637"/>
                <a:gd name="connsiteX2" fmla="*/ 9545783 w 9615055"/>
                <a:gd name="connsiteY2" fmla="*/ 1510146 h 1939637"/>
                <a:gd name="connsiteX3" fmla="*/ 5848426 w 9615055"/>
                <a:gd name="connsiteY3" fmla="*/ 1500709 h 1939637"/>
                <a:gd name="connsiteX4" fmla="*/ 5826340 w 9615055"/>
                <a:gd name="connsiteY4" fmla="*/ 1006963 h 1939637"/>
                <a:gd name="connsiteX5" fmla="*/ 1856509 w 9615055"/>
                <a:gd name="connsiteY5" fmla="*/ 1066799 h 1939637"/>
                <a:gd name="connsiteX6" fmla="*/ 1801092 w 9615055"/>
                <a:gd name="connsiteY6" fmla="*/ 1939637 h 1939637"/>
                <a:gd name="connsiteX7" fmla="*/ 0 w 9615055"/>
                <a:gd name="connsiteY7" fmla="*/ 1884218 h 1939637"/>
                <a:gd name="connsiteX8" fmla="*/ 96983 w 9615055"/>
                <a:gd name="connsiteY8" fmla="*/ 0 h 1939637"/>
                <a:gd name="connsiteX0" fmla="*/ 96983 w 9615055"/>
                <a:gd name="connsiteY0" fmla="*/ 0 h 1884218"/>
                <a:gd name="connsiteX1" fmla="*/ 9615055 w 9615055"/>
                <a:gd name="connsiteY1" fmla="*/ 13854 h 1884218"/>
                <a:gd name="connsiteX2" fmla="*/ 9545783 w 9615055"/>
                <a:gd name="connsiteY2" fmla="*/ 1510146 h 1884218"/>
                <a:gd name="connsiteX3" fmla="*/ 5848426 w 9615055"/>
                <a:gd name="connsiteY3" fmla="*/ 1500709 h 1884218"/>
                <a:gd name="connsiteX4" fmla="*/ 5826340 w 9615055"/>
                <a:gd name="connsiteY4" fmla="*/ 1006963 h 1884218"/>
                <a:gd name="connsiteX5" fmla="*/ 1856509 w 9615055"/>
                <a:gd name="connsiteY5" fmla="*/ 1066799 h 1884218"/>
                <a:gd name="connsiteX6" fmla="*/ 1814946 w 9615055"/>
                <a:gd name="connsiteY6" fmla="*/ 1814946 h 1884218"/>
                <a:gd name="connsiteX7" fmla="*/ 0 w 9615055"/>
                <a:gd name="connsiteY7" fmla="*/ 1884218 h 1884218"/>
                <a:gd name="connsiteX8" fmla="*/ 96983 w 9615055"/>
                <a:gd name="connsiteY8" fmla="*/ 0 h 1884218"/>
                <a:gd name="connsiteX0" fmla="*/ 96983 w 9615055"/>
                <a:gd name="connsiteY0" fmla="*/ 0 h 1884218"/>
                <a:gd name="connsiteX1" fmla="*/ 9615055 w 9615055"/>
                <a:gd name="connsiteY1" fmla="*/ 13854 h 1884218"/>
                <a:gd name="connsiteX2" fmla="*/ 9545783 w 9615055"/>
                <a:gd name="connsiteY2" fmla="*/ 1510146 h 1884218"/>
                <a:gd name="connsiteX3" fmla="*/ 5848426 w 9615055"/>
                <a:gd name="connsiteY3" fmla="*/ 1500709 h 1884218"/>
                <a:gd name="connsiteX4" fmla="*/ 5833928 w 9615055"/>
                <a:gd name="connsiteY4" fmla="*/ 1063876 h 1884218"/>
                <a:gd name="connsiteX5" fmla="*/ 1856509 w 9615055"/>
                <a:gd name="connsiteY5" fmla="*/ 1066799 h 1884218"/>
                <a:gd name="connsiteX6" fmla="*/ 1814946 w 9615055"/>
                <a:gd name="connsiteY6" fmla="*/ 1814946 h 1884218"/>
                <a:gd name="connsiteX7" fmla="*/ 0 w 9615055"/>
                <a:gd name="connsiteY7" fmla="*/ 1884218 h 1884218"/>
                <a:gd name="connsiteX8" fmla="*/ 96983 w 9615055"/>
                <a:gd name="connsiteY8" fmla="*/ 0 h 1884218"/>
                <a:gd name="connsiteX0" fmla="*/ 96983 w 9615055"/>
                <a:gd name="connsiteY0" fmla="*/ 0 h 1884218"/>
                <a:gd name="connsiteX1" fmla="*/ 9615055 w 9615055"/>
                <a:gd name="connsiteY1" fmla="*/ 13854 h 1884218"/>
                <a:gd name="connsiteX2" fmla="*/ 9545783 w 9615055"/>
                <a:gd name="connsiteY2" fmla="*/ 1510146 h 1884218"/>
                <a:gd name="connsiteX3" fmla="*/ 5787719 w 9615055"/>
                <a:gd name="connsiteY3" fmla="*/ 1504503 h 1884218"/>
                <a:gd name="connsiteX4" fmla="*/ 5833928 w 9615055"/>
                <a:gd name="connsiteY4" fmla="*/ 1063876 h 1884218"/>
                <a:gd name="connsiteX5" fmla="*/ 1856509 w 9615055"/>
                <a:gd name="connsiteY5" fmla="*/ 1066799 h 1884218"/>
                <a:gd name="connsiteX6" fmla="*/ 1814946 w 9615055"/>
                <a:gd name="connsiteY6" fmla="*/ 1814946 h 1884218"/>
                <a:gd name="connsiteX7" fmla="*/ 0 w 9615055"/>
                <a:gd name="connsiteY7" fmla="*/ 1884218 h 1884218"/>
                <a:gd name="connsiteX8" fmla="*/ 96983 w 9615055"/>
                <a:gd name="connsiteY8" fmla="*/ 0 h 1884218"/>
                <a:gd name="connsiteX0" fmla="*/ 96983 w 9615055"/>
                <a:gd name="connsiteY0" fmla="*/ 0 h 1884218"/>
                <a:gd name="connsiteX1" fmla="*/ 9615055 w 9615055"/>
                <a:gd name="connsiteY1" fmla="*/ 13854 h 1884218"/>
                <a:gd name="connsiteX2" fmla="*/ 9545783 w 9615055"/>
                <a:gd name="connsiteY2" fmla="*/ 1510146 h 1884218"/>
                <a:gd name="connsiteX3" fmla="*/ 5787719 w 9615055"/>
                <a:gd name="connsiteY3" fmla="*/ 1504503 h 1884218"/>
                <a:gd name="connsiteX4" fmla="*/ 5788397 w 9615055"/>
                <a:gd name="connsiteY4" fmla="*/ 1063876 h 1884218"/>
                <a:gd name="connsiteX5" fmla="*/ 1856509 w 9615055"/>
                <a:gd name="connsiteY5" fmla="*/ 1066799 h 1884218"/>
                <a:gd name="connsiteX6" fmla="*/ 1814946 w 9615055"/>
                <a:gd name="connsiteY6" fmla="*/ 1814946 h 1884218"/>
                <a:gd name="connsiteX7" fmla="*/ 0 w 9615055"/>
                <a:gd name="connsiteY7" fmla="*/ 1884218 h 1884218"/>
                <a:gd name="connsiteX8" fmla="*/ 96983 w 9615055"/>
                <a:gd name="connsiteY8" fmla="*/ 0 h 1884218"/>
                <a:gd name="connsiteX0" fmla="*/ 96983 w 9615055"/>
                <a:gd name="connsiteY0" fmla="*/ 0 h 1884218"/>
                <a:gd name="connsiteX1" fmla="*/ 9615055 w 9615055"/>
                <a:gd name="connsiteY1" fmla="*/ 13854 h 1884218"/>
                <a:gd name="connsiteX2" fmla="*/ 9545783 w 9615055"/>
                <a:gd name="connsiteY2" fmla="*/ 1510146 h 1884218"/>
                <a:gd name="connsiteX3" fmla="*/ 5787719 w 9615055"/>
                <a:gd name="connsiteY3" fmla="*/ 1504503 h 1884218"/>
                <a:gd name="connsiteX4" fmla="*/ 5792191 w 9615055"/>
                <a:gd name="connsiteY4" fmla="*/ 1060082 h 1884218"/>
                <a:gd name="connsiteX5" fmla="*/ 1856509 w 9615055"/>
                <a:gd name="connsiteY5" fmla="*/ 1066799 h 1884218"/>
                <a:gd name="connsiteX6" fmla="*/ 1814946 w 9615055"/>
                <a:gd name="connsiteY6" fmla="*/ 1814946 h 1884218"/>
                <a:gd name="connsiteX7" fmla="*/ 0 w 9615055"/>
                <a:gd name="connsiteY7" fmla="*/ 1884218 h 1884218"/>
                <a:gd name="connsiteX8" fmla="*/ 96983 w 9615055"/>
                <a:gd name="connsiteY8" fmla="*/ 0 h 1884218"/>
                <a:gd name="connsiteX0" fmla="*/ 96983 w 9615055"/>
                <a:gd name="connsiteY0" fmla="*/ 0 h 1884218"/>
                <a:gd name="connsiteX1" fmla="*/ 9615055 w 9615055"/>
                <a:gd name="connsiteY1" fmla="*/ 13854 h 1884218"/>
                <a:gd name="connsiteX2" fmla="*/ 9545783 w 9615055"/>
                <a:gd name="connsiteY2" fmla="*/ 1510146 h 1884218"/>
                <a:gd name="connsiteX3" fmla="*/ 5787719 w 9615055"/>
                <a:gd name="connsiteY3" fmla="*/ 1504503 h 1884218"/>
                <a:gd name="connsiteX4" fmla="*/ 5792191 w 9615055"/>
                <a:gd name="connsiteY4" fmla="*/ 1060082 h 1884218"/>
                <a:gd name="connsiteX5" fmla="*/ 1829949 w 9615055"/>
                <a:gd name="connsiteY5" fmla="*/ 1063004 h 1884218"/>
                <a:gd name="connsiteX6" fmla="*/ 1814946 w 9615055"/>
                <a:gd name="connsiteY6" fmla="*/ 1814946 h 1884218"/>
                <a:gd name="connsiteX7" fmla="*/ 0 w 9615055"/>
                <a:gd name="connsiteY7" fmla="*/ 1884218 h 1884218"/>
                <a:gd name="connsiteX8" fmla="*/ 96983 w 9615055"/>
                <a:gd name="connsiteY8" fmla="*/ 0 h 1884218"/>
                <a:gd name="connsiteX0" fmla="*/ 96983 w 9615055"/>
                <a:gd name="connsiteY0" fmla="*/ 0 h 1884218"/>
                <a:gd name="connsiteX1" fmla="*/ 9615055 w 9615055"/>
                <a:gd name="connsiteY1" fmla="*/ 13854 h 1884218"/>
                <a:gd name="connsiteX2" fmla="*/ 9545783 w 9615055"/>
                <a:gd name="connsiteY2" fmla="*/ 1510146 h 1884218"/>
                <a:gd name="connsiteX3" fmla="*/ 5787719 w 9615055"/>
                <a:gd name="connsiteY3" fmla="*/ 1504503 h 1884218"/>
                <a:gd name="connsiteX4" fmla="*/ 5792191 w 9615055"/>
                <a:gd name="connsiteY4" fmla="*/ 1060082 h 1884218"/>
                <a:gd name="connsiteX5" fmla="*/ 1829949 w 9615055"/>
                <a:gd name="connsiteY5" fmla="*/ 1063004 h 1884218"/>
                <a:gd name="connsiteX6" fmla="*/ 1837712 w 9615055"/>
                <a:gd name="connsiteY6" fmla="*/ 1814946 h 1884218"/>
                <a:gd name="connsiteX7" fmla="*/ 0 w 9615055"/>
                <a:gd name="connsiteY7" fmla="*/ 1884218 h 1884218"/>
                <a:gd name="connsiteX8" fmla="*/ 96983 w 9615055"/>
                <a:gd name="connsiteY8" fmla="*/ 0 h 1884218"/>
                <a:gd name="connsiteX0" fmla="*/ 96983 w 9615055"/>
                <a:gd name="connsiteY0" fmla="*/ 0 h 1884218"/>
                <a:gd name="connsiteX1" fmla="*/ 9615055 w 9615055"/>
                <a:gd name="connsiteY1" fmla="*/ 13854 h 1884218"/>
                <a:gd name="connsiteX2" fmla="*/ 9545783 w 9615055"/>
                <a:gd name="connsiteY2" fmla="*/ 1510146 h 1884218"/>
                <a:gd name="connsiteX3" fmla="*/ 5787719 w 9615055"/>
                <a:gd name="connsiteY3" fmla="*/ 1504503 h 1884218"/>
                <a:gd name="connsiteX4" fmla="*/ 5792191 w 9615055"/>
                <a:gd name="connsiteY4" fmla="*/ 1060082 h 1884218"/>
                <a:gd name="connsiteX5" fmla="*/ 1829949 w 9615055"/>
                <a:gd name="connsiteY5" fmla="*/ 1063004 h 1884218"/>
                <a:gd name="connsiteX6" fmla="*/ 1826330 w 9615055"/>
                <a:gd name="connsiteY6" fmla="*/ 1818740 h 1884218"/>
                <a:gd name="connsiteX7" fmla="*/ 0 w 9615055"/>
                <a:gd name="connsiteY7" fmla="*/ 1884218 h 1884218"/>
                <a:gd name="connsiteX8" fmla="*/ 96983 w 9615055"/>
                <a:gd name="connsiteY8" fmla="*/ 0 h 1884218"/>
                <a:gd name="connsiteX0" fmla="*/ 96983 w 9615055"/>
                <a:gd name="connsiteY0" fmla="*/ 0 h 1884218"/>
                <a:gd name="connsiteX1" fmla="*/ 9615055 w 9615055"/>
                <a:gd name="connsiteY1" fmla="*/ 13854 h 1884218"/>
                <a:gd name="connsiteX2" fmla="*/ 9545783 w 9615055"/>
                <a:gd name="connsiteY2" fmla="*/ 1510146 h 1884218"/>
                <a:gd name="connsiteX3" fmla="*/ 5787719 w 9615055"/>
                <a:gd name="connsiteY3" fmla="*/ 1504503 h 1884218"/>
                <a:gd name="connsiteX4" fmla="*/ 5792191 w 9615055"/>
                <a:gd name="connsiteY4" fmla="*/ 1060082 h 1884218"/>
                <a:gd name="connsiteX5" fmla="*/ 1829949 w 9615055"/>
                <a:gd name="connsiteY5" fmla="*/ 1063004 h 1884218"/>
                <a:gd name="connsiteX6" fmla="*/ 1826330 w 9615055"/>
                <a:gd name="connsiteY6" fmla="*/ 1818740 h 1884218"/>
                <a:gd name="connsiteX7" fmla="*/ 0 w 9615055"/>
                <a:gd name="connsiteY7" fmla="*/ 1884218 h 1884218"/>
                <a:gd name="connsiteX8" fmla="*/ 96983 w 9615055"/>
                <a:gd name="connsiteY8" fmla="*/ 0 h 18842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615055" h="1884218">
                  <a:moveTo>
                    <a:pt x="96983" y="0"/>
                  </a:moveTo>
                  <a:lnTo>
                    <a:pt x="9615055" y="13854"/>
                  </a:lnTo>
                  <a:lnTo>
                    <a:pt x="9545783" y="1510146"/>
                  </a:lnTo>
                  <a:lnTo>
                    <a:pt x="5787719" y="1504503"/>
                  </a:lnTo>
                  <a:cubicBezTo>
                    <a:pt x="5789210" y="1356363"/>
                    <a:pt x="5790700" y="1208222"/>
                    <a:pt x="5792191" y="1060082"/>
                  </a:cubicBezTo>
                  <a:lnTo>
                    <a:pt x="1829949" y="1063004"/>
                  </a:lnTo>
                  <a:cubicBezTo>
                    <a:pt x="1832537" y="1313651"/>
                    <a:pt x="1835125" y="1571887"/>
                    <a:pt x="1826330" y="1818740"/>
                  </a:cubicBezTo>
                  <a:lnTo>
                    <a:pt x="0" y="1884218"/>
                  </a:lnTo>
                  <a:lnTo>
                    <a:pt x="96983" y="0"/>
                  </a:lnTo>
                  <a:close/>
                </a:path>
              </a:pathLst>
            </a:custGeom>
            <a:solidFill>
              <a:schemeClr val="bg1">
                <a:alpha val="8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9" name="Rectangle 8">
              <a:extLst>
                <a:ext uri="{FF2B5EF4-FFF2-40B4-BE49-F238E27FC236}">
                  <a16:creationId xmlns:a16="http://schemas.microsoft.com/office/drawing/2014/main" id="{1470E4B3-DFDA-4D4A-93DD-AEAF7A1D9F63}"/>
                </a:ext>
              </a:extLst>
            </p:cNvPr>
            <p:cNvSpPr/>
            <p:nvPr/>
          </p:nvSpPr>
          <p:spPr>
            <a:xfrm>
              <a:off x="2299855" y="4764472"/>
              <a:ext cx="8118764" cy="1343892"/>
            </a:xfrm>
            <a:prstGeom prst="rect">
              <a:avLst/>
            </a:prstGeom>
            <a:solidFill>
              <a:schemeClr val="bg1">
                <a:alpha val="8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2" name="Freeform 31">
              <a:extLst>
                <a:ext uri="{FF2B5EF4-FFF2-40B4-BE49-F238E27FC236}">
                  <a16:creationId xmlns:a16="http://schemas.microsoft.com/office/drawing/2014/main" id="{EA85C68C-577E-304A-9FB5-077E1B7756F7}"/>
                </a:ext>
              </a:extLst>
            </p:cNvPr>
            <p:cNvSpPr/>
            <p:nvPr/>
          </p:nvSpPr>
          <p:spPr>
            <a:xfrm flipV="1">
              <a:off x="900546" y="5915892"/>
              <a:ext cx="9531927" cy="942108"/>
            </a:xfrm>
            <a:custGeom>
              <a:avLst/>
              <a:gdLst>
                <a:gd name="connsiteX0" fmla="*/ 110837 w 9628909"/>
                <a:gd name="connsiteY0" fmla="*/ 0 h 1136073"/>
                <a:gd name="connsiteX1" fmla="*/ 9628909 w 9628909"/>
                <a:gd name="connsiteY1" fmla="*/ 13854 h 1136073"/>
                <a:gd name="connsiteX2" fmla="*/ 9628909 w 9628909"/>
                <a:gd name="connsiteY2" fmla="*/ 1122218 h 1136073"/>
                <a:gd name="connsiteX3" fmla="*/ 5334000 w 9628909"/>
                <a:gd name="connsiteY3" fmla="*/ 1136073 h 1136073"/>
                <a:gd name="connsiteX4" fmla="*/ 5320146 w 9628909"/>
                <a:gd name="connsiteY4" fmla="*/ 651163 h 1136073"/>
                <a:gd name="connsiteX5" fmla="*/ 1856509 w 9628909"/>
                <a:gd name="connsiteY5" fmla="*/ 651163 h 1136073"/>
                <a:gd name="connsiteX6" fmla="*/ 1870364 w 9628909"/>
                <a:gd name="connsiteY6" fmla="*/ 1122218 h 1136073"/>
                <a:gd name="connsiteX7" fmla="*/ 0 w 9628909"/>
                <a:gd name="connsiteY7" fmla="*/ 1080654 h 1136073"/>
                <a:gd name="connsiteX8" fmla="*/ 110837 w 9628909"/>
                <a:gd name="connsiteY8" fmla="*/ 0 h 1136073"/>
                <a:gd name="connsiteX0" fmla="*/ 110837 w 9628909"/>
                <a:gd name="connsiteY0" fmla="*/ 0 h 1122218"/>
                <a:gd name="connsiteX1" fmla="*/ 9628909 w 9628909"/>
                <a:gd name="connsiteY1" fmla="*/ 13854 h 1122218"/>
                <a:gd name="connsiteX2" fmla="*/ 9628909 w 9628909"/>
                <a:gd name="connsiteY2" fmla="*/ 1122218 h 1122218"/>
                <a:gd name="connsiteX3" fmla="*/ 5389418 w 9628909"/>
                <a:gd name="connsiteY3" fmla="*/ 1108364 h 1122218"/>
                <a:gd name="connsiteX4" fmla="*/ 5320146 w 9628909"/>
                <a:gd name="connsiteY4" fmla="*/ 651163 h 1122218"/>
                <a:gd name="connsiteX5" fmla="*/ 1856509 w 9628909"/>
                <a:gd name="connsiteY5" fmla="*/ 651163 h 1122218"/>
                <a:gd name="connsiteX6" fmla="*/ 1870364 w 9628909"/>
                <a:gd name="connsiteY6" fmla="*/ 1122218 h 1122218"/>
                <a:gd name="connsiteX7" fmla="*/ 0 w 9628909"/>
                <a:gd name="connsiteY7" fmla="*/ 1080654 h 1122218"/>
                <a:gd name="connsiteX8" fmla="*/ 110837 w 9628909"/>
                <a:gd name="connsiteY8" fmla="*/ 0 h 1122218"/>
                <a:gd name="connsiteX0" fmla="*/ 110837 w 9628909"/>
                <a:gd name="connsiteY0" fmla="*/ 0 h 1122218"/>
                <a:gd name="connsiteX1" fmla="*/ 9628909 w 9628909"/>
                <a:gd name="connsiteY1" fmla="*/ 13854 h 1122218"/>
                <a:gd name="connsiteX2" fmla="*/ 9628909 w 9628909"/>
                <a:gd name="connsiteY2" fmla="*/ 1122218 h 1122218"/>
                <a:gd name="connsiteX3" fmla="*/ 5389418 w 9628909"/>
                <a:gd name="connsiteY3" fmla="*/ 1108364 h 1122218"/>
                <a:gd name="connsiteX4" fmla="*/ 5375564 w 9628909"/>
                <a:gd name="connsiteY4" fmla="*/ 665017 h 1122218"/>
                <a:gd name="connsiteX5" fmla="*/ 1856509 w 9628909"/>
                <a:gd name="connsiteY5" fmla="*/ 651163 h 1122218"/>
                <a:gd name="connsiteX6" fmla="*/ 1870364 w 9628909"/>
                <a:gd name="connsiteY6" fmla="*/ 1122218 h 1122218"/>
                <a:gd name="connsiteX7" fmla="*/ 0 w 9628909"/>
                <a:gd name="connsiteY7" fmla="*/ 1080654 h 1122218"/>
                <a:gd name="connsiteX8" fmla="*/ 110837 w 9628909"/>
                <a:gd name="connsiteY8" fmla="*/ 0 h 1122218"/>
                <a:gd name="connsiteX0" fmla="*/ 110837 w 9628909"/>
                <a:gd name="connsiteY0" fmla="*/ 0 h 1122218"/>
                <a:gd name="connsiteX1" fmla="*/ 9628909 w 9628909"/>
                <a:gd name="connsiteY1" fmla="*/ 13854 h 1122218"/>
                <a:gd name="connsiteX2" fmla="*/ 9628909 w 9628909"/>
                <a:gd name="connsiteY2" fmla="*/ 1122218 h 1122218"/>
                <a:gd name="connsiteX3" fmla="*/ 5389418 w 9628909"/>
                <a:gd name="connsiteY3" fmla="*/ 1108364 h 1122218"/>
                <a:gd name="connsiteX4" fmla="*/ 5417128 w 9628909"/>
                <a:gd name="connsiteY4" fmla="*/ 665017 h 1122218"/>
                <a:gd name="connsiteX5" fmla="*/ 1856509 w 9628909"/>
                <a:gd name="connsiteY5" fmla="*/ 651163 h 1122218"/>
                <a:gd name="connsiteX6" fmla="*/ 1870364 w 9628909"/>
                <a:gd name="connsiteY6" fmla="*/ 1122218 h 1122218"/>
                <a:gd name="connsiteX7" fmla="*/ 0 w 9628909"/>
                <a:gd name="connsiteY7" fmla="*/ 1080654 h 1122218"/>
                <a:gd name="connsiteX8" fmla="*/ 110837 w 9628909"/>
                <a:gd name="connsiteY8" fmla="*/ 0 h 1122218"/>
                <a:gd name="connsiteX0" fmla="*/ 110837 w 9628909"/>
                <a:gd name="connsiteY0" fmla="*/ 0 h 1122218"/>
                <a:gd name="connsiteX1" fmla="*/ 9628909 w 9628909"/>
                <a:gd name="connsiteY1" fmla="*/ 13854 h 1122218"/>
                <a:gd name="connsiteX2" fmla="*/ 9628909 w 9628909"/>
                <a:gd name="connsiteY2" fmla="*/ 1122218 h 1122218"/>
                <a:gd name="connsiteX3" fmla="*/ 5430982 w 9628909"/>
                <a:gd name="connsiteY3" fmla="*/ 1094510 h 1122218"/>
                <a:gd name="connsiteX4" fmla="*/ 5417128 w 9628909"/>
                <a:gd name="connsiteY4" fmla="*/ 665017 h 1122218"/>
                <a:gd name="connsiteX5" fmla="*/ 1856509 w 9628909"/>
                <a:gd name="connsiteY5" fmla="*/ 651163 h 1122218"/>
                <a:gd name="connsiteX6" fmla="*/ 1870364 w 9628909"/>
                <a:gd name="connsiteY6" fmla="*/ 1122218 h 1122218"/>
                <a:gd name="connsiteX7" fmla="*/ 0 w 9628909"/>
                <a:gd name="connsiteY7" fmla="*/ 1080654 h 1122218"/>
                <a:gd name="connsiteX8" fmla="*/ 110837 w 9628909"/>
                <a:gd name="connsiteY8" fmla="*/ 0 h 1122218"/>
                <a:gd name="connsiteX0" fmla="*/ 110837 w 9628909"/>
                <a:gd name="connsiteY0" fmla="*/ 0 h 1122218"/>
                <a:gd name="connsiteX1" fmla="*/ 9628909 w 9628909"/>
                <a:gd name="connsiteY1" fmla="*/ 13854 h 1122218"/>
                <a:gd name="connsiteX2" fmla="*/ 9628909 w 9628909"/>
                <a:gd name="connsiteY2" fmla="*/ 1122218 h 1122218"/>
                <a:gd name="connsiteX3" fmla="*/ 5430982 w 9628909"/>
                <a:gd name="connsiteY3" fmla="*/ 1094510 h 1122218"/>
                <a:gd name="connsiteX4" fmla="*/ 5417128 w 9628909"/>
                <a:gd name="connsiteY4" fmla="*/ 665017 h 1122218"/>
                <a:gd name="connsiteX5" fmla="*/ 1884218 w 9628909"/>
                <a:gd name="connsiteY5" fmla="*/ 138545 h 1122218"/>
                <a:gd name="connsiteX6" fmla="*/ 1870364 w 9628909"/>
                <a:gd name="connsiteY6" fmla="*/ 1122218 h 1122218"/>
                <a:gd name="connsiteX7" fmla="*/ 0 w 9628909"/>
                <a:gd name="connsiteY7" fmla="*/ 1080654 h 1122218"/>
                <a:gd name="connsiteX8" fmla="*/ 110837 w 9628909"/>
                <a:gd name="connsiteY8" fmla="*/ 0 h 1122218"/>
                <a:gd name="connsiteX0" fmla="*/ 110837 w 9628909"/>
                <a:gd name="connsiteY0" fmla="*/ 0 h 1122218"/>
                <a:gd name="connsiteX1" fmla="*/ 9628909 w 9628909"/>
                <a:gd name="connsiteY1" fmla="*/ 13854 h 1122218"/>
                <a:gd name="connsiteX2" fmla="*/ 9628909 w 9628909"/>
                <a:gd name="connsiteY2" fmla="*/ 1122218 h 1122218"/>
                <a:gd name="connsiteX3" fmla="*/ 5430982 w 9628909"/>
                <a:gd name="connsiteY3" fmla="*/ 1094510 h 1122218"/>
                <a:gd name="connsiteX4" fmla="*/ 5430982 w 9628909"/>
                <a:gd name="connsiteY4" fmla="*/ 207817 h 1122218"/>
                <a:gd name="connsiteX5" fmla="*/ 1884218 w 9628909"/>
                <a:gd name="connsiteY5" fmla="*/ 138545 h 1122218"/>
                <a:gd name="connsiteX6" fmla="*/ 1870364 w 9628909"/>
                <a:gd name="connsiteY6" fmla="*/ 1122218 h 1122218"/>
                <a:gd name="connsiteX7" fmla="*/ 0 w 9628909"/>
                <a:gd name="connsiteY7" fmla="*/ 1080654 h 1122218"/>
                <a:gd name="connsiteX8" fmla="*/ 110837 w 9628909"/>
                <a:gd name="connsiteY8" fmla="*/ 0 h 1122218"/>
                <a:gd name="connsiteX0" fmla="*/ 110837 w 9628909"/>
                <a:gd name="connsiteY0" fmla="*/ 0 h 1122218"/>
                <a:gd name="connsiteX1" fmla="*/ 9628909 w 9628909"/>
                <a:gd name="connsiteY1" fmla="*/ 13854 h 1122218"/>
                <a:gd name="connsiteX2" fmla="*/ 9628909 w 9628909"/>
                <a:gd name="connsiteY2" fmla="*/ 1122218 h 1122218"/>
                <a:gd name="connsiteX3" fmla="*/ 5417127 w 9628909"/>
                <a:gd name="connsiteY3" fmla="*/ 692728 h 1122218"/>
                <a:gd name="connsiteX4" fmla="*/ 5430982 w 9628909"/>
                <a:gd name="connsiteY4" fmla="*/ 207817 h 1122218"/>
                <a:gd name="connsiteX5" fmla="*/ 1884218 w 9628909"/>
                <a:gd name="connsiteY5" fmla="*/ 138545 h 1122218"/>
                <a:gd name="connsiteX6" fmla="*/ 1870364 w 9628909"/>
                <a:gd name="connsiteY6" fmla="*/ 1122218 h 1122218"/>
                <a:gd name="connsiteX7" fmla="*/ 0 w 9628909"/>
                <a:gd name="connsiteY7" fmla="*/ 1080654 h 1122218"/>
                <a:gd name="connsiteX8" fmla="*/ 110837 w 9628909"/>
                <a:gd name="connsiteY8" fmla="*/ 0 h 1122218"/>
                <a:gd name="connsiteX0" fmla="*/ 110837 w 9628909"/>
                <a:gd name="connsiteY0" fmla="*/ 0 h 1122218"/>
                <a:gd name="connsiteX1" fmla="*/ 9628909 w 9628909"/>
                <a:gd name="connsiteY1" fmla="*/ 13854 h 1122218"/>
                <a:gd name="connsiteX2" fmla="*/ 9628909 w 9628909"/>
                <a:gd name="connsiteY2" fmla="*/ 665018 h 1122218"/>
                <a:gd name="connsiteX3" fmla="*/ 5417127 w 9628909"/>
                <a:gd name="connsiteY3" fmla="*/ 692728 h 1122218"/>
                <a:gd name="connsiteX4" fmla="*/ 5430982 w 9628909"/>
                <a:gd name="connsiteY4" fmla="*/ 207817 h 1122218"/>
                <a:gd name="connsiteX5" fmla="*/ 1884218 w 9628909"/>
                <a:gd name="connsiteY5" fmla="*/ 138545 h 1122218"/>
                <a:gd name="connsiteX6" fmla="*/ 1870364 w 9628909"/>
                <a:gd name="connsiteY6" fmla="*/ 1122218 h 1122218"/>
                <a:gd name="connsiteX7" fmla="*/ 0 w 9628909"/>
                <a:gd name="connsiteY7" fmla="*/ 1080654 h 1122218"/>
                <a:gd name="connsiteX8" fmla="*/ 110837 w 9628909"/>
                <a:gd name="connsiteY8" fmla="*/ 0 h 1122218"/>
                <a:gd name="connsiteX0" fmla="*/ 110837 w 9628909"/>
                <a:gd name="connsiteY0" fmla="*/ 0 h 1080654"/>
                <a:gd name="connsiteX1" fmla="*/ 9628909 w 9628909"/>
                <a:gd name="connsiteY1" fmla="*/ 13854 h 1080654"/>
                <a:gd name="connsiteX2" fmla="*/ 9628909 w 9628909"/>
                <a:gd name="connsiteY2" fmla="*/ 665018 h 1080654"/>
                <a:gd name="connsiteX3" fmla="*/ 5417127 w 9628909"/>
                <a:gd name="connsiteY3" fmla="*/ 692728 h 1080654"/>
                <a:gd name="connsiteX4" fmla="*/ 5430982 w 9628909"/>
                <a:gd name="connsiteY4" fmla="*/ 207817 h 1080654"/>
                <a:gd name="connsiteX5" fmla="*/ 1884218 w 9628909"/>
                <a:gd name="connsiteY5" fmla="*/ 138545 h 1080654"/>
                <a:gd name="connsiteX6" fmla="*/ 1884219 w 9628909"/>
                <a:gd name="connsiteY6" fmla="*/ 665018 h 1080654"/>
                <a:gd name="connsiteX7" fmla="*/ 0 w 9628909"/>
                <a:gd name="connsiteY7" fmla="*/ 1080654 h 1080654"/>
                <a:gd name="connsiteX8" fmla="*/ 110837 w 9628909"/>
                <a:gd name="connsiteY8" fmla="*/ 0 h 1080654"/>
                <a:gd name="connsiteX0" fmla="*/ 69274 w 9587346"/>
                <a:gd name="connsiteY0" fmla="*/ 0 h 692728"/>
                <a:gd name="connsiteX1" fmla="*/ 9587346 w 9587346"/>
                <a:gd name="connsiteY1" fmla="*/ 13854 h 692728"/>
                <a:gd name="connsiteX2" fmla="*/ 9587346 w 9587346"/>
                <a:gd name="connsiteY2" fmla="*/ 665018 h 692728"/>
                <a:gd name="connsiteX3" fmla="*/ 5375564 w 9587346"/>
                <a:gd name="connsiteY3" fmla="*/ 692728 h 692728"/>
                <a:gd name="connsiteX4" fmla="*/ 5389419 w 9587346"/>
                <a:gd name="connsiteY4" fmla="*/ 207817 h 692728"/>
                <a:gd name="connsiteX5" fmla="*/ 1842655 w 9587346"/>
                <a:gd name="connsiteY5" fmla="*/ 138545 h 692728"/>
                <a:gd name="connsiteX6" fmla="*/ 1842656 w 9587346"/>
                <a:gd name="connsiteY6" fmla="*/ 665018 h 692728"/>
                <a:gd name="connsiteX7" fmla="*/ 0 w 9587346"/>
                <a:gd name="connsiteY7" fmla="*/ 526472 h 692728"/>
                <a:gd name="connsiteX8" fmla="*/ 69274 w 9587346"/>
                <a:gd name="connsiteY8" fmla="*/ 0 h 692728"/>
                <a:gd name="connsiteX0" fmla="*/ 13855 w 9531927"/>
                <a:gd name="connsiteY0" fmla="*/ 0 h 942108"/>
                <a:gd name="connsiteX1" fmla="*/ 9531927 w 9531927"/>
                <a:gd name="connsiteY1" fmla="*/ 13854 h 942108"/>
                <a:gd name="connsiteX2" fmla="*/ 9531927 w 9531927"/>
                <a:gd name="connsiteY2" fmla="*/ 665018 h 942108"/>
                <a:gd name="connsiteX3" fmla="*/ 5320145 w 9531927"/>
                <a:gd name="connsiteY3" fmla="*/ 692728 h 942108"/>
                <a:gd name="connsiteX4" fmla="*/ 5334000 w 9531927"/>
                <a:gd name="connsiteY4" fmla="*/ 207817 h 942108"/>
                <a:gd name="connsiteX5" fmla="*/ 1787236 w 9531927"/>
                <a:gd name="connsiteY5" fmla="*/ 138545 h 942108"/>
                <a:gd name="connsiteX6" fmla="*/ 1787237 w 9531927"/>
                <a:gd name="connsiteY6" fmla="*/ 665018 h 942108"/>
                <a:gd name="connsiteX7" fmla="*/ 0 w 9531927"/>
                <a:gd name="connsiteY7" fmla="*/ 942108 h 942108"/>
                <a:gd name="connsiteX8" fmla="*/ 13855 w 9531927"/>
                <a:gd name="connsiteY8" fmla="*/ 0 h 942108"/>
                <a:gd name="connsiteX0" fmla="*/ 13855 w 9531927"/>
                <a:gd name="connsiteY0" fmla="*/ 0 h 942108"/>
                <a:gd name="connsiteX1" fmla="*/ 9531927 w 9531927"/>
                <a:gd name="connsiteY1" fmla="*/ 13854 h 942108"/>
                <a:gd name="connsiteX2" fmla="*/ 9531927 w 9531927"/>
                <a:gd name="connsiteY2" fmla="*/ 665018 h 942108"/>
                <a:gd name="connsiteX3" fmla="*/ 5320145 w 9531927"/>
                <a:gd name="connsiteY3" fmla="*/ 692728 h 942108"/>
                <a:gd name="connsiteX4" fmla="*/ 5334000 w 9531927"/>
                <a:gd name="connsiteY4" fmla="*/ 207817 h 942108"/>
                <a:gd name="connsiteX5" fmla="*/ 1787236 w 9531927"/>
                <a:gd name="connsiteY5" fmla="*/ 138545 h 942108"/>
                <a:gd name="connsiteX6" fmla="*/ 1759528 w 9531927"/>
                <a:gd name="connsiteY6" fmla="*/ 748145 h 942108"/>
                <a:gd name="connsiteX7" fmla="*/ 0 w 9531927"/>
                <a:gd name="connsiteY7" fmla="*/ 942108 h 942108"/>
                <a:gd name="connsiteX8" fmla="*/ 13855 w 9531927"/>
                <a:gd name="connsiteY8" fmla="*/ 0 h 942108"/>
                <a:gd name="connsiteX0" fmla="*/ 13855 w 9531927"/>
                <a:gd name="connsiteY0" fmla="*/ 0 h 942108"/>
                <a:gd name="connsiteX1" fmla="*/ 9531927 w 9531927"/>
                <a:gd name="connsiteY1" fmla="*/ 13854 h 942108"/>
                <a:gd name="connsiteX2" fmla="*/ 9531927 w 9531927"/>
                <a:gd name="connsiteY2" fmla="*/ 665018 h 942108"/>
                <a:gd name="connsiteX3" fmla="*/ 5320145 w 9531927"/>
                <a:gd name="connsiteY3" fmla="*/ 692728 h 942108"/>
                <a:gd name="connsiteX4" fmla="*/ 5334000 w 9531927"/>
                <a:gd name="connsiteY4" fmla="*/ 207817 h 942108"/>
                <a:gd name="connsiteX5" fmla="*/ 1787236 w 9531927"/>
                <a:gd name="connsiteY5" fmla="*/ 138545 h 942108"/>
                <a:gd name="connsiteX6" fmla="*/ 1759528 w 9531927"/>
                <a:gd name="connsiteY6" fmla="*/ 886691 h 942108"/>
                <a:gd name="connsiteX7" fmla="*/ 0 w 9531927"/>
                <a:gd name="connsiteY7" fmla="*/ 942108 h 942108"/>
                <a:gd name="connsiteX8" fmla="*/ 13855 w 9531927"/>
                <a:gd name="connsiteY8" fmla="*/ 0 h 942108"/>
                <a:gd name="connsiteX0" fmla="*/ 13855 w 9531927"/>
                <a:gd name="connsiteY0" fmla="*/ 0 h 942108"/>
                <a:gd name="connsiteX1" fmla="*/ 9531927 w 9531927"/>
                <a:gd name="connsiteY1" fmla="*/ 13854 h 942108"/>
                <a:gd name="connsiteX2" fmla="*/ 9531927 w 9531927"/>
                <a:gd name="connsiteY2" fmla="*/ 665018 h 942108"/>
                <a:gd name="connsiteX3" fmla="*/ 5320145 w 9531927"/>
                <a:gd name="connsiteY3" fmla="*/ 692728 h 942108"/>
                <a:gd name="connsiteX4" fmla="*/ 5334000 w 9531927"/>
                <a:gd name="connsiteY4" fmla="*/ 207817 h 942108"/>
                <a:gd name="connsiteX5" fmla="*/ 1717964 w 9531927"/>
                <a:gd name="connsiteY5" fmla="*/ 221672 h 942108"/>
                <a:gd name="connsiteX6" fmla="*/ 1759528 w 9531927"/>
                <a:gd name="connsiteY6" fmla="*/ 886691 h 942108"/>
                <a:gd name="connsiteX7" fmla="*/ 0 w 9531927"/>
                <a:gd name="connsiteY7" fmla="*/ 942108 h 942108"/>
                <a:gd name="connsiteX8" fmla="*/ 13855 w 9531927"/>
                <a:gd name="connsiteY8" fmla="*/ 0 h 942108"/>
                <a:gd name="connsiteX0" fmla="*/ 13855 w 9531927"/>
                <a:gd name="connsiteY0" fmla="*/ 0 h 942108"/>
                <a:gd name="connsiteX1" fmla="*/ 9531927 w 9531927"/>
                <a:gd name="connsiteY1" fmla="*/ 13854 h 942108"/>
                <a:gd name="connsiteX2" fmla="*/ 9531927 w 9531927"/>
                <a:gd name="connsiteY2" fmla="*/ 665018 h 942108"/>
                <a:gd name="connsiteX3" fmla="*/ 5289224 w 9531927"/>
                <a:gd name="connsiteY3" fmla="*/ 652972 h 942108"/>
                <a:gd name="connsiteX4" fmla="*/ 5334000 w 9531927"/>
                <a:gd name="connsiteY4" fmla="*/ 207817 h 942108"/>
                <a:gd name="connsiteX5" fmla="*/ 1717964 w 9531927"/>
                <a:gd name="connsiteY5" fmla="*/ 221672 h 942108"/>
                <a:gd name="connsiteX6" fmla="*/ 1759528 w 9531927"/>
                <a:gd name="connsiteY6" fmla="*/ 886691 h 942108"/>
                <a:gd name="connsiteX7" fmla="*/ 0 w 9531927"/>
                <a:gd name="connsiteY7" fmla="*/ 942108 h 942108"/>
                <a:gd name="connsiteX8" fmla="*/ 13855 w 9531927"/>
                <a:gd name="connsiteY8" fmla="*/ 0 h 942108"/>
                <a:gd name="connsiteX0" fmla="*/ 13855 w 9531927"/>
                <a:gd name="connsiteY0" fmla="*/ 0 h 942108"/>
                <a:gd name="connsiteX1" fmla="*/ 9531927 w 9531927"/>
                <a:gd name="connsiteY1" fmla="*/ 13854 h 942108"/>
                <a:gd name="connsiteX2" fmla="*/ 9531927 w 9531927"/>
                <a:gd name="connsiteY2" fmla="*/ 665018 h 942108"/>
                <a:gd name="connsiteX3" fmla="*/ 5289224 w 9531927"/>
                <a:gd name="connsiteY3" fmla="*/ 652972 h 942108"/>
                <a:gd name="connsiteX4" fmla="*/ 5298661 w 9531927"/>
                <a:gd name="connsiteY4" fmla="*/ 198982 h 942108"/>
                <a:gd name="connsiteX5" fmla="*/ 1717964 w 9531927"/>
                <a:gd name="connsiteY5" fmla="*/ 221672 h 942108"/>
                <a:gd name="connsiteX6" fmla="*/ 1759528 w 9531927"/>
                <a:gd name="connsiteY6" fmla="*/ 886691 h 942108"/>
                <a:gd name="connsiteX7" fmla="*/ 0 w 9531927"/>
                <a:gd name="connsiteY7" fmla="*/ 942108 h 942108"/>
                <a:gd name="connsiteX8" fmla="*/ 13855 w 9531927"/>
                <a:gd name="connsiteY8" fmla="*/ 0 h 942108"/>
                <a:gd name="connsiteX0" fmla="*/ 13855 w 9531927"/>
                <a:gd name="connsiteY0" fmla="*/ 0 h 942108"/>
                <a:gd name="connsiteX1" fmla="*/ 9531927 w 9531927"/>
                <a:gd name="connsiteY1" fmla="*/ 13854 h 942108"/>
                <a:gd name="connsiteX2" fmla="*/ 9531927 w 9531927"/>
                <a:gd name="connsiteY2" fmla="*/ 665018 h 942108"/>
                <a:gd name="connsiteX3" fmla="*/ 5289224 w 9531927"/>
                <a:gd name="connsiteY3" fmla="*/ 652972 h 942108"/>
                <a:gd name="connsiteX4" fmla="*/ 5728152 w 9531927"/>
                <a:gd name="connsiteY4" fmla="*/ 185128 h 942108"/>
                <a:gd name="connsiteX5" fmla="*/ 1717964 w 9531927"/>
                <a:gd name="connsiteY5" fmla="*/ 221672 h 942108"/>
                <a:gd name="connsiteX6" fmla="*/ 1759528 w 9531927"/>
                <a:gd name="connsiteY6" fmla="*/ 886691 h 942108"/>
                <a:gd name="connsiteX7" fmla="*/ 0 w 9531927"/>
                <a:gd name="connsiteY7" fmla="*/ 942108 h 942108"/>
                <a:gd name="connsiteX8" fmla="*/ 13855 w 9531927"/>
                <a:gd name="connsiteY8" fmla="*/ 0 h 942108"/>
                <a:gd name="connsiteX0" fmla="*/ 13855 w 9531927"/>
                <a:gd name="connsiteY0" fmla="*/ 0 h 942108"/>
                <a:gd name="connsiteX1" fmla="*/ 9531927 w 9531927"/>
                <a:gd name="connsiteY1" fmla="*/ 13854 h 942108"/>
                <a:gd name="connsiteX2" fmla="*/ 9531927 w 9531927"/>
                <a:gd name="connsiteY2" fmla="*/ 665018 h 942108"/>
                <a:gd name="connsiteX3" fmla="*/ 5760279 w 9531927"/>
                <a:gd name="connsiteY3" fmla="*/ 625263 h 942108"/>
                <a:gd name="connsiteX4" fmla="*/ 5728152 w 9531927"/>
                <a:gd name="connsiteY4" fmla="*/ 185128 h 942108"/>
                <a:gd name="connsiteX5" fmla="*/ 1717964 w 9531927"/>
                <a:gd name="connsiteY5" fmla="*/ 221672 h 942108"/>
                <a:gd name="connsiteX6" fmla="*/ 1759528 w 9531927"/>
                <a:gd name="connsiteY6" fmla="*/ 886691 h 942108"/>
                <a:gd name="connsiteX7" fmla="*/ 0 w 9531927"/>
                <a:gd name="connsiteY7" fmla="*/ 942108 h 942108"/>
                <a:gd name="connsiteX8" fmla="*/ 13855 w 9531927"/>
                <a:gd name="connsiteY8" fmla="*/ 0 h 9421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531927" h="942108">
                  <a:moveTo>
                    <a:pt x="13855" y="0"/>
                  </a:moveTo>
                  <a:lnTo>
                    <a:pt x="9531927" y="13854"/>
                  </a:lnTo>
                  <a:lnTo>
                    <a:pt x="9531927" y="665018"/>
                  </a:lnTo>
                  <a:lnTo>
                    <a:pt x="5760279" y="625263"/>
                  </a:lnTo>
                  <a:lnTo>
                    <a:pt x="5728152" y="185128"/>
                  </a:lnTo>
                  <a:lnTo>
                    <a:pt x="1717964" y="221672"/>
                  </a:lnTo>
                  <a:cubicBezTo>
                    <a:pt x="1717964" y="397163"/>
                    <a:pt x="1759528" y="711200"/>
                    <a:pt x="1759528" y="886691"/>
                  </a:cubicBezTo>
                  <a:lnTo>
                    <a:pt x="0" y="942108"/>
                  </a:lnTo>
                  <a:lnTo>
                    <a:pt x="13855" y="0"/>
                  </a:lnTo>
                  <a:close/>
                </a:path>
              </a:pathLst>
            </a:cu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nvGrpSpPr>
          <p:cNvPr id="6" name="Group 5">
            <a:extLst>
              <a:ext uri="{FF2B5EF4-FFF2-40B4-BE49-F238E27FC236}">
                <a16:creationId xmlns:a16="http://schemas.microsoft.com/office/drawing/2014/main" id="{A11ECD7F-5BE0-CD47-B7BE-F200416FECED}"/>
              </a:ext>
            </a:extLst>
          </p:cNvPr>
          <p:cNvGrpSpPr/>
          <p:nvPr/>
        </p:nvGrpSpPr>
        <p:grpSpPr>
          <a:xfrm>
            <a:off x="2701635" y="4388439"/>
            <a:ext cx="3934692" cy="2261743"/>
            <a:chOff x="2701635" y="3903517"/>
            <a:chExt cx="3934692" cy="2261743"/>
          </a:xfrm>
        </p:grpSpPr>
        <p:sp>
          <p:nvSpPr>
            <p:cNvPr id="3" name="Rectangle 2">
              <a:extLst>
                <a:ext uri="{FF2B5EF4-FFF2-40B4-BE49-F238E27FC236}">
                  <a16:creationId xmlns:a16="http://schemas.microsoft.com/office/drawing/2014/main" id="{0F0BC283-76C4-1340-944F-7C4D353D8FFC}"/>
                </a:ext>
              </a:extLst>
            </p:cNvPr>
            <p:cNvSpPr/>
            <p:nvPr/>
          </p:nvSpPr>
          <p:spPr>
            <a:xfrm>
              <a:off x="2701635" y="5791200"/>
              <a:ext cx="3934691" cy="374060"/>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1" name="Rectangle 30">
              <a:extLst>
                <a:ext uri="{FF2B5EF4-FFF2-40B4-BE49-F238E27FC236}">
                  <a16:creationId xmlns:a16="http://schemas.microsoft.com/office/drawing/2014/main" id="{0DA5FFD1-43DB-9B46-9554-CAB7DAD58DCA}"/>
                </a:ext>
              </a:extLst>
            </p:cNvPr>
            <p:cNvSpPr/>
            <p:nvPr/>
          </p:nvSpPr>
          <p:spPr>
            <a:xfrm>
              <a:off x="2715489" y="3903517"/>
              <a:ext cx="3920838" cy="349816"/>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5" name="Up-Down Arrow 4">
              <a:extLst>
                <a:ext uri="{FF2B5EF4-FFF2-40B4-BE49-F238E27FC236}">
                  <a16:creationId xmlns:a16="http://schemas.microsoft.com/office/drawing/2014/main" id="{22823C07-49B0-9845-9B7A-6F370B443BE1}"/>
                </a:ext>
              </a:extLst>
            </p:cNvPr>
            <p:cNvSpPr/>
            <p:nvPr/>
          </p:nvSpPr>
          <p:spPr>
            <a:xfrm>
              <a:off x="4419600" y="4294897"/>
              <a:ext cx="346364" cy="1482448"/>
            </a:xfrm>
            <a:prstGeom prst="upDownArrow">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4" name="TextBox 3">
              <a:extLst>
                <a:ext uri="{FF2B5EF4-FFF2-40B4-BE49-F238E27FC236}">
                  <a16:creationId xmlns:a16="http://schemas.microsoft.com/office/drawing/2014/main" id="{D205B53A-AC28-8740-95E3-3E5959F5B0CD}"/>
                </a:ext>
              </a:extLst>
            </p:cNvPr>
            <p:cNvSpPr txBox="1"/>
            <p:nvPr/>
          </p:nvSpPr>
          <p:spPr>
            <a:xfrm>
              <a:off x="4045528" y="4807539"/>
              <a:ext cx="1066061" cy="461665"/>
            </a:xfrm>
            <a:prstGeom prst="rect">
              <a:avLst/>
            </a:prstGeom>
            <a:solidFill>
              <a:schemeClr val="bg1"/>
            </a:solid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C00000"/>
                  </a:solidFill>
                  <a:effectLst/>
                  <a:uLnTx/>
                  <a:uFillTx/>
                  <a:latin typeface="Calibri" panose="020F0502020204030204"/>
                  <a:ea typeface="+mn-ea"/>
                  <a:cs typeface="+mn-cs"/>
                </a:rPr>
                <a:t>match!</a:t>
              </a:r>
            </a:p>
          </p:txBody>
        </p:sp>
      </p:grpSp>
      <p:sp>
        <p:nvSpPr>
          <p:cNvPr id="35" name="Slide Number Placeholder 4">
            <a:extLst>
              <a:ext uri="{FF2B5EF4-FFF2-40B4-BE49-F238E27FC236}">
                <a16:creationId xmlns:a16="http://schemas.microsoft.com/office/drawing/2014/main" id="{448BDD4C-3288-5747-9BB3-0F1BB4D2595C}"/>
              </a:ext>
            </a:extLst>
          </p:cNvPr>
          <p:cNvSpPr>
            <a:spLocks noGrp="1"/>
          </p:cNvSpPr>
          <p:nvPr>
            <p:ph type="sldNum" sz="quarter" idx="4"/>
          </p:nvPr>
        </p:nvSpPr>
        <p:spPr>
          <a:xfrm>
            <a:off x="9219616" y="6443089"/>
            <a:ext cx="2743200" cy="365125"/>
          </a:xfrm>
        </p:spPr>
        <p:txBody>
          <a:bodyPr/>
          <a:lstStyle/>
          <a:p>
            <a:r>
              <a:rPr lang="en-US" dirty="0"/>
              <a:t>Network Layer: 4-</a:t>
            </a:r>
            <a:fld id="{C4204591-24BD-A542-B9D5-F8D8A88D2FEE}" type="slidenum">
              <a:rPr lang="en-US" smtClean="0"/>
              <a:pPr/>
              <a:t>10</a:t>
            </a:fld>
            <a:endParaRPr lang="en-US" dirty="0"/>
          </a:p>
        </p:txBody>
      </p:sp>
    </p:spTree>
    <p:extLst>
      <p:ext uri="{BB962C8B-B14F-4D97-AF65-F5344CB8AC3E}">
        <p14:creationId xmlns:p14="http://schemas.microsoft.com/office/powerpoint/2010/main" val="37191584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dissolve">
                                      <p:cBhvr>
                                        <p:cTn id="7" dur="500"/>
                                        <p:tgtEl>
                                          <p:spTgt spid="6"/>
                                        </p:tgtEl>
                                      </p:cBhvr>
                                    </p:animEffect>
                                  </p:childTnLst>
                                </p:cTn>
                              </p:par>
                              <p:par>
                                <p:cTn id="8" presetID="9" presetClass="entr" presetSubtype="0" fill="hold"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dissolve">
                                      <p:cBhvr>
                                        <p:cTn id="10"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TotalTime>
  <Words>759</Words>
  <Application>Microsoft Macintosh PowerPoint</Application>
  <PresentationFormat>Widescreen</PresentationFormat>
  <Paragraphs>198</Paragraphs>
  <Slides>10</Slides>
  <Notes>9</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10</vt:i4>
      </vt:variant>
    </vt:vector>
  </HeadingPairs>
  <TitlesOfParts>
    <vt:vector size="21" baseType="lpstr">
      <vt:lpstr>ＭＳ Ｐゴシック</vt:lpstr>
      <vt:lpstr>Arial</vt:lpstr>
      <vt:lpstr>Calibri</vt:lpstr>
      <vt:lpstr>Calibri Light</vt:lpstr>
      <vt:lpstr>Comic Sans MS</vt:lpstr>
      <vt:lpstr>Courier New</vt:lpstr>
      <vt:lpstr>Gill Sans MT</vt:lpstr>
      <vt:lpstr>Times</vt:lpstr>
      <vt:lpstr>Times New Roman</vt:lpstr>
      <vt:lpstr>Wingdings</vt:lpstr>
      <vt:lpstr>Office Theme</vt:lpstr>
      <vt:lpstr>IT694  Computer Networks Week8-Lec2</vt:lpstr>
      <vt:lpstr>Two key network-layer functions</vt:lpstr>
      <vt:lpstr>Per-router control plane</vt:lpstr>
      <vt:lpstr>Input port functions</vt:lpstr>
      <vt:lpstr>Input port functions</vt:lpstr>
      <vt:lpstr>Destination-based forwarding</vt:lpstr>
      <vt:lpstr>Longest prefix matching</vt:lpstr>
      <vt:lpstr>Longest prefix matching</vt:lpstr>
      <vt:lpstr>Longest prefix matching</vt:lpstr>
      <vt:lpstr>Longest prefix matching</vt:lpstr>
    </vt:vector>
  </TitlesOfParts>
  <Company/>
  <LinksUpToDate>false</LinksUpToDate>
  <SharedDoc>false</SharedDoc>
  <HyperlinksChanged>false</HyperlinksChanged>
  <AppVersion>16.0016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lastModifiedBy>Microsoft Office User</cp:lastModifiedBy>
  <cp:revision>10</cp:revision>
  <dcterms:created xsi:type="dcterms:W3CDTF">2024-09-11T04:58:20Z</dcterms:created>
  <dcterms:modified xsi:type="dcterms:W3CDTF">2025-03-05T04:23:15Z</dcterms:modified>
</cp:coreProperties>
</file>