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1047" r:id="rId3"/>
    <p:sldId id="1215" r:id="rId4"/>
    <p:sldId id="1086" r:id="rId5"/>
    <p:sldId id="1203" r:id="rId6"/>
    <p:sldId id="1114" r:id="rId7"/>
    <p:sldId id="1098" r:id="rId8"/>
    <p:sldId id="1099" r:id="rId9"/>
    <p:sldId id="1117" r:id="rId10"/>
    <p:sldId id="11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T" userId="512a51823881bbf6" providerId="LiveId" clId="{8E7FE54A-7307-42C6-80BB-8DDB30F4CCB0}"/>
    <pc:docChg chg="custSel modMainMaster">
      <pc:chgData name="D T" userId="512a51823881bbf6" providerId="LiveId" clId="{8E7FE54A-7307-42C6-80BB-8DDB30F4CCB0}" dt="2023-08-09T04:20:41.758" v="16" actId="478"/>
      <pc:docMkLst>
        <pc:docMk/>
      </pc:docMkLst>
      <pc:sldMasterChg chg="modSldLayout">
        <pc:chgData name="D T" userId="512a51823881bbf6" providerId="LiveId" clId="{8E7FE54A-7307-42C6-80BB-8DDB30F4CCB0}" dt="2023-08-09T04:20:41.758" v="16" actId="478"/>
        <pc:sldMasterMkLst>
          <pc:docMk/>
          <pc:sldMasterMk cId="3834816710" sldId="2147483648"/>
        </pc:sldMasterMkLst>
        <pc:sldLayoutChg chg="delSp modSp mod">
          <pc:chgData name="D T" userId="512a51823881bbf6" providerId="LiveId" clId="{8E7FE54A-7307-42C6-80BB-8DDB30F4CCB0}" dt="2023-08-09T04:19:32.007" v="1" actId="478"/>
          <pc:sldLayoutMkLst>
            <pc:docMk/>
            <pc:sldMasterMk cId="3834816710" sldId="2147483648"/>
            <pc:sldLayoutMk cId="2083689268" sldId="2147483649"/>
          </pc:sldLayoutMkLst>
          <pc:spChg chg="mod">
            <ac:chgData name="D T" userId="512a51823881bbf6" providerId="LiveId" clId="{8E7FE54A-7307-42C6-80BB-8DDB30F4CCB0}" dt="2023-08-09T04:19:23.256" v="0" actId="2711"/>
            <ac:spMkLst>
              <pc:docMk/>
              <pc:sldMasterMk cId="3834816710" sldId="2147483648"/>
              <pc:sldLayoutMk cId="2083689268" sldId="2147483649"/>
              <ac:spMk id="2" creationId="{8E30D2A2-19F3-EEBC-3A98-69D33EFF6961}"/>
            </ac:spMkLst>
          </pc:spChg>
          <pc:spChg chg="mod">
            <ac:chgData name="D T" userId="512a51823881bbf6" providerId="LiveId" clId="{8E7FE54A-7307-42C6-80BB-8DDB30F4CCB0}" dt="2023-08-09T04:19:23.256" v="0" actId="2711"/>
            <ac:spMkLst>
              <pc:docMk/>
              <pc:sldMasterMk cId="3834816710" sldId="2147483648"/>
              <pc:sldLayoutMk cId="2083689268" sldId="2147483649"/>
              <ac:spMk id="3" creationId="{ADE3C605-CA75-DEA7-0024-D3A660E933E6}"/>
            </ac:spMkLst>
          </pc:spChg>
          <pc:spChg chg="del mod">
            <ac:chgData name="D T" userId="512a51823881bbf6" providerId="LiveId" clId="{8E7FE54A-7307-42C6-80BB-8DDB30F4CCB0}" dt="2023-08-09T04:19:32.007" v="1" actId="478"/>
            <ac:spMkLst>
              <pc:docMk/>
              <pc:sldMasterMk cId="3834816710" sldId="2147483648"/>
              <pc:sldLayoutMk cId="2083689268" sldId="2147483649"/>
              <ac:spMk id="4" creationId="{19FF5909-A9F0-136D-9F02-E7AD7D7B3256}"/>
            </ac:spMkLst>
          </pc:spChg>
          <pc:spChg chg="del mod">
            <ac:chgData name="D T" userId="512a51823881bbf6" providerId="LiveId" clId="{8E7FE54A-7307-42C6-80BB-8DDB30F4CCB0}" dt="2023-08-09T04:19:32.007" v="1" actId="478"/>
            <ac:spMkLst>
              <pc:docMk/>
              <pc:sldMasterMk cId="3834816710" sldId="2147483648"/>
              <pc:sldLayoutMk cId="2083689268" sldId="2147483649"/>
              <ac:spMk id="5" creationId="{BAFCCDB6-4AA3-5B21-535D-ADEAC8AD4184}"/>
            </ac:spMkLst>
          </pc:spChg>
          <pc:spChg chg="del mod">
            <ac:chgData name="D T" userId="512a51823881bbf6" providerId="LiveId" clId="{8E7FE54A-7307-42C6-80BB-8DDB30F4CCB0}" dt="2023-08-09T04:19:32.007" v="1" actId="478"/>
            <ac:spMkLst>
              <pc:docMk/>
              <pc:sldMasterMk cId="3834816710" sldId="2147483648"/>
              <pc:sldLayoutMk cId="2083689268" sldId="2147483649"/>
              <ac:spMk id="6" creationId="{382FFEE4-040C-B97E-9B00-570BB529F7F5}"/>
            </ac:spMkLst>
          </pc:spChg>
        </pc:sldLayoutChg>
        <pc:sldLayoutChg chg="delSp modSp mod">
          <pc:chgData name="D T" userId="512a51823881bbf6" providerId="LiveId" clId="{8E7FE54A-7307-42C6-80BB-8DDB30F4CCB0}" dt="2023-08-09T04:19:52.211" v="5" actId="478"/>
          <pc:sldLayoutMkLst>
            <pc:docMk/>
            <pc:sldMasterMk cId="3834816710" sldId="2147483648"/>
            <pc:sldLayoutMk cId="2683751300" sldId="2147483650"/>
          </pc:sldLayoutMkLst>
          <pc:spChg chg="mod">
            <ac:chgData name="D T" userId="512a51823881bbf6" providerId="LiveId" clId="{8E7FE54A-7307-42C6-80BB-8DDB30F4CCB0}" dt="2023-08-09T04:19:37.926" v="2" actId="2711"/>
            <ac:spMkLst>
              <pc:docMk/>
              <pc:sldMasterMk cId="3834816710" sldId="2147483648"/>
              <pc:sldLayoutMk cId="2683751300" sldId="2147483650"/>
              <ac:spMk id="2" creationId="{7945E8EE-C444-F76B-52A1-FBF8B00D7715}"/>
            </ac:spMkLst>
          </pc:spChg>
          <pc:spChg chg="mod">
            <ac:chgData name="D T" userId="512a51823881bbf6" providerId="LiveId" clId="{8E7FE54A-7307-42C6-80BB-8DDB30F4CCB0}" dt="2023-08-09T04:19:37.926" v="2" actId="2711"/>
            <ac:spMkLst>
              <pc:docMk/>
              <pc:sldMasterMk cId="3834816710" sldId="2147483648"/>
              <pc:sldLayoutMk cId="2683751300" sldId="2147483650"/>
              <ac:spMk id="3" creationId="{AE0885F8-E519-3D6B-A8B1-059257537887}"/>
            </ac:spMkLst>
          </pc:spChg>
          <pc:spChg chg="del mod">
            <ac:chgData name="D T" userId="512a51823881bbf6" providerId="LiveId" clId="{8E7FE54A-7307-42C6-80BB-8DDB30F4CCB0}" dt="2023-08-09T04:19:52.211" v="5" actId="478"/>
            <ac:spMkLst>
              <pc:docMk/>
              <pc:sldMasterMk cId="3834816710" sldId="2147483648"/>
              <pc:sldLayoutMk cId="2683751300" sldId="2147483650"/>
              <ac:spMk id="4" creationId="{F9447700-7374-607A-A5A3-F6175B759873}"/>
            </ac:spMkLst>
          </pc:spChg>
          <pc:spChg chg="del mod">
            <ac:chgData name="D T" userId="512a51823881bbf6" providerId="LiveId" clId="{8E7FE54A-7307-42C6-80BB-8DDB30F4CCB0}" dt="2023-08-09T04:19:49.459" v="4" actId="478"/>
            <ac:spMkLst>
              <pc:docMk/>
              <pc:sldMasterMk cId="3834816710" sldId="2147483648"/>
              <pc:sldLayoutMk cId="2683751300" sldId="2147483650"/>
              <ac:spMk id="5" creationId="{171EF551-EBA6-0900-3BEF-69997FBB6CA2}"/>
            </ac:spMkLst>
          </pc:spChg>
          <pc:spChg chg="del mod">
            <ac:chgData name="D T" userId="512a51823881bbf6" providerId="LiveId" clId="{8E7FE54A-7307-42C6-80BB-8DDB30F4CCB0}" dt="2023-08-09T04:19:46.383" v="3" actId="478"/>
            <ac:spMkLst>
              <pc:docMk/>
              <pc:sldMasterMk cId="3834816710" sldId="2147483648"/>
              <pc:sldLayoutMk cId="2683751300" sldId="2147483650"/>
              <ac:spMk id="6" creationId="{F9063E87-B4D0-B86C-39AA-30F0F649D1F3}"/>
            </ac:spMkLst>
          </pc:spChg>
        </pc:sldLayoutChg>
        <pc:sldLayoutChg chg="delSp modSp mod">
          <pc:chgData name="D T" userId="512a51823881bbf6" providerId="LiveId" clId="{8E7FE54A-7307-42C6-80BB-8DDB30F4CCB0}" dt="2023-08-09T04:20:06.856" v="9" actId="2711"/>
          <pc:sldLayoutMkLst>
            <pc:docMk/>
            <pc:sldMasterMk cId="3834816710" sldId="2147483648"/>
            <pc:sldLayoutMk cId="501817795" sldId="2147483651"/>
          </pc:sldLayoutMkLst>
          <pc:spChg chg="mod">
            <ac:chgData name="D T" userId="512a51823881bbf6" providerId="LiveId" clId="{8E7FE54A-7307-42C6-80BB-8DDB30F4CCB0}" dt="2023-08-09T04:20:06.856" v="9" actId="2711"/>
            <ac:spMkLst>
              <pc:docMk/>
              <pc:sldMasterMk cId="3834816710" sldId="2147483648"/>
              <pc:sldLayoutMk cId="501817795" sldId="2147483651"/>
              <ac:spMk id="2" creationId="{68556332-B0F9-DF53-EFAB-130871DEDC84}"/>
            </ac:spMkLst>
          </pc:spChg>
          <pc:spChg chg="mod">
            <ac:chgData name="D T" userId="512a51823881bbf6" providerId="LiveId" clId="{8E7FE54A-7307-42C6-80BB-8DDB30F4CCB0}" dt="2023-08-09T04:20:06.856" v="9" actId="2711"/>
            <ac:spMkLst>
              <pc:docMk/>
              <pc:sldMasterMk cId="3834816710" sldId="2147483648"/>
              <pc:sldLayoutMk cId="501817795" sldId="2147483651"/>
              <ac:spMk id="3" creationId="{F33D766D-C768-A64A-FE50-3E91B9C9C704}"/>
            </ac:spMkLst>
          </pc:spChg>
          <pc:spChg chg="del">
            <ac:chgData name="D T" userId="512a51823881bbf6" providerId="LiveId" clId="{8E7FE54A-7307-42C6-80BB-8DDB30F4CCB0}" dt="2023-08-09T04:19:56.993" v="6" actId="478"/>
            <ac:spMkLst>
              <pc:docMk/>
              <pc:sldMasterMk cId="3834816710" sldId="2147483648"/>
              <pc:sldLayoutMk cId="501817795" sldId="2147483651"/>
              <ac:spMk id="4" creationId="{BABCF955-06BB-8719-FBBA-8680FE3B1279}"/>
            </ac:spMkLst>
          </pc:spChg>
          <pc:spChg chg="del">
            <ac:chgData name="D T" userId="512a51823881bbf6" providerId="LiveId" clId="{8E7FE54A-7307-42C6-80BB-8DDB30F4CCB0}" dt="2023-08-09T04:19:59.570" v="7" actId="478"/>
            <ac:spMkLst>
              <pc:docMk/>
              <pc:sldMasterMk cId="3834816710" sldId="2147483648"/>
              <pc:sldLayoutMk cId="501817795" sldId="2147483651"/>
              <ac:spMk id="5" creationId="{026F0254-4940-A242-6DD1-01D4E983016D}"/>
            </ac:spMkLst>
          </pc:spChg>
          <pc:spChg chg="del">
            <ac:chgData name="D T" userId="512a51823881bbf6" providerId="LiveId" clId="{8E7FE54A-7307-42C6-80BB-8DDB30F4CCB0}" dt="2023-08-09T04:20:01.525" v="8" actId="478"/>
            <ac:spMkLst>
              <pc:docMk/>
              <pc:sldMasterMk cId="3834816710" sldId="2147483648"/>
              <pc:sldLayoutMk cId="501817795" sldId="2147483651"/>
              <ac:spMk id="6" creationId="{0234CE34-C968-CFAB-9412-F2E4F42CE04D}"/>
            </ac:spMkLst>
          </pc:spChg>
        </pc:sldLayoutChg>
        <pc:sldLayoutChg chg="delSp modSp mod">
          <pc:chgData name="D T" userId="512a51823881bbf6" providerId="LiveId" clId="{8E7FE54A-7307-42C6-80BB-8DDB30F4CCB0}" dt="2023-08-09T04:20:28.490" v="12" actId="1036"/>
          <pc:sldLayoutMkLst>
            <pc:docMk/>
            <pc:sldMasterMk cId="3834816710" sldId="2147483648"/>
            <pc:sldLayoutMk cId="1774205720" sldId="2147483652"/>
          </pc:sldLayoutMkLst>
          <pc:spChg chg="mod">
            <ac:chgData name="D T" userId="512a51823881bbf6" providerId="LiveId" clId="{8E7FE54A-7307-42C6-80BB-8DDB30F4CCB0}" dt="2023-08-09T04:20:28.490" v="12" actId="1036"/>
            <ac:spMkLst>
              <pc:docMk/>
              <pc:sldMasterMk cId="3834816710" sldId="2147483648"/>
              <pc:sldLayoutMk cId="1774205720" sldId="2147483652"/>
              <ac:spMk id="2" creationId="{DCA1FCBA-2FED-0F2B-C074-525E75EC8123}"/>
            </ac:spMkLst>
          </pc:spChg>
          <pc:spChg chg="mod">
            <ac:chgData name="D T" userId="512a51823881bbf6" providerId="LiveId" clId="{8E7FE54A-7307-42C6-80BB-8DDB30F4CCB0}" dt="2023-08-09T04:20:28.490" v="12" actId="1036"/>
            <ac:spMkLst>
              <pc:docMk/>
              <pc:sldMasterMk cId="3834816710" sldId="2147483648"/>
              <pc:sldLayoutMk cId="1774205720" sldId="2147483652"/>
              <ac:spMk id="3" creationId="{DFB27F21-AABA-F48C-48DF-D1B4223ABDF4}"/>
            </ac:spMkLst>
          </pc:spChg>
          <pc:spChg chg="mod">
            <ac:chgData name="D T" userId="512a51823881bbf6" providerId="LiveId" clId="{8E7FE54A-7307-42C6-80BB-8DDB30F4CCB0}" dt="2023-08-09T04:20:28.490" v="12" actId="1036"/>
            <ac:spMkLst>
              <pc:docMk/>
              <pc:sldMasterMk cId="3834816710" sldId="2147483648"/>
              <pc:sldLayoutMk cId="1774205720" sldId="2147483652"/>
              <ac:spMk id="4" creationId="{058630D4-BCE5-F6AE-9CBD-DFF4E63F10F1}"/>
            </ac:spMkLst>
          </pc:spChg>
          <pc:spChg chg="del">
            <ac:chgData name="D T" userId="512a51823881bbf6" providerId="LiveId" clId="{8E7FE54A-7307-42C6-80BB-8DDB30F4CCB0}" dt="2023-08-09T04:20:17.548" v="10" actId="478"/>
            <ac:spMkLst>
              <pc:docMk/>
              <pc:sldMasterMk cId="3834816710" sldId="2147483648"/>
              <pc:sldLayoutMk cId="1774205720" sldId="2147483652"/>
              <ac:spMk id="5" creationId="{F8C8AA37-3F85-DFDA-E330-3CE50C7D4E6F}"/>
            </ac:spMkLst>
          </pc:spChg>
          <pc:spChg chg="del">
            <ac:chgData name="D T" userId="512a51823881bbf6" providerId="LiveId" clId="{8E7FE54A-7307-42C6-80BB-8DDB30F4CCB0}" dt="2023-08-09T04:20:17.548" v="10" actId="478"/>
            <ac:spMkLst>
              <pc:docMk/>
              <pc:sldMasterMk cId="3834816710" sldId="2147483648"/>
              <pc:sldLayoutMk cId="1774205720" sldId="2147483652"/>
              <ac:spMk id="6" creationId="{18572CC5-13CD-102A-16F3-3584F8146A10}"/>
            </ac:spMkLst>
          </pc:spChg>
          <pc:spChg chg="del">
            <ac:chgData name="D T" userId="512a51823881bbf6" providerId="LiveId" clId="{8E7FE54A-7307-42C6-80BB-8DDB30F4CCB0}" dt="2023-08-09T04:20:17.548" v="10" actId="478"/>
            <ac:spMkLst>
              <pc:docMk/>
              <pc:sldMasterMk cId="3834816710" sldId="2147483648"/>
              <pc:sldLayoutMk cId="1774205720" sldId="2147483652"/>
              <ac:spMk id="7" creationId="{448DBDBC-E7A6-D188-9B0E-D7286A6E12F0}"/>
            </ac:spMkLst>
          </pc:spChg>
        </pc:sldLayoutChg>
        <pc:sldLayoutChg chg="delSp modSp mod">
          <pc:chgData name="D T" userId="512a51823881bbf6" providerId="LiveId" clId="{8E7FE54A-7307-42C6-80BB-8DDB30F4CCB0}" dt="2023-08-09T04:20:41.758" v="16" actId="478"/>
          <pc:sldLayoutMkLst>
            <pc:docMk/>
            <pc:sldMasterMk cId="3834816710" sldId="2147483648"/>
            <pc:sldLayoutMk cId="530424306" sldId="2147483653"/>
          </pc:sldLayoutMkLst>
          <pc:spChg chg="mod">
            <ac:chgData name="D T" userId="512a51823881bbf6" providerId="LiveId" clId="{8E7FE54A-7307-42C6-80BB-8DDB30F4CCB0}" dt="2023-08-09T04:20:34.193" v="13" actId="2711"/>
            <ac:spMkLst>
              <pc:docMk/>
              <pc:sldMasterMk cId="3834816710" sldId="2147483648"/>
              <pc:sldLayoutMk cId="530424306" sldId="2147483653"/>
              <ac:spMk id="2" creationId="{E04837EA-5D19-5BB2-F342-334BE1F0CBF3}"/>
            </ac:spMkLst>
          </pc:spChg>
          <pc:spChg chg="mod">
            <ac:chgData name="D T" userId="512a51823881bbf6" providerId="LiveId" clId="{8E7FE54A-7307-42C6-80BB-8DDB30F4CCB0}" dt="2023-08-09T04:20:34.193" v="13" actId="2711"/>
            <ac:spMkLst>
              <pc:docMk/>
              <pc:sldMasterMk cId="3834816710" sldId="2147483648"/>
              <pc:sldLayoutMk cId="530424306" sldId="2147483653"/>
              <ac:spMk id="3" creationId="{99508BC9-D646-679D-FEC0-259FFE3003D8}"/>
            </ac:spMkLst>
          </pc:spChg>
          <pc:spChg chg="mod">
            <ac:chgData name="D T" userId="512a51823881bbf6" providerId="LiveId" clId="{8E7FE54A-7307-42C6-80BB-8DDB30F4CCB0}" dt="2023-08-09T04:20:34.193" v="13" actId="2711"/>
            <ac:spMkLst>
              <pc:docMk/>
              <pc:sldMasterMk cId="3834816710" sldId="2147483648"/>
              <pc:sldLayoutMk cId="530424306" sldId="2147483653"/>
              <ac:spMk id="4" creationId="{7504951E-50E5-3BD0-E4E5-B0AD474E0A5B}"/>
            </ac:spMkLst>
          </pc:spChg>
          <pc:spChg chg="mod">
            <ac:chgData name="D T" userId="512a51823881bbf6" providerId="LiveId" clId="{8E7FE54A-7307-42C6-80BB-8DDB30F4CCB0}" dt="2023-08-09T04:20:34.193" v="13" actId="2711"/>
            <ac:spMkLst>
              <pc:docMk/>
              <pc:sldMasterMk cId="3834816710" sldId="2147483648"/>
              <pc:sldLayoutMk cId="530424306" sldId="2147483653"/>
              <ac:spMk id="5" creationId="{960D98E1-7A74-BE89-34F8-F6DAB83DCD53}"/>
            </ac:spMkLst>
          </pc:spChg>
          <pc:spChg chg="mod">
            <ac:chgData name="D T" userId="512a51823881bbf6" providerId="LiveId" clId="{8E7FE54A-7307-42C6-80BB-8DDB30F4CCB0}" dt="2023-08-09T04:20:34.193" v="13" actId="2711"/>
            <ac:spMkLst>
              <pc:docMk/>
              <pc:sldMasterMk cId="3834816710" sldId="2147483648"/>
              <pc:sldLayoutMk cId="530424306" sldId="2147483653"/>
              <ac:spMk id="6" creationId="{912EDE28-4BAB-1698-83D0-882D5729E38B}"/>
            </ac:spMkLst>
          </pc:spChg>
          <pc:spChg chg="del mod">
            <ac:chgData name="D T" userId="512a51823881bbf6" providerId="LiveId" clId="{8E7FE54A-7307-42C6-80BB-8DDB30F4CCB0}" dt="2023-08-09T04:20:37.397" v="14" actId="478"/>
            <ac:spMkLst>
              <pc:docMk/>
              <pc:sldMasterMk cId="3834816710" sldId="2147483648"/>
              <pc:sldLayoutMk cId="530424306" sldId="2147483653"/>
              <ac:spMk id="7" creationId="{D420E9F7-2493-F2ED-7A49-2507ACD88CFD}"/>
            </ac:spMkLst>
          </pc:spChg>
          <pc:spChg chg="del mod">
            <ac:chgData name="D T" userId="512a51823881bbf6" providerId="LiveId" clId="{8E7FE54A-7307-42C6-80BB-8DDB30F4CCB0}" dt="2023-08-09T04:20:40.054" v="15" actId="478"/>
            <ac:spMkLst>
              <pc:docMk/>
              <pc:sldMasterMk cId="3834816710" sldId="2147483648"/>
              <pc:sldLayoutMk cId="530424306" sldId="2147483653"/>
              <ac:spMk id="8" creationId="{B8801EE7-13C2-2EB9-3538-641098D7E64C}"/>
            </ac:spMkLst>
          </pc:spChg>
          <pc:spChg chg="del mod">
            <ac:chgData name="D T" userId="512a51823881bbf6" providerId="LiveId" clId="{8E7FE54A-7307-42C6-80BB-8DDB30F4CCB0}" dt="2023-08-09T04:20:41.758" v="16" actId="478"/>
            <ac:spMkLst>
              <pc:docMk/>
              <pc:sldMasterMk cId="3834816710" sldId="2147483648"/>
              <pc:sldLayoutMk cId="530424306" sldId="2147483653"/>
              <ac:spMk id="9" creationId="{778AF4DD-1986-5577-878E-C614102CB57E}"/>
            </ac:spMkLst>
          </pc:sp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8-11T04:05:09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21064 13025 645 0,'0'0'143'0,"0"0"-75"16,0 0-29-16,0 0-7 0,0 0-3 0,0 0 4 15,0 0 8-15,0 0 18 0,0 0 17 16,0 0 0-16,0 0-10 0,0 0-21 0,-6-20-18 15,10 20-8-15,0 0-6 0,2 0 4 0,1 0-1 16,2 3-1-16,0-1-1 0,1 0-6 0,4 2 1 16,-2 2 2-16,7-1 5 0,0-2 13 15,4 2 9-15,3 1 11 0,6-1 9 0,1 0-1 16,8-1-2-16,2 0-3 0,5-1-5 0,3 1-4 16,0 0-6-16,0-1-7 0,6 1-4 15,-2-2 0-15,5 3 0 0,1-2 3 0,-1 0-4 16,1 0-1-16,1 2-4 0,0-1-1 0,-1-1 7 15,4 2 1-15,1-1 1 0,1-2 1 0,-1 1-3 16,6-1 0-16,0-2 1 0,4 0 1 0,-2 0-5 16,-2-2 0-16,5-1-4 0,-3-1 0 0,0 0-1 15,3-1-2-15,-3 2 0 16,-1-2-3-16,4 0-2 0,-4-1 1 0,3 0 1 0,-2-1 0 16,-3 1 0-16,0-1-1 0,1 0 5 0,0-1-1 15,1-2 2-15,0 0 0 0,1-2-5 16,-5 1 0-16,-1-2-3 0,-5 1-2 0,-5-1 1 15,-6 1 1-15,-5-1-1 0,-8 4 3 0,-4-7-1 16,-1 1 0-16,0-2 4 0,-3-1 1 16,-2-1 7-16,-8 3 11 0,-7 1 10 0,-5 1 8 15,-7 0 0-15,0-3-7 0,-2 0-5 0,0-4-8 16,-5-1-4-16,-5-2 0 0,-1 0-11 0,-6-1-6 16,2-2-10-16,-5 2-10 0,-3-3-2 15,-3 1-2-15,-2-2 2 0,-3 0 1 0,-2-1 4 16,-5 3-3-16,-2 0 2 0,-1 2-4 0,-4 2-3 15,-5 1-2-15,-6 1 1 0,-1 3 0 0,-8 1 3 16,1 0 3-16,-5 4 2 0,-2-1 2 0,0 1 1 16,-1 0-3-16,-4 2 1 0,-3 0 1 15,-3 3-2-15,-1-1 2 0,-3 2 0 0,1 0 2 16,-5 5 0-16,-2 1 2 0,0 1-5 0,-1 0 0 16,-2 3-1-16,2 3 3 0,1 1 2 15,1 1 1-15,3 4 1 0,2-1-1 0,6 2 0 0,-2 2-1 16,5 2 1-16,2 0-2 0,1 3-1 15,-3 2 2-15,5 2-3 0,1 1 1 16,6 4 0-16,1 2-2 0,4 5 0 0,4 0-2 0,5 2 0 16,5 0-4-16,10 4-4 0,6 1 1 15,11 0-7-15,6 4 4 0,7 4-1 0,5 2 0 16,17 2 7-16,8 3 3 0,14 4 1 0,12 1-57 16,-9-14-331-16,-10-17-1153 0</inkml:trace>
  <inkml:trace contextRef="#ctx0" brushRef="#br0" timeOffset="1634.515">9080 12928 980 0,'0'0'-48'0,"0"0"-122"0,0 0 5 0,0 0 84 15,0 0 156-15,0 0 39 0,138 29 8 16,-93-20-12-16,5 2-3 0,5 1-1 0,4 0 2 16,8 1-1-16,6 0-5 0,5-1-1 0,6-1-2 15,5 1-5-15,3-2-1 0,5-3-4 16,5-1-3-16,6-2-2 0,4-4 1 0,9 0-5 16,6 0-11-16,8-6-11 0,4-4-11 0,7-1-12 15,2-1-9-15,3-4-1 0,2-1-6 0,-3 0-1 16,-1-3 1-16,-2-2-5 0,-7-3 3 15,-3-1-3-15,-8-4 0 0,-7-1 3 0,-8-3-3 16,-8 2 1-16,-10 0 4 0,-11 0-2 0,-11 1 9 16,-13 4 8-16,-16 4 5 0,-13 4 17 15,-13 6 19-15,-9-1 16 0,-6-1 0 0,-4-7-17 16,0-8-25-16,-11-7-25 0,-11-5-22 0,-10-4-14 16,-14-1-18-16,-19-1-12 0,-16 3 4 0,-16 2 4 15,-20 6 9-15,-15 6 9 0,-17 7 2 0,-14 6 7 16,-12 10 1-16,-6 8 0 0,-9 2 1 0,-5 14-2 15,-5 6 0-15,3 7 1 0,-2 5-2 16,6 6-1-16,9 3 3 0,8 3-2 16,11 4 0-16,12 4 0 0,9 1-5 0,14 4-1 15,13 4-2-15,11 2-5 0,12 2-2 0,13 3-12 0,17 3-21 16,14 1-38-16,19 2-59 16,20 4-76-16,14 1-193 0,14-21-448 0,-3-17-178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E8C94-E765-4D4D-9C95-939AB5FB42EE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05383-F4F3-4F32-8B51-BFAA82B3D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71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logical communication , we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that from an application’s perspective, it is as if the hosts running the processes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 directly connected; in reality, the hosts may be on opposite sides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planet, connected via numerous routers and a wide range of link types. Application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use the logical communication provided by the transport layer to send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to each other, free from the worry of the details of the physical infrastructure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carry these messages.</a:t>
            </a:r>
          </a:p>
          <a:p>
            <a:endParaRPr lang="en-US" dirty="0"/>
          </a:p>
          <a:p>
            <a:r>
              <a:rPr lang="en-US" dirty="0"/>
              <a:t>Let’s look at each of these three (logical communications, actions,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214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354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871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other TCP topic we’ll want to consider here is that of “connection  management”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TCP sender and </a:t>
            </a:r>
            <a:r>
              <a:rPr lang="en-US" dirty="0" err="1"/>
              <a:t>reciver</a:t>
            </a:r>
            <a:r>
              <a:rPr lang="en-US" dirty="0"/>
              <a:t> have a number of pieces of shared state that they must establish before actually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</a:t>
            </a:r>
            <a:r>
              <a:rPr lang="en-US" dirty="0" err="1"/>
              <a:t>theym</a:t>
            </a:r>
            <a:r>
              <a:rPr lang="en-US" dirty="0"/>
              <a:t> </a:t>
            </a:r>
            <a:r>
              <a:rPr lang="en-US" dirty="0" err="1"/>
              <a:t>ust</a:t>
            </a:r>
            <a:r>
              <a:rPr lang="en-US" dirty="0"/>
              <a:t> both agree that they WANT to communicate with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Secondly there are connection parameters – the initial sequence number and the initial receiver-advertised </a:t>
            </a:r>
            <a:r>
              <a:rPr lang="en-US" dirty="0" err="1"/>
              <a:t>bufferspace</a:t>
            </a:r>
            <a:r>
              <a:rPr lang="en-US" dirty="0"/>
              <a:t> that they’ll want to agree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is done via a so-called handshake protocol – the client reaching our to the server, and the server answering back.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And before diving into the TCP handshake protocol, let’s first consider the problem of handshaking, of establishing shared state.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570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043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thing to note here is that the ACK number (43) on the B-to-A segment is one more than the sequence number (42) on the A-</a:t>
            </a:r>
            <a:r>
              <a:rPr lang="en-US" dirty="0" err="1"/>
              <a:t>toB</a:t>
            </a:r>
            <a:r>
              <a:rPr lang="en-US" dirty="0"/>
              <a:t> segment that triggered that ACK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Similarly, the ACK number (80) on the </a:t>
            </a:r>
            <a:r>
              <a:rPr lang="en-US"/>
              <a:t>last A-to-B </a:t>
            </a:r>
            <a:r>
              <a:rPr lang="en-US" dirty="0"/>
              <a:t>segment is one more than the sequence number (79) on the B-to-A segment that triggered that ACK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101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TCP’s three way handshake, that operates as follows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Let’s say the client and server both create a TCP socket as we learned about in Chapter 2 and enter the LISTEN state</a:t>
            </a:r>
          </a:p>
          <a:p>
            <a:endParaRPr lang="en-US" dirty="0"/>
          </a:p>
          <a:p>
            <a:r>
              <a:rPr lang="en-US" dirty="0"/>
              <a:t>The client then connects to the server sending a SYN message with a sequence number x (SYN Message is an TCP Segment with SYN but set in the header – you might want to go back and review the TCP segment format!)</a:t>
            </a:r>
          </a:p>
          <a:p>
            <a:endParaRPr lang="en-US" dirty="0"/>
          </a:p>
          <a:p>
            <a:r>
              <a:rPr lang="en-US" dirty="0"/>
              <a:t>The server is waiting for a connection, and receives the SYN message enters the SYN received state (NOT the established state and sends a SYN ACK message back.</a:t>
            </a:r>
          </a:p>
          <a:p>
            <a:endParaRPr lang="en-US" dirty="0"/>
          </a:p>
          <a:p>
            <a:r>
              <a:rPr lang="en-US" dirty="0"/>
              <a:t>Finally the client sends an ACK message to the server, and when the server receiver this enters the </a:t>
            </a:r>
            <a:r>
              <a:rPr lang="en-US" dirty="0" err="1"/>
              <a:t>ESTABLished</a:t>
            </a:r>
            <a:r>
              <a:rPr lang="en-US" dirty="0"/>
              <a:t> state.  This is when the application process would see the return from the wait on the  socket accept() call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564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good things must come to an end, and that’s true for a TCP connection as well.</a:t>
            </a:r>
          </a:p>
          <a:p>
            <a:endParaRPr lang="en-US" dirty="0"/>
          </a:p>
          <a:p>
            <a:r>
              <a:rPr lang="en-US" dirty="0"/>
              <a:t>And of course there’s a protocol for one side to gracefully close of a TCP connection using a FIN message, to which the other side sends a FINACK message and waits around a bit to respond to any retransmitted FIN messages before timing 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D2A2-19F3-EEBC-3A98-69D33EFF6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3C605-CA75-DEA7-0024-D3A660E93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68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5E8EE-C444-F76B-52A1-FBF8B00D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885F8-E519-3D6B-A8B1-059257537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5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6332-B0F9-DF53-EFAB-130871DE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D766D-C768-A64A-FE50-3E91B9C9C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81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FCBA-2FED-0F2B-C074-525E75EC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650"/>
            <a:ext cx="10515600" cy="13255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7F21-AABA-F48C-48DF-D1B4223AB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35150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630D4-BCE5-F6AE-9CBD-DFF4E63F1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35150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0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37EA-5D19-5BB2-F342-334BE1F0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08BC9-D646-679D-FEC0-259FFE300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4951E-50E5-3BD0-E4E5-B0AD474E0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D98E1-7A74-BE89-34F8-F6DAB83DC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EDE28-4BAB-1698-83D0-882D5729E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42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C304-7595-764A-1614-44FCCDEB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7AAC4-2681-188F-88AA-AECFD2E6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F16CA-968B-383A-8266-E2DE66E5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32425-8B43-5D0B-5BAF-6973BDC8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87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E22FF-E9A4-D2C5-1D0B-C634BA5D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12FB1-7A14-0452-8967-05CE8C63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9D23A-CD8B-CBB0-BFD0-F930763D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50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2CD0-8BD6-33D4-149D-C27D4804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0998B-5F84-610A-0670-A1E0AAA3D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08FC9-5FD7-876D-B408-CFE626DF8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F73D4-CCF4-160D-417E-78897B79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47C8A-483F-0F30-0E9D-D50FAE5A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57154-4765-9213-B3F9-8AEB988E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59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B410-ACFA-3643-FAC9-9415DCF3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85812-0418-771E-9C5E-2A220E086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9A00C-128B-50CE-0694-9B381AE66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47C3B-E344-B101-BC80-E511E3FF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AF28A-79AE-102A-BF3D-426615E2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4B26D-D0FF-51B0-AB7D-78309658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1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7F12-BD53-A860-2912-A1485922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4B173-21AE-ADB9-5053-38C4349FB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0A66-6CE3-1C0A-51C8-0067B546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CC805-DB29-7A79-9B13-831DAD20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F21A3-ACAD-8493-DF7D-C87FD9F6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14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08030-7414-6538-260C-C9B0F4FD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41EFB-0007-3393-4971-AEA7FB5DE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AA54C-A2A5-ADFD-10E2-80C028A5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FBA1A-C99F-0878-43DB-F5E4B7FD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6E2F8-56C6-ADB1-B5A5-CFB337DE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097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9713C9-B734-0A7E-F700-10F56807B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2C90F-E590-C2C6-1132-66D267EF5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10C93-602E-BC01-D7CC-4030F8CAC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62CF9-0127-45C7-9F41-E88FC47125DF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A9774-D76C-6E08-48DE-3FD3BF290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20FAD-AB7E-0B19-A51F-4F5476175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F84C0-97E4-4236-A927-0FD3359E7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81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emf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778D-D784-8520-B717-D3A6C6A5E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</a:t>
            </a:r>
            <a:br>
              <a:rPr lang="en-US" dirty="0"/>
            </a:br>
            <a:r>
              <a:rPr lang="en-US" dirty="0"/>
              <a:t>Week 5-Lec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CA9DF-0771-34F8-0974-E7222044E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Transmission Control Protocol -Fundamentals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63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services and protocols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1DCC24-3FE7-E745-BC17-3886FB241095}"/>
              </a:ext>
            </a:extLst>
          </p:cNvPr>
          <p:cNvSpPr txBox="1">
            <a:spLocks noChangeArrowheads="1"/>
          </p:cNvSpPr>
          <p:nvPr/>
        </p:nvSpPr>
        <p:spPr>
          <a:xfrm>
            <a:off x="681218" y="1443831"/>
            <a:ext cx="5815703" cy="1621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 communication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between application processes running on different hosts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6406266" y="1372497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1C97D-3768-4242-9FE4-DEE44A32C22B}"/>
              </a:ext>
            </a:extLst>
          </p:cNvPr>
          <p:cNvGrpSpPr/>
          <p:nvPr/>
        </p:nvGrpSpPr>
        <p:grpSpPr>
          <a:xfrm>
            <a:off x="7680324" y="1137866"/>
            <a:ext cx="3489213" cy="4926975"/>
            <a:chOff x="7680324" y="1137866"/>
            <a:chExt cx="3489213" cy="4926975"/>
          </a:xfrm>
        </p:grpSpPr>
        <p:sp>
          <p:nvSpPr>
            <p:cNvPr id="463" name="Freeform 917">
              <a:extLst>
                <a:ext uri="{FF2B5EF4-FFF2-40B4-BE49-F238E27FC236}">
                  <a16:creationId xmlns:a16="http://schemas.microsoft.com/office/drawing/2014/main" id="{ADACC4C8-123A-0642-ADC2-DC6E1D92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5845" y="1190714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" name="Freeform 917">
              <a:extLst>
                <a:ext uri="{FF2B5EF4-FFF2-40B4-BE49-F238E27FC236}">
                  <a16:creationId xmlns:a16="http://schemas.microsoft.com/office/drawing/2014/main" id="{831FA212-BCFB-1F40-96A0-1C871E9E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4523" y="4775289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D244DE-F453-1349-B665-A1EA38EE658E}"/>
                </a:ext>
              </a:extLst>
            </p:cNvPr>
            <p:cNvGrpSpPr/>
            <p:nvPr/>
          </p:nvGrpSpPr>
          <p:grpSpPr>
            <a:xfrm>
              <a:off x="7680324" y="1137866"/>
              <a:ext cx="3489213" cy="4926975"/>
              <a:chOff x="7680324" y="1137866"/>
              <a:chExt cx="3489213" cy="4926975"/>
            </a:xfrm>
          </p:grpSpPr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D57ABF6C-635D-8547-9D46-7AFB160876AA}"/>
                  </a:ext>
                </a:extLst>
              </p:cNvPr>
              <p:cNvSpPr/>
              <p:nvPr/>
            </p:nvSpPr>
            <p:spPr>
              <a:xfrm>
                <a:off x="7680324" y="1814171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2895CDC0-6EA0-564A-AFB6-E1E735A44F41}"/>
                  </a:ext>
                </a:extLst>
              </p:cNvPr>
              <p:cNvSpPr/>
              <p:nvPr/>
            </p:nvSpPr>
            <p:spPr>
              <a:xfrm>
                <a:off x="9823450" y="5554772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CFEE881-E73C-8C4D-A5ED-9848E08F428B}"/>
                  </a:ext>
                </a:extLst>
              </p:cNvPr>
              <p:cNvGrpSpPr/>
              <p:nvPr/>
            </p:nvGrpSpPr>
            <p:grpSpPr>
              <a:xfrm>
                <a:off x="10288915" y="4742972"/>
                <a:ext cx="880622" cy="861812"/>
                <a:chOff x="10288915" y="4742972"/>
                <a:chExt cx="880622" cy="861812"/>
              </a:xfrm>
            </p:grpSpPr>
            <p:grpSp>
              <p:nvGrpSpPr>
                <p:cNvPr id="323" name="Group 950">
                  <a:extLst>
                    <a:ext uri="{FF2B5EF4-FFF2-40B4-BE49-F238E27FC236}">
                      <a16:creationId xmlns:a16="http://schemas.microsoft.com/office/drawing/2014/main" id="{BF16D25A-05F2-BD48-8851-FCCC3771B7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288915" y="5273951"/>
                  <a:ext cx="177192" cy="330833"/>
                  <a:chOff x="4140" y="429"/>
                  <a:chExt cx="1425" cy="2396"/>
                </a:xfrm>
              </p:grpSpPr>
              <p:sp>
                <p:nvSpPr>
                  <p:cNvPr id="324" name="Freeform 951">
                    <a:extLst>
                      <a:ext uri="{FF2B5EF4-FFF2-40B4-BE49-F238E27FC236}">
                        <a16:creationId xmlns:a16="http://schemas.microsoft.com/office/drawing/2014/main" id="{72C50429-8235-E440-B0F8-ADCFAC7485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5" name="Rectangle 952">
                    <a:extLst>
                      <a:ext uri="{FF2B5EF4-FFF2-40B4-BE49-F238E27FC236}">
                        <a16:creationId xmlns:a16="http://schemas.microsoft.com/office/drawing/2014/main" id="{C8289D20-20EF-CE4A-B82D-CC6F98B220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6" name="Freeform 953">
                    <a:extLst>
                      <a:ext uri="{FF2B5EF4-FFF2-40B4-BE49-F238E27FC236}">
                        <a16:creationId xmlns:a16="http://schemas.microsoft.com/office/drawing/2014/main" id="{512EE24C-2BC1-5A45-B541-28FAD55222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7" name="Freeform 954">
                    <a:extLst>
                      <a:ext uri="{FF2B5EF4-FFF2-40B4-BE49-F238E27FC236}">
                        <a16:creationId xmlns:a16="http://schemas.microsoft.com/office/drawing/2014/main" id="{CC26DF50-FD02-994D-80F7-4CD21CC31F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8" name="Rectangle 955">
                    <a:extLst>
                      <a:ext uri="{FF2B5EF4-FFF2-40B4-BE49-F238E27FC236}">
                        <a16:creationId xmlns:a16="http://schemas.microsoft.com/office/drawing/2014/main" id="{12D5F885-EEB6-EA49-8F16-8E65F7B568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29" name="Group 956">
                    <a:extLst>
                      <a:ext uri="{FF2B5EF4-FFF2-40B4-BE49-F238E27FC236}">
                        <a16:creationId xmlns:a16="http://schemas.microsoft.com/office/drawing/2014/main" id="{4819CF1A-CAA2-2445-BACA-6333C67700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54" name="AutoShape 957">
                      <a:extLst>
                        <a:ext uri="{FF2B5EF4-FFF2-40B4-BE49-F238E27FC236}">
                          <a16:creationId xmlns:a16="http://schemas.microsoft.com/office/drawing/2014/main" id="{F403CAA7-7575-5B45-9B26-74060E67ED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5" name="AutoShape 958">
                      <a:extLst>
                        <a:ext uri="{FF2B5EF4-FFF2-40B4-BE49-F238E27FC236}">
                          <a16:creationId xmlns:a16="http://schemas.microsoft.com/office/drawing/2014/main" id="{E7C03107-B3D4-E74B-8026-51FC5FB4C9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0" name="Rectangle 959">
                    <a:extLst>
                      <a:ext uri="{FF2B5EF4-FFF2-40B4-BE49-F238E27FC236}">
                        <a16:creationId xmlns:a16="http://schemas.microsoft.com/office/drawing/2014/main" id="{8C82FD14-8B3E-4C45-BA2F-1D536922BB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31" name="Group 960">
                    <a:extLst>
                      <a:ext uri="{FF2B5EF4-FFF2-40B4-BE49-F238E27FC236}">
                        <a16:creationId xmlns:a16="http://schemas.microsoft.com/office/drawing/2014/main" id="{848EC42A-6B0F-D74E-99AF-9287D4319D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52" name="AutoShape 961">
                      <a:extLst>
                        <a:ext uri="{FF2B5EF4-FFF2-40B4-BE49-F238E27FC236}">
                          <a16:creationId xmlns:a16="http://schemas.microsoft.com/office/drawing/2014/main" id="{5837F05C-C8FD-5D48-B46A-FAF46F8F6D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3" name="AutoShape 962">
                      <a:extLst>
                        <a:ext uri="{FF2B5EF4-FFF2-40B4-BE49-F238E27FC236}">
                          <a16:creationId xmlns:a16="http://schemas.microsoft.com/office/drawing/2014/main" id="{85884ACD-1556-C049-9208-BBD38D4BCB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2" name="Rectangle 963">
                    <a:extLst>
                      <a:ext uri="{FF2B5EF4-FFF2-40B4-BE49-F238E27FC236}">
                        <a16:creationId xmlns:a16="http://schemas.microsoft.com/office/drawing/2014/main" id="{BB3BDCEC-6ABC-7E44-B9C4-70680B6560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3" name="Rectangle 964">
                    <a:extLst>
                      <a:ext uri="{FF2B5EF4-FFF2-40B4-BE49-F238E27FC236}">
                        <a16:creationId xmlns:a16="http://schemas.microsoft.com/office/drawing/2014/main" id="{BF659529-BF75-D64D-A398-3F5F02E8D6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34" name="Group 965">
                    <a:extLst>
                      <a:ext uri="{FF2B5EF4-FFF2-40B4-BE49-F238E27FC236}">
                        <a16:creationId xmlns:a16="http://schemas.microsoft.com/office/drawing/2014/main" id="{08EED94E-296E-6944-AB01-4E0F74CF60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50" name="AutoShape 966">
                      <a:extLst>
                        <a:ext uri="{FF2B5EF4-FFF2-40B4-BE49-F238E27FC236}">
                          <a16:creationId xmlns:a16="http://schemas.microsoft.com/office/drawing/2014/main" id="{E45BC691-EDAB-5043-B974-6931BF4A1A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1" name="AutoShape 967">
                      <a:extLst>
                        <a:ext uri="{FF2B5EF4-FFF2-40B4-BE49-F238E27FC236}">
                          <a16:creationId xmlns:a16="http://schemas.microsoft.com/office/drawing/2014/main" id="{BC4BCC73-0226-7344-A90F-A319311EB0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5" name="Freeform 968">
                    <a:extLst>
                      <a:ext uri="{FF2B5EF4-FFF2-40B4-BE49-F238E27FC236}">
                        <a16:creationId xmlns:a16="http://schemas.microsoft.com/office/drawing/2014/main" id="{4D3CB3E6-04E9-DD42-A1E2-B9CFDE5F40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36" name="Group 969">
                    <a:extLst>
                      <a:ext uri="{FF2B5EF4-FFF2-40B4-BE49-F238E27FC236}">
                        <a16:creationId xmlns:a16="http://schemas.microsoft.com/office/drawing/2014/main" id="{D3A85C8F-5C9D-004C-BED1-826FD6B753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48" name="AutoShape 970">
                      <a:extLst>
                        <a:ext uri="{FF2B5EF4-FFF2-40B4-BE49-F238E27FC236}">
                          <a16:creationId xmlns:a16="http://schemas.microsoft.com/office/drawing/2014/main" id="{61DC189F-D857-CE49-9706-A99AFD0741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49" name="AutoShape 971">
                      <a:extLst>
                        <a:ext uri="{FF2B5EF4-FFF2-40B4-BE49-F238E27FC236}">
                          <a16:creationId xmlns:a16="http://schemas.microsoft.com/office/drawing/2014/main" id="{8FED6611-7057-CD45-9474-CA215533CF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7" name="Rectangle 972">
                    <a:extLst>
                      <a:ext uri="{FF2B5EF4-FFF2-40B4-BE49-F238E27FC236}">
                        <a16:creationId xmlns:a16="http://schemas.microsoft.com/office/drawing/2014/main" id="{043E3E2C-723D-CA49-8604-B8FA4FD292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73">
                    <a:extLst>
                      <a:ext uri="{FF2B5EF4-FFF2-40B4-BE49-F238E27FC236}">
                        <a16:creationId xmlns:a16="http://schemas.microsoft.com/office/drawing/2014/main" id="{A7D59DBF-B240-2743-8F05-CD66521792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9" name="Freeform 974">
                    <a:extLst>
                      <a:ext uri="{FF2B5EF4-FFF2-40B4-BE49-F238E27FC236}">
                        <a16:creationId xmlns:a16="http://schemas.microsoft.com/office/drawing/2014/main" id="{782758E0-5FA1-2541-8957-4820DA2644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0" name="Oval 975">
                    <a:extLst>
                      <a:ext uri="{FF2B5EF4-FFF2-40B4-BE49-F238E27FC236}">
                        <a16:creationId xmlns:a16="http://schemas.microsoft.com/office/drawing/2014/main" id="{E43434A9-1771-1841-B10D-00C68B13F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1" name="Freeform 976">
                    <a:extLst>
                      <a:ext uri="{FF2B5EF4-FFF2-40B4-BE49-F238E27FC236}">
                        <a16:creationId xmlns:a16="http://schemas.microsoft.com/office/drawing/2014/main" id="{7F3BC29B-77D4-0345-BC99-5EBDE51786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2" name="AutoShape 977">
                    <a:extLst>
                      <a:ext uri="{FF2B5EF4-FFF2-40B4-BE49-F238E27FC236}">
                        <a16:creationId xmlns:a16="http://schemas.microsoft.com/office/drawing/2014/main" id="{AB8C4D5D-D558-0E48-B735-10A1700F94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3" name="AutoShape 978">
                    <a:extLst>
                      <a:ext uri="{FF2B5EF4-FFF2-40B4-BE49-F238E27FC236}">
                        <a16:creationId xmlns:a16="http://schemas.microsoft.com/office/drawing/2014/main" id="{A52E34C3-2A4E-6E43-AEAD-80E9029E9F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4" name="Oval 979">
                    <a:extLst>
                      <a:ext uri="{FF2B5EF4-FFF2-40B4-BE49-F238E27FC236}">
                        <a16:creationId xmlns:a16="http://schemas.microsoft.com/office/drawing/2014/main" id="{CF996EB8-B8AF-1645-81FB-5C4480FC1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Oval 980">
                    <a:extLst>
                      <a:ext uri="{FF2B5EF4-FFF2-40B4-BE49-F238E27FC236}">
                        <a16:creationId xmlns:a16="http://schemas.microsoft.com/office/drawing/2014/main" id="{6ABBF416-3D25-A54A-B9CB-9BC7B8D8B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6" name="Oval 981">
                    <a:extLst>
                      <a:ext uri="{FF2B5EF4-FFF2-40B4-BE49-F238E27FC236}">
                        <a16:creationId xmlns:a16="http://schemas.microsoft.com/office/drawing/2014/main" id="{BEBFB614-43B9-5A4B-8E5D-794244BE12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7" name="Rectangle 982">
                    <a:extLst>
                      <a:ext uri="{FF2B5EF4-FFF2-40B4-BE49-F238E27FC236}">
                        <a16:creationId xmlns:a16="http://schemas.microsoft.com/office/drawing/2014/main" id="{C5CE1C8E-4047-8540-B7FB-EBAB3DBC6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65" name="Rectangle 227">
                  <a:extLst>
                    <a:ext uri="{FF2B5EF4-FFF2-40B4-BE49-F238E27FC236}">
                      <a16:creationId xmlns:a16="http://schemas.microsoft.com/office/drawing/2014/main" id="{DDE0D48B-5AA6-5340-937B-33FE1BA44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52186" y="4753064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6" name="Rectangle 228">
                  <a:extLst>
                    <a:ext uri="{FF2B5EF4-FFF2-40B4-BE49-F238E27FC236}">
                      <a16:creationId xmlns:a16="http://schemas.microsoft.com/office/drawing/2014/main" id="{AEBD2839-8A70-0849-9413-EA386C5B0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8848" y="4776877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7" name="Rectangle 229">
                  <a:extLst>
                    <a:ext uri="{FF2B5EF4-FFF2-40B4-BE49-F238E27FC236}">
                      <a16:creationId xmlns:a16="http://schemas.microsoft.com/office/drawing/2014/main" id="{66D99AF7-74D7-B440-A1E0-2DC5D0A5E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5991" y="4930726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8" name="Text Box 230">
                  <a:extLst>
                    <a:ext uri="{FF2B5EF4-FFF2-40B4-BE49-F238E27FC236}">
                      <a16:creationId xmlns:a16="http://schemas.microsoft.com/office/drawing/2014/main" id="{0C785C80-53AC-EA4E-992A-05BE1EFF5E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55149" y="4742972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application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transport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 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9" name="Line 231">
                  <a:extLst>
                    <a:ext uri="{FF2B5EF4-FFF2-40B4-BE49-F238E27FC236}">
                      <a16:creationId xmlns:a16="http://schemas.microsoft.com/office/drawing/2014/main" id="{444422FC-4C08-2E49-AD0C-394B62D1B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18848" y="5119777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Line 232">
                  <a:extLst>
                    <a:ext uri="{FF2B5EF4-FFF2-40B4-BE49-F238E27FC236}">
                      <a16:creationId xmlns:a16="http://schemas.microsoft.com/office/drawing/2014/main" id="{D3DF9882-BA24-4148-9227-6803DB03F9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257889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Line 233">
                  <a:extLst>
                    <a:ext uri="{FF2B5EF4-FFF2-40B4-BE49-F238E27FC236}">
                      <a16:creationId xmlns:a16="http://schemas.microsoft.com/office/drawing/2014/main" id="{238E9799-3D8B-F54E-BFBB-FE1237FADF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396002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7610FF-4F61-2C4A-A861-FC0ED9C69928}"/>
                  </a:ext>
                </a:extLst>
              </p:cNvPr>
              <p:cNvGrpSpPr/>
              <p:nvPr/>
            </p:nvGrpSpPr>
            <p:grpSpPr>
              <a:xfrm>
                <a:off x="8252702" y="1137866"/>
                <a:ext cx="814388" cy="854075"/>
                <a:chOff x="9791027" y="656358"/>
                <a:chExt cx="814388" cy="854075"/>
              </a:xfrm>
            </p:grpSpPr>
            <p:sp>
              <p:nvSpPr>
                <p:cNvPr id="519" name="Rectangle 227">
                  <a:extLst>
                    <a:ext uri="{FF2B5EF4-FFF2-40B4-BE49-F238E27FC236}">
                      <a16:creationId xmlns:a16="http://schemas.microsoft.com/office/drawing/2014/main" id="{B61510CE-247E-1E43-BA4A-EC188AFE0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88064" y="666450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Rectangle 228">
                  <a:extLst>
                    <a:ext uri="{FF2B5EF4-FFF2-40B4-BE49-F238E27FC236}">
                      <a16:creationId xmlns:a16="http://schemas.microsoft.com/office/drawing/2014/main" id="{4174338D-3A0E-9747-819D-0C19F4DF4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54726" y="690263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1" name="Rectangle 229">
                  <a:extLst>
                    <a:ext uri="{FF2B5EF4-FFF2-40B4-BE49-F238E27FC236}">
                      <a16:creationId xmlns:a16="http://schemas.microsoft.com/office/drawing/2014/main" id="{621AE13C-4ABC-334F-8206-4D5E08465C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61869" y="844112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2" name="Text Box 230">
                  <a:extLst>
                    <a:ext uri="{FF2B5EF4-FFF2-40B4-BE49-F238E27FC236}">
                      <a16:creationId xmlns:a16="http://schemas.microsoft.com/office/drawing/2014/main" id="{CA38D367-F86F-AB43-B21E-1EEE691D3D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91027" y="656358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application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transport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 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3" name="Line 231">
                  <a:extLst>
                    <a:ext uri="{FF2B5EF4-FFF2-40B4-BE49-F238E27FC236}">
                      <a16:creationId xmlns:a16="http://schemas.microsoft.com/office/drawing/2014/main" id="{A3474A7D-75ED-1D4F-BB1C-5BA4ECFE6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54726" y="1033163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4" name="Line 232">
                  <a:extLst>
                    <a:ext uri="{FF2B5EF4-FFF2-40B4-BE49-F238E27FC236}">
                      <a16:creationId xmlns:a16="http://schemas.microsoft.com/office/drawing/2014/main" id="{79D6BFCD-0081-1543-8A02-CDC78B944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171275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5" name="Line 233">
                  <a:extLst>
                    <a:ext uri="{FF2B5EF4-FFF2-40B4-BE49-F238E27FC236}">
                      <a16:creationId xmlns:a16="http://schemas.microsoft.com/office/drawing/2014/main" id="{539E5FFB-197B-6F44-A1D2-C9A93359AB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309388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8" name="Up-Down Arrow 557">
                <a:extLst>
                  <a:ext uri="{FF2B5EF4-FFF2-40B4-BE49-F238E27FC236}">
                    <a16:creationId xmlns:a16="http://schemas.microsoft.com/office/drawing/2014/main" id="{1F1264FF-C88C-CF4E-85AF-1CB82BE0554E}"/>
                  </a:ext>
                </a:extLst>
              </p:cNvPr>
              <p:cNvSpPr/>
              <p:nvPr/>
            </p:nvSpPr>
            <p:spPr>
              <a:xfrm rot="19889198">
                <a:off x="9544123" y="1270072"/>
                <a:ext cx="626354" cy="3838406"/>
              </a:xfrm>
              <a:prstGeom prst="upDownArrow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BDB4ECF5-2BA8-034C-9E12-98E6A9A3E77D}"/>
                  </a:ext>
                </a:extLst>
              </p:cNvPr>
              <p:cNvSpPr txBox="1"/>
              <p:nvPr/>
            </p:nvSpPr>
            <p:spPr>
              <a:xfrm rot="3706861">
                <a:off x="8640694" y="3103268"/>
                <a:ext cx="2550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logical end-end transport</a:t>
                </a:r>
              </a:p>
            </p:txBody>
          </p:sp>
        </p:grpSp>
      </p:grpSp>
      <p:sp>
        <p:nvSpPr>
          <p:cNvPr id="517" name="Rectangle 3">
            <a:extLst>
              <a:ext uri="{FF2B5EF4-FFF2-40B4-BE49-F238E27FC236}">
                <a16:creationId xmlns:a16="http://schemas.microsoft.com/office/drawing/2014/main" id="{5DD1F129-FF75-B647-8A9A-42B6C0C7E416}"/>
              </a:ext>
            </a:extLst>
          </p:cNvPr>
          <p:cNvSpPr txBox="1">
            <a:spLocks noChangeArrowheads="1"/>
          </p:cNvSpPr>
          <p:nvPr/>
        </p:nvSpPr>
        <p:spPr>
          <a:xfrm>
            <a:off x="684691" y="2787535"/>
            <a:ext cx="5815703" cy="232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protocols actions in end systems: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sender: breaks application messages into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passes to  network layer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receiver: reassembles segments into messages, passes to application layer</a:t>
            </a:r>
          </a:p>
        </p:txBody>
      </p:sp>
      <p:sp>
        <p:nvSpPr>
          <p:cNvPr id="518" name="Rectangle 3">
            <a:extLst>
              <a:ext uri="{FF2B5EF4-FFF2-40B4-BE49-F238E27FC236}">
                <a16:creationId xmlns:a16="http://schemas.microsoft.com/office/drawing/2014/main" id="{C3EBA7FC-18E1-7D43-9310-976F49009C6C}"/>
              </a:ext>
            </a:extLst>
          </p:cNvPr>
          <p:cNvSpPr txBox="1">
            <a:spLocks noChangeArrowheads="1"/>
          </p:cNvSpPr>
          <p:nvPr/>
        </p:nvSpPr>
        <p:spPr>
          <a:xfrm>
            <a:off x="681217" y="5165099"/>
            <a:ext cx="5815703" cy="144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transport protocols available to Internet applications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TCP, UDP</a:t>
            </a:r>
          </a:p>
        </p:txBody>
      </p:sp>
      <p:sp>
        <p:nvSpPr>
          <p:cNvPr id="526" name="Slide Number Placeholder 2">
            <a:extLst>
              <a:ext uri="{FF2B5EF4-FFF2-40B4-BE49-F238E27FC236}">
                <a16:creationId xmlns:a16="http://schemas.microsoft.com/office/drawing/2014/main" id="{58250C2D-03C7-2C42-9317-E77099EDA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6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" grpId="0" animBg="1"/>
      <p:bldP spid="517" grpId="0"/>
      <p:bldP spid="5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F94717-7FB1-634D-8655-2C90C528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Provide?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20338-972A-574A-8FB8-1CDF7C1C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811" y="1577268"/>
            <a:ext cx="10868378" cy="5032375"/>
          </a:xfrm>
        </p:spPr>
        <p:txBody>
          <a:bodyPr>
            <a:normAutofit/>
          </a:bodyPr>
          <a:lstStyle/>
          <a:p>
            <a:pPr lvl="1"/>
            <a:endParaRPr lang="en-IN" dirty="0"/>
          </a:p>
          <a:p>
            <a:r>
              <a:rPr lang="en-IN" dirty="0"/>
              <a:t>format of the data and acknowledgements that two computers exchange to achieve a reliable transfer</a:t>
            </a:r>
          </a:p>
          <a:p>
            <a:r>
              <a:rPr lang="en-IN" dirty="0"/>
              <a:t>how two computers initiate a TCP stream transfer and how they agree when it is complete. </a:t>
            </a:r>
          </a:p>
          <a:p>
            <a:r>
              <a:rPr lang="en-IN" dirty="0"/>
              <a:t>Procedures the computers use to ensure that the data arrives correctly.</a:t>
            </a:r>
          </a:p>
          <a:p>
            <a:r>
              <a:rPr lang="en-IN" dirty="0"/>
              <a:t>How TCP software distinguishes among multiple destinations on a given machine, </a:t>
            </a:r>
          </a:p>
          <a:p>
            <a:r>
              <a:rPr lang="en-IN" dirty="0"/>
              <a:t>How communicating machines recover from errors like lost or duplicated packets.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043548" y="2078287"/>
            <a:ext cx="2443011" cy="336947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425009" y="1191386"/>
            <a:ext cx="3666301" cy="445990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4" name="Group 149">
            <a:extLst>
              <a:ext uri="{FF2B5EF4-FFF2-40B4-BE49-F238E27FC236}">
                <a16:creationId xmlns:a16="http://schemas.microsoft.com/office/drawing/2014/main" id="{63E54651-4A95-3749-9095-CA7015203D88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85" name="Rectangle 73">
              <a:extLst>
                <a:ext uri="{FF2B5EF4-FFF2-40B4-BE49-F238E27FC236}">
                  <a16:creationId xmlns:a16="http://schemas.microsoft.com/office/drawing/2014/main" id="{280DAB38-0E9E-F34F-8F9A-9367D3F32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Rectangle 74">
              <a:extLst>
                <a:ext uri="{FF2B5EF4-FFF2-40B4-BE49-F238E27FC236}">
                  <a16:creationId xmlns:a16="http://schemas.microsoft.com/office/drawing/2014/main" id="{B4B3D106-96DD-1043-A6B0-160355FE6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Rectangle 75">
              <a:extLst>
                <a:ext uri="{FF2B5EF4-FFF2-40B4-BE49-F238E27FC236}">
                  <a16:creationId xmlns:a16="http://schemas.microsoft.com/office/drawing/2014/main" id="{C5BB7FFA-9E81-524A-AFF4-0278B5CB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Rectangle 129">
              <a:extLst>
                <a:ext uri="{FF2B5EF4-FFF2-40B4-BE49-F238E27FC236}">
                  <a16:creationId xmlns:a16="http://schemas.microsoft.com/office/drawing/2014/main" id="{25DAD60B-59D9-D343-8677-62E63FE48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5F1D59D2-8EB3-004A-9300-4BC4758C645B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Receiver: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695A34D-8B86-1543-9A29-0310FB2B9383}"/>
              </a:ext>
            </a:extLst>
          </p:cNvPr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1656D58-2006-444D-9DF3-929C2C3A9462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EC242EC-76E3-8842-966A-909D1964B0B8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app.  msg</a:t>
              </a: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146FAE95-BF64-744E-B6D7-85AE3120C980}"/>
              </a:ext>
            </a:extLst>
          </p:cNvPr>
          <p:cNvSpPr txBox="1"/>
          <p:nvPr/>
        </p:nvSpPr>
        <p:spPr>
          <a:xfrm>
            <a:off x="4391041" y="3125909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extracts application-layer message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845376D-0F8D-7E40-9089-6FAE4370FEA0}"/>
              </a:ext>
            </a:extLst>
          </p:cNvPr>
          <p:cNvSpPr txBox="1"/>
          <p:nvPr/>
        </p:nvSpPr>
        <p:spPr>
          <a:xfrm>
            <a:off x="4389103" y="2734423"/>
            <a:ext cx="3825456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header values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BFC24B6-C127-6F4C-BCDC-A8E792032914}"/>
              </a:ext>
            </a:extLst>
          </p:cNvPr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segment from IP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8B83E4F-9A85-E449-9928-9D59A14EC074}"/>
              </a:ext>
            </a:extLst>
          </p:cNvPr>
          <p:cNvGrpSpPr/>
          <p:nvPr/>
        </p:nvGrpSpPr>
        <p:grpSpPr>
          <a:xfrm>
            <a:off x="1745737" y="4814948"/>
            <a:ext cx="1818022" cy="369332"/>
            <a:chOff x="7863122" y="5632673"/>
            <a:chExt cx="1818022" cy="369332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FD92661A-D54F-D249-95ED-0FF27E685E68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FB9B2F8-7A2C-4D4A-9815-0AC06BE1D516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C19CB13-59AD-3E40-AC4C-CF25CFC27E46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T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69964EF5-DAF4-5A49-B8EB-E8A5D01CEAE7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1663F7BA-0DF3-D94B-9C74-3E86A6732DD0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FB939F0-C8E1-9645-8997-AFBC0BF0005F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app. msg</a:t>
                </a:r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192B5ECF-BCF6-FB4F-96CB-B48F1BD83E0B}"/>
              </a:ext>
            </a:extLst>
          </p:cNvPr>
          <p:cNvSpPr txBox="1"/>
          <p:nvPr/>
        </p:nvSpPr>
        <p:spPr>
          <a:xfrm>
            <a:off x="4395862" y="3809729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demultiplexes message up to application via socket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282913C-E44E-4C40-ADB1-A9BB2BFBFFD7}"/>
              </a:ext>
            </a:extLst>
          </p:cNvPr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Slide Number Placeholder 2">
            <a:extLst>
              <a:ext uri="{FF2B5EF4-FFF2-40B4-BE49-F238E27FC236}">
                <a16:creationId xmlns:a16="http://schemas.microsoft.com/office/drawing/2014/main" id="{00325223-4816-0640-A30C-AB4803E0C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0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00039 -0.249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" y="-12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0013 -0.1076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  <p:bldP spid="194" grpId="0"/>
      <p:bldP spid="195" grpId="0"/>
      <p:bldP spid="203" grpId="0"/>
      <p:bldP spid="204" grpId="0" animBg="1"/>
      <p:bldP spid="20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segment structure</a:t>
            </a:r>
            <a:endParaRPr lang="en-US" sz="4400" b="0" dirty="0"/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1438C6A7-F9CB-854D-92BB-74AFAE175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073" y="1560062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21D47CEF-020C-9C44-AB75-DA719011C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348" y="1675949"/>
            <a:ext cx="3951287" cy="48053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F66122-9E4A-7644-B40C-189BABEA3388}"/>
              </a:ext>
            </a:extLst>
          </p:cNvPr>
          <p:cNvGrpSpPr/>
          <p:nvPr/>
        </p:nvGrpSpPr>
        <p:grpSpPr>
          <a:xfrm>
            <a:off x="4495573" y="1661303"/>
            <a:ext cx="3450544" cy="401997"/>
            <a:chOff x="4495573" y="1661303"/>
            <a:chExt cx="3450544" cy="401997"/>
          </a:xfrm>
        </p:grpSpPr>
        <p:sp>
          <p:nvSpPr>
            <p:cNvPr id="62" name="Text Box 6">
              <a:extLst>
                <a:ext uri="{FF2B5EF4-FFF2-40B4-BE49-F238E27FC236}">
                  <a16:creationId xmlns:a16="http://schemas.microsoft.com/office/drawing/2014/main" id="{A183A89B-2122-E141-9DF3-203A60EF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73" y="1661303"/>
              <a:ext cx="1663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source port #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Text Box 7">
              <a:extLst>
                <a:ext uri="{FF2B5EF4-FFF2-40B4-BE49-F238E27FC236}">
                  <a16:creationId xmlns:a16="http://schemas.microsoft.com/office/drawing/2014/main" id="{E52BAEBA-8AEA-B545-A35F-AEB619084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992" y="1666425"/>
              <a:ext cx="13811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dest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port #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64" name="Line 8">
            <a:extLst>
              <a:ext uri="{FF2B5EF4-FFF2-40B4-BE49-F238E27FC236}">
                <a16:creationId xmlns:a16="http://schemas.microsoft.com/office/drawing/2014/main" id="{BDC40F37-DD1A-6848-AB76-2EA7683B9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523" y="2050599"/>
            <a:ext cx="3946525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92C91585-33BC-084B-A3CF-F5A7CD082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2430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52304C-19AC-C84B-842E-CBCC3EA9E153}"/>
              </a:ext>
            </a:extLst>
          </p:cNvPr>
          <p:cNvGrpSpPr/>
          <p:nvPr/>
        </p:nvGrpSpPr>
        <p:grpSpPr>
          <a:xfrm>
            <a:off x="4324123" y="1145724"/>
            <a:ext cx="3935412" cy="366713"/>
            <a:chOff x="4324123" y="1145724"/>
            <a:chExt cx="3935412" cy="366713"/>
          </a:xfrm>
        </p:grpSpPr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D7A6E153-CAA2-2E43-9742-982E16926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2248" y="1145724"/>
              <a:ext cx="857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8" name="Line 12">
              <a:extLst>
                <a:ext uri="{FF2B5EF4-FFF2-40B4-BE49-F238E27FC236}">
                  <a16:creationId xmlns:a16="http://schemas.microsoft.com/office/drawing/2014/main" id="{C28AE80D-AED7-BB43-AEEF-9A3E95D70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9" name="Line 13">
              <a:extLst>
                <a:ext uri="{FF2B5EF4-FFF2-40B4-BE49-F238E27FC236}">
                  <a16:creationId xmlns:a16="http://schemas.microsoft.com/office/drawing/2014/main" id="{0FE91D57-DF52-A948-8B79-BE2C69D240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Line 16">
            <a:extLst>
              <a:ext uri="{FF2B5EF4-FFF2-40B4-BE49-F238E27FC236}">
                <a16:creationId xmlns:a16="http://schemas.microsoft.com/office/drawing/2014/main" id="{ADBC9EF8-B51B-F249-8F7B-C16F5F07A2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2698" y="2811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6" name="Line 18">
            <a:extLst>
              <a:ext uri="{FF2B5EF4-FFF2-40B4-BE49-F238E27FC236}">
                <a16:creationId xmlns:a16="http://schemas.microsoft.com/office/drawing/2014/main" id="{32231029-9349-864B-ABF1-0D56E5582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7935" y="3206299"/>
            <a:ext cx="39512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7" name="Line 19">
            <a:extLst>
              <a:ext uri="{FF2B5EF4-FFF2-40B4-BE49-F238E27FC236}">
                <a16:creationId xmlns:a16="http://schemas.microsoft.com/office/drawing/2014/main" id="{F2503E28-C28E-B541-932B-7E2993655C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3596824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8" name="Line 20">
            <a:extLst>
              <a:ext uri="{FF2B5EF4-FFF2-40B4-BE49-F238E27FC236}">
                <a16:creationId xmlns:a16="http://schemas.microsoft.com/office/drawing/2014/main" id="{10D5BEAE-CBC6-5040-B37E-6D12FC20E9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4158799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9" name="Line 21">
            <a:extLst>
              <a:ext uri="{FF2B5EF4-FFF2-40B4-BE49-F238E27FC236}">
                <a16:creationId xmlns:a16="http://schemas.microsoft.com/office/drawing/2014/main" id="{A186AEBD-F0F5-494B-9D24-09B9888787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3735" y="2814187"/>
            <a:ext cx="4763" cy="777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7" name="Line 29">
            <a:extLst>
              <a:ext uri="{FF2B5EF4-FFF2-40B4-BE49-F238E27FC236}">
                <a16:creationId xmlns:a16="http://schemas.microsoft.com/office/drawing/2014/main" id="{B0BB3064-7239-A344-B7D3-3350540CF7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68735" y="2814187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8" name="Line 30">
            <a:extLst>
              <a:ext uri="{FF2B5EF4-FFF2-40B4-BE49-F238E27FC236}">
                <a16:creationId xmlns:a16="http://schemas.microsoft.com/office/drawing/2014/main" id="{22FDEDB0-0202-4C4C-9B34-FF72CC278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4748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9" name="Line 31">
            <a:extLst>
              <a:ext uri="{FF2B5EF4-FFF2-40B4-BE49-F238E27FC236}">
                <a16:creationId xmlns:a16="http://schemas.microsoft.com/office/drawing/2014/main" id="{9AF172E8-0A6A-6644-BD77-F1EE190D4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5998" y="2818949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6" name="Text Box 38">
            <a:extLst>
              <a:ext uri="{FF2B5EF4-FFF2-40B4-BE49-F238E27FC236}">
                <a16:creationId xmlns:a16="http://schemas.microsoft.com/office/drawing/2014/main" id="{A4AA77C6-3CD5-F642-BD90-B898C462C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966" y="2822952"/>
            <a:ext cx="482824" cy="40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not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used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7" name="Line 39">
            <a:extLst>
              <a:ext uri="{FF2B5EF4-FFF2-40B4-BE49-F238E27FC236}">
                <a16:creationId xmlns:a16="http://schemas.microsoft.com/office/drawing/2014/main" id="{356A6247-1FB1-3845-A2C5-956708DFF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3766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5F3ABB6-FC22-8E45-923B-C272F3E47C12}"/>
              </a:ext>
            </a:extLst>
          </p:cNvPr>
          <p:cNvGrpSpPr/>
          <p:nvPr/>
        </p:nvGrpSpPr>
        <p:grpSpPr>
          <a:xfrm>
            <a:off x="6405335" y="2817362"/>
            <a:ext cx="5252586" cy="731484"/>
            <a:chOff x="6405335" y="2817362"/>
            <a:chExt cx="5252586" cy="731484"/>
          </a:xfrm>
        </p:grpSpPr>
        <p:sp>
          <p:nvSpPr>
            <p:cNvPr id="80" name="Text Box 22">
              <a:extLst>
                <a:ext uri="{FF2B5EF4-FFF2-40B4-BE49-F238E27FC236}">
                  <a16:creationId xmlns:a16="http://schemas.microsoft.com/office/drawing/2014/main" id="{C121B465-E333-C34D-A9B1-4EC95AB29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5335" y="2817362"/>
              <a:ext cx="17462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receive window</a:t>
              </a:r>
            </a:p>
          </p:txBody>
        </p:sp>
        <p:sp>
          <p:nvSpPr>
            <p:cNvPr id="107" name="Text Box 49">
              <a:extLst>
                <a:ext uri="{FF2B5EF4-FFF2-40B4-BE49-F238E27FC236}">
                  <a16:creationId xmlns:a16="http://schemas.microsoft.com/office/drawing/2014/main" id="{C1196D10-63E5-F146-A338-FB6B53C00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2847115"/>
              <a:ext cx="2933021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1" name="Line 53">
              <a:extLst>
                <a:ext uri="{FF2B5EF4-FFF2-40B4-BE49-F238E27FC236}">
                  <a16:creationId xmlns:a16="http://schemas.microsoft.com/office/drawing/2014/main" id="{AF202832-D8A0-CC44-AEC9-474E90CA4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42852" y="3044701"/>
              <a:ext cx="582048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BAA956-8E89-0A4A-A4BC-91B08D93CC59}"/>
              </a:ext>
            </a:extLst>
          </p:cNvPr>
          <p:cNvGrpSpPr/>
          <p:nvPr/>
        </p:nvGrpSpPr>
        <p:grpSpPr>
          <a:xfrm>
            <a:off x="4979760" y="1674436"/>
            <a:ext cx="7040433" cy="1034129"/>
            <a:chOff x="4979760" y="1674436"/>
            <a:chExt cx="7040433" cy="1034129"/>
          </a:xfrm>
        </p:grpSpPr>
        <p:sp>
          <p:nvSpPr>
            <p:cNvPr id="73" name="Text Box 15">
              <a:extLst>
                <a:ext uri="{FF2B5EF4-FFF2-40B4-BE49-F238E27FC236}">
                  <a16:creationId xmlns:a16="http://schemas.microsoft.com/office/drawing/2014/main" id="{2925631F-CA45-E24E-A2A3-36475CE0E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9760" y="2029962"/>
              <a:ext cx="24860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sequence number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Text Box 50">
              <a:extLst>
                <a:ext uri="{FF2B5EF4-FFF2-40B4-BE49-F238E27FC236}">
                  <a16:creationId xmlns:a16="http://schemas.microsoft.com/office/drawing/2014/main" id="{62087231-CA89-9F46-9993-D5CE4726B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1674436"/>
              <a:ext cx="3295293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segment seq  #: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counting bytes of data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into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bytestream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(not segments!)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3" name="Line 55">
              <a:extLst>
                <a:ext uri="{FF2B5EF4-FFF2-40B4-BE49-F238E27FC236}">
                  <a16:creationId xmlns:a16="http://schemas.microsoft.com/office/drawing/2014/main" id="{69F8FE7B-57A5-CA45-A15F-AB7CA1D8D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24797" y="2244436"/>
              <a:ext cx="80010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3475873-1909-F649-A643-DFFF77ECF966}"/>
              </a:ext>
            </a:extLst>
          </p:cNvPr>
          <p:cNvGrpSpPr/>
          <p:nvPr/>
        </p:nvGrpSpPr>
        <p:grpSpPr>
          <a:xfrm>
            <a:off x="5398860" y="4614412"/>
            <a:ext cx="5770816" cy="1113459"/>
            <a:chOff x="5398860" y="4614412"/>
            <a:chExt cx="5770816" cy="1113459"/>
          </a:xfrm>
        </p:grpSpPr>
        <p:sp>
          <p:nvSpPr>
            <p:cNvPr id="72" name="Text Box 14">
              <a:extLst>
                <a:ext uri="{FF2B5EF4-FFF2-40B4-BE49-F238E27FC236}">
                  <a16:creationId xmlns:a16="http://schemas.microsoft.com/office/drawing/2014/main" id="{394540FC-9B80-C049-964F-3AEAF7A4B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8860" y="4614412"/>
              <a:ext cx="2005013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CEFBFE2-D6C5-6C4B-85CD-C2B1704479E4}"/>
                </a:ext>
              </a:extLst>
            </p:cNvPr>
            <p:cNvSpPr txBox="1"/>
            <p:nvPr/>
          </p:nvSpPr>
          <p:spPr>
            <a:xfrm>
              <a:off x="8980285" y="4638342"/>
              <a:ext cx="2189391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sent by application into TCP socket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6493B77-D766-824F-B26A-A73B9CE92231}"/>
                </a:ext>
              </a:extLst>
            </p:cNvPr>
            <p:cNvCxnSpPr>
              <a:cxnSpLocks/>
            </p:cNvCxnSpPr>
            <p:nvPr/>
          </p:nvCxnSpPr>
          <p:spPr>
            <a:xfrm>
              <a:off x="6727821" y="5150307"/>
              <a:ext cx="214947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9DCBE-5CE4-3C4C-AE43-7FF674B5D23E}"/>
              </a:ext>
            </a:extLst>
          </p:cNvPr>
          <p:cNvGrpSpPr/>
          <p:nvPr/>
        </p:nvGrpSpPr>
        <p:grpSpPr>
          <a:xfrm>
            <a:off x="230393" y="1952743"/>
            <a:ext cx="7771793" cy="1241280"/>
            <a:chOff x="230393" y="1952743"/>
            <a:chExt cx="7771793" cy="1241280"/>
          </a:xfrm>
        </p:grpSpPr>
        <p:sp>
          <p:nvSpPr>
            <p:cNvPr id="137" name="Text Box 35">
              <a:extLst>
                <a:ext uri="{FF2B5EF4-FFF2-40B4-BE49-F238E27FC236}">
                  <a16:creationId xmlns:a16="http://schemas.microsoft.com/office/drawing/2014/main" id="{56F627F0-D04E-AD42-8864-F7B517B4A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7297" y="2855469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A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79D87E-87A4-BA4A-B25D-D60B162F998C}"/>
                </a:ext>
              </a:extLst>
            </p:cNvPr>
            <p:cNvGrpSpPr/>
            <p:nvPr/>
          </p:nvGrpSpPr>
          <p:grpSpPr>
            <a:xfrm>
              <a:off x="230393" y="1952743"/>
              <a:ext cx="7771793" cy="971860"/>
              <a:chOff x="217867" y="1965269"/>
              <a:chExt cx="7771793" cy="971860"/>
            </a:xfrm>
          </p:grpSpPr>
          <p:sp>
            <p:nvSpPr>
              <p:cNvPr id="75" name="Text Box 17">
                <a:extLst>
                  <a:ext uri="{FF2B5EF4-FFF2-40B4-BE49-F238E27FC236}">
                    <a16:creationId xmlns:a16="http://schemas.microsoft.com/office/drawing/2014/main" id="{0864898F-71F3-8C4E-ACBC-273A8F765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9710" y="2430012"/>
                <a:ext cx="340995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119" name="Text Box 42">
                <a:extLst>
                  <a:ext uri="{FF2B5EF4-FFF2-40B4-BE49-F238E27FC236}">
                    <a16:creationId xmlns:a16="http://schemas.microsoft.com/office/drawing/2014/main" id="{C0762B76-1537-D346-8718-8BAF6E1F1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867" y="1965269"/>
                <a:ext cx="3287333" cy="701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ACK: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seq # of next expected byte; A bit: this is an ACK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0" name="Line 46">
                <a:extLst>
                  <a:ext uri="{FF2B5EF4-FFF2-40B4-BE49-F238E27FC236}">
                    <a16:creationId xmlns:a16="http://schemas.microsoft.com/office/drawing/2014/main" id="{412FF679-1D4F-2847-94BC-15BFC61FB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17523"/>
                <a:ext cx="2076276" cy="519606"/>
              </a:xfrm>
              <a:custGeom>
                <a:avLst/>
                <a:gdLst>
                  <a:gd name="connsiteX0" fmla="*/ 0 w 2082626"/>
                  <a:gd name="connsiteY0" fmla="*/ 0 h 560881"/>
                  <a:gd name="connsiteX1" fmla="*/ 2082626 w 2082626"/>
                  <a:gd name="connsiteY1" fmla="*/ 560881 h 560881"/>
                  <a:gd name="connsiteX0" fmla="*/ 0 w 2076276"/>
                  <a:gd name="connsiteY0" fmla="*/ 0 h 519606"/>
                  <a:gd name="connsiteX1" fmla="*/ 2076276 w 2076276"/>
                  <a:gd name="connsiteY1" fmla="*/ 519606 h 519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76276" h="519606">
                    <a:moveTo>
                      <a:pt x="0" y="0"/>
                    </a:moveTo>
                    <a:cubicBezTo>
                      <a:pt x="694209" y="186960"/>
                      <a:pt x="1382067" y="332646"/>
                      <a:pt x="2076276" y="519606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9" name="Line 46">
                <a:extLst>
                  <a:ext uri="{FF2B5EF4-FFF2-40B4-BE49-F238E27FC236}">
                    <a16:creationId xmlns:a16="http://schemas.microsoft.com/office/drawing/2014/main" id="{EB8BFD18-324C-2547-AC63-1A0429ECF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04996"/>
                <a:ext cx="1263476" cy="215853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3AA9D9-F43E-B546-80D0-95A95FF3FD84}"/>
              </a:ext>
            </a:extLst>
          </p:cNvPr>
          <p:cNvGrpSpPr/>
          <p:nvPr/>
        </p:nvGrpSpPr>
        <p:grpSpPr>
          <a:xfrm>
            <a:off x="1895418" y="3659802"/>
            <a:ext cx="5828956" cy="1090980"/>
            <a:chOff x="1895418" y="3659802"/>
            <a:chExt cx="5828956" cy="1090980"/>
          </a:xfrm>
        </p:grpSpPr>
        <p:sp>
          <p:nvSpPr>
            <p:cNvPr id="98" name="Text Box 40">
              <a:extLst>
                <a:ext uri="{FF2B5EF4-FFF2-40B4-BE49-F238E27FC236}">
                  <a16:creationId xmlns:a16="http://schemas.microsoft.com/office/drawing/2014/main" id="{CF922213-3DD4-4C4D-B198-ADF3A29ED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361" y="3659802"/>
              <a:ext cx="28940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options 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99" name="Text Box 42">
              <a:extLst>
                <a:ext uri="{FF2B5EF4-FFF2-40B4-BE49-F238E27FC236}">
                  <a16:creationId xmlns:a16="http://schemas.microsoft.com/office/drawing/2014/main" id="{0BC58028-06B7-1A4E-8510-AE6EC1534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418" y="4326050"/>
              <a:ext cx="1688926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options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63A6281-16AF-5F4C-91CB-DC46FB513501}"/>
                </a:ext>
              </a:extLst>
            </p:cNvPr>
            <p:cNvCxnSpPr>
              <a:cxnSpLocks/>
              <a:stCxn id="99" idx="3"/>
              <a:endCxn id="98" idx="1"/>
            </p:cNvCxnSpPr>
            <p:nvPr/>
          </p:nvCxnSpPr>
          <p:spPr>
            <a:xfrm flipV="1">
              <a:off x="3584344" y="3859857"/>
              <a:ext cx="1246017" cy="67855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A3E3DD-D73E-3547-B33E-7D97BEE9201E}"/>
              </a:ext>
            </a:extLst>
          </p:cNvPr>
          <p:cNvGrpSpPr/>
          <p:nvPr/>
        </p:nvGrpSpPr>
        <p:grpSpPr>
          <a:xfrm>
            <a:off x="318075" y="2819126"/>
            <a:ext cx="4456458" cy="424732"/>
            <a:chOff x="318075" y="2819126"/>
            <a:chExt cx="4456458" cy="424732"/>
          </a:xfrm>
        </p:grpSpPr>
        <p:sp>
          <p:nvSpPr>
            <p:cNvPr id="95" name="Text Box 37">
              <a:extLst>
                <a:ext uri="{FF2B5EF4-FFF2-40B4-BE49-F238E27FC236}">
                  <a16:creationId xmlns:a16="http://schemas.microsoft.com/office/drawing/2014/main" id="{71EB8016-A1DB-1C48-954C-FFBE5CF06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884" y="2826980"/>
              <a:ext cx="495649" cy="407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head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len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sp>
          <p:nvSpPr>
            <p:cNvPr id="93" name="Text Box 42">
              <a:extLst>
                <a:ext uri="{FF2B5EF4-FFF2-40B4-BE49-F238E27FC236}">
                  <a16:creationId xmlns:a16="http://schemas.microsoft.com/office/drawing/2014/main" id="{23616F6F-F6F8-274A-8F63-2AC8E94CA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075" y="2819126"/>
              <a:ext cx="3287333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length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(of TCP header)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004F6AA-C795-934B-B4F0-CA6FD9652FA1}"/>
                </a:ext>
              </a:extLst>
            </p:cNvPr>
            <p:cNvCxnSpPr>
              <a:cxnSpLocks/>
            </p:cNvCxnSpPr>
            <p:nvPr/>
          </p:nvCxnSpPr>
          <p:spPr>
            <a:xfrm>
              <a:off x="3544867" y="3031480"/>
              <a:ext cx="78388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6175C2-99D1-404D-ADB0-0C09C4338566}"/>
              </a:ext>
            </a:extLst>
          </p:cNvPr>
          <p:cNvGrpSpPr/>
          <p:nvPr/>
        </p:nvGrpSpPr>
        <p:grpSpPr>
          <a:xfrm>
            <a:off x="-24878" y="3174115"/>
            <a:ext cx="6031751" cy="424732"/>
            <a:chOff x="-24878" y="3174115"/>
            <a:chExt cx="6031751" cy="424732"/>
          </a:xfrm>
        </p:grpSpPr>
        <p:sp>
          <p:nvSpPr>
            <p:cNvPr id="82" name="Text Box 24">
              <a:extLst>
                <a:ext uri="{FF2B5EF4-FFF2-40B4-BE49-F238E27FC236}">
                  <a16:creationId xmlns:a16="http://schemas.microsoft.com/office/drawing/2014/main" id="{DA04993C-122C-384A-9568-6515DE95D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023" y="3203124"/>
              <a:ext cx="1212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checksum</a:t>
              </a:r>
            </a:p>
          </p:txBody>
        </p:sp>
        <p:sp>
          <p:nvSpPr>
            <p:cNvPr id="109" name="Text Box 51">
              <a:extLst>
                <a:ext uri="{FF2B5EF4-FFF2-40B4-BE49-F238E27FC236}">
                  <a16:creationId xmlns:a16="http://schemas.microsoft.com/office/drawing/2014/main" id="{CE090396-5F4D-6E4E-AA9C-2778A62E7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878" y="3174115"/>
              <a:ext cx="3595495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Internet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checksum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F87AC36-0055-DB45-A995-89129C5BB34A}"/>
                </a:ext>
              </a:extLst>
            </p:cNvPr>
            <p:cNvCxnSpPr>
              <a:cxnSpLocks/>
              <a:stCxn id="109" idx="3"/>
              <a:endCxn id="82" idx="1"/>
            </p:cNvCxnSpPr>
            <p:nvPr/>
          </p:nvCxnSpPr>
          <p:spPr>
            <a:xfrm>
              <a:off x="3570617" y="3386481"/>
              <a:ext cx="1223406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Line 10">
            <a:extLst>
              <a:ext uri="{FF2B5EF4-FFF2-40B4-BE49-F238E27FC236}">
                <a16:creationId xmlns:a16="http://schemas.microsoft.com/office/drawing/2014/main" id="{A7BD37B6-D73B-A04D-BDC5-AC47A5470D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89447" y="1679374"/>
            <a:ext cx="1761" cy="36518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4" name="Line 26">
            <a:extLst>
              <a:ext uri="{FF2B5EF4-FFF2-40B4-BE49-F238E27FC236}">
                <a16:creationId xmlns:a16="http://schemas.microsoft.com/office/drawing/2014/main" id="{E9E32468-C9DF-C94D-9DAD-F82B75D02C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0711" y="2804662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5" name="Line 27">
            <a:extLst>
              <a:ext uri="{FF2B5EF4-FFF2-40B4-BE49-F238E27FC236}">
                <a16:creationId xmlns:a16="http://schemas.microsoft.com/office/drawing/2014/main" id="{595D2D86-0F8D-4945-A03B-3D969A9DA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9292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6" name="Line 28">
            <a:extLst>
              <a:ext uri="{FF2B5EF4-FFF2-40B4-BE49-F238E27FC236}">
                <a16:creationId xmlns:a16="http://schemas.microsoft.com/office/drawing/2014/main" id="{480E04C4-4E6B-614E-B6E0-47722F1E7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037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BB42C1-3F72-AF44-97A0-27D00776292C}"/>
              </a:ext>
            </a:extLst>
          </p:cNvPr>
          <p:cNvGrpSpPr/>
          <p:nvPr/>
        </p:nvGrpSpPr>
        <p:grpSpPr>
          <a:xfrm>
            <a:off x="172543" y="2863949"/>
            <a:ext cx="6190466" cy="2660551"/>
            <a:chOff x="172543" y="2863949"/>
            <a:chExt cx="6190466" cy="2660551"/>
          </a:xfrm>
        </p:grpSpPr>
        <p:sp>
          <p:nvSpPr>
            <p:cNvPr id="102" name="Text Box 44">
              <a:extLst>
                <a:ext uri="{FF2B5EF4-FFF2-40B4-BE49-F238E27FC236}">
                  <a16:creationId xmlns:a16="http://schemas.microsoft.com/office/drawing/2014/main" id="{26B4BE77-FB6F-AB48-BDB1-C2E23D556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43" y="4822769"/>
              <a:ext cx="3419248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RST, SYN, FIN: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connection management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06" name="Freeform 48">
              <a:extLst>
                <a:ext uri="{FF2B5EF4-FFF2-40B4-BE49-F238E27FC236}">
                  <a16:creationId xmlns:a16="http://schemas.microsoft.com/office/drawing/2014/main" id="{60B1CDA3-93F4-6C43-A635-618B9929B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336" y="3152325"/>
              <a:ext cx="2678659" cy="2026938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877"/>
                <a:gd name="connsiteY0" fmla="*/ 32885 h 32885"/>
                <a:gd name="connsiteX1" fmla="*/ 10451 w 11877"/>
                <a:gd name="connsiteY1" fmla="*/ 0 h 32885"/>
                <a:gd name="connsiteX2" fmla="*/ 11877 w 11877"/>
                <a:gd name="connsiteY2" fmla="*/ 0 h 32885"/>
                <a:gd name="connsiteX0" fmla="*/ 0 w 11573"/>
                <a:gd name="connsiteY0" fmla="*/ 32885 h 32885"/>
                <a:gd name="connsiteX1" fmla="*/ 10147 w 11573"/>
                <a:gd name="connsiteY1" fmla="*/ 0 h 32885"/>
                <a:gd name="connsiteX2" fmla="*/ 11573 w 11573"/>
                <a:gd name="connsiteY2" fmla="*/ 0 h 32885"/>
                <a:gd name="connsiteX0" fmla="*/ 0 w 11573"/>
                <a:gd name="connsiteY0" fmla="*/ 28757 h 28757"/>
                <a:gd name="connsiteX1" fmla="*/ 10147 w 11573"/>
                <a:gd name="connsiteY1" fmla="*/ 0 h 28757"/>
                <a:gd name="connsiteX2" fmla="*/ 11573 w 11573"/>
                <a:gd name="connsiteY2" fmla="*/ 0 h 2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73" h="28757">
                  <a:moveTo>
                    <a:pt x="0" y="28757"/>
                  </a:moveTo>
                  <a:lnTo>
                    <a:pt x="10147" y="0"/>
                  </a:lnTo>
                  <a:lnTo>
                    <a:pt x="11573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9AF9A6-0FEF-B247-BE32-9C9E788D06B7}"/>
                </a:ext>
              </a:extLst>
            </p:cNvPr>
            <p:cNvGrpSpPr/>
            <p:nvPr/>
          </p:nvGrpSpPr>
          <p:grpSpPr>
            <a:xfrm>
              <a:off x="5775299" y="2863949"/>
              <a:ext cx="587710" cy="339181"/>
              <a:chOff x="5775299" y="2863949"/>
              <a:chExt cx="587710" cy="339181"/>
            </a:xfrm>
          </p:grpSpPr>
          <p:sp>
            <p:nvSpPr>
              <p:cNvPr id="104" name="Text Box 25">
                <a:extLst>
                  <a:ext uri="{FF2B5EF4-FFF2-40B4-BE49-F238E27FC236}">
                    <a16:creationId xmlns:a16="http://schemas.microsoft.com/office/drawing/2014/main" id="{1E9027CA-7A6A-B448-891E-3892BD3436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766" y="2864576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F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Text Box 32">
                <a:extLst>
                  <a:ext uri="{FF2B5EF4-FFF2-40B4-BE49-F238E27FC236}">
                    <a16:creationId xmlns:a16="http://schemas.microsoft.com/office/drawing/2014/main" id="{BF401CFD-599A-5C4B-A029-67CB6B08DB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9184" y="2863949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S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Text Box 33">
                <a:extLst>
                  <a:ext uri="{FF2B5EF4-FFF2-40B4-BE49-F238E27FC236}">
                    <a16:creationId xmlns:a16="http://schemas.microsoft.com/office/drawing/2014/main" id="{4835EFCA-3EC6-3040-AA54-B10AD772E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52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R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F86AF7-F0A9-0D49-BD66-0BCBA2EFC273}"/>
              </a:ext>
            </a:extLst>
          </p:cNvPr>
          <p:cNvGrpSpPr/>
          <p:nvPr/>
        </p:nvGrpSpPr>
        <p:grpSpPr>
          <a:xfrm>
            <a:off x="5277007" y="2859957"/>
            <a:ext cx="2976178" cy="719405"/>
            <a:chOff x="5277007" y="2859957"/>
            <a:chExt cx="2976178" cy="719405"/>
          </a:xfrm>
        </p:grpSpPr>
        <p:sp>
          <p:nvSpPr>
            <p:cNvPr id="81" name="Text Box 23">
              <a:extLst>
                <a:ext uri="{FF2B5EF4-FFF2-40B4-BE49-F238E27FC236}">
                  <a16:creationId xmlns:a16="http://schemas.microsoft.com/office/drawing/2014/main" id="{81D77D1D-D542-E748-880E-847E52816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0735" y="3212649"/>
              <a:ext cx="1822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Urg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data pointer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4F94C5D-E8AA-B440-8C55-70C383D81C15}"/>
                </a:ext>
              </a:extLst>
            </p:cNvPr>
            <p:cNvGrpSpPr/>
            <p:nvPr/>
          </p:nvGrpSpPr>
          <p:grpSpPr>
            <a:xfrm>
              <a:off x="5277007" y="2859957"/>
              <a:ext cx="627836" cy="345695"/>
              <a:chOff x="5527528" y="3067992"/>
              <a:chExt cx="627836" cy="345695"/>
            </a:xfrm>
          </p:grpSpPr>
          <p:sp>
            <p:nvSpPr>
              <p:cNvPr id="114" name="Text Box 34">
                <a:extLst>
                  <a:ext uri="{FF2B5EF4-FFF2-40B4-BE49-F238E27FC236}">
                    <a16:creationId xmlns:a16="http://schemas.microsoft.com/office/drawing/2014/main" id="{7FD0470F-0A1F-AA4D-A333-01EBF41CD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4900" y="3067992"/>
                <a:ext cx="29046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0" name="Text Box 36">
                <a:extLst>
                  <a:ext uri="{FF2B5EF4-FFF2-40B4-BE49-F238E27FC236}">
                    <a16:creationId xmlns:a16="http://schemas.microsoft.com/office/drawing/2014/main" id="{B48CC928-18A3-8E4E-944E-47C0F754B0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7528" y="3075133"/>
                <a:ext cx="31611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U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83" name="Line 39">
            <a:extLst>
              <a:ext uri="{FF2B5EF4-FFF2-40B4-BE49-F238E27FC236}">
                <a16:creationId xmlns:a16="http://schemas.microsoft.com/office/drawing/2014/main" id="{392B7123-3C26-1749-8AFA-C33B254E5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8305" y="2821148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0" name="Line 39">
            <a:extLst>
              <a:ext uri="{FF2B5EF4-FFF2-40B4-BE49-F238E27FC236}">
                <a16:creationId xmlns:a16="http://schemas.microsoft.com/office/drawing/2014/main" id="{7076B497-C69A-EF44-9C73-7365E43E17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8693" y="2812182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6B1EF-A64F-C94C-81C5-7457A0FFD99A}"/>
              </a:ext>
            </a:extLst>
          </p:cNvPr>
          <p:cNvGrpSpPr/>
          <p:nvPr/>
        </p:nvGrpSpPr>
        <p:grpSpPr>
          <a:xfrm>
            <a:off x="182880" y="2863950"/>
            <a:ext cx="5235245" cy="1390074"/>
            <a:chOff x="182880" y="2863950"/>
            <a:chExt cx="5235245" cy="139007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2C55822-331C-DB41-AB07-59E5BF177405}"/>
                </a:ext>
              </a:extLst>
            </p:cNvPr>
            <p:cNvGrpSpPr/>
            <p:nvPr/>
          </p:nvGrpSpPr>
          <p:grpSpPr>
            <a:xfrm>
              <a:off x="4962499" y="2863950"/>
              <a:ext cx="455626" cy="338554"/>
              <a:chOff x="4962499" y="2863950"/>
              <a:chExt cx="455626" cy="338554"/>
            </a:xfrm>
          </p:grpSpPr>
          <p:sp>
            <p:nvSpPr>
              <p:cNvPr id="91" name="Text Box 33">
                <a:extLst>
                  <a:ext uri="{FF2B5EF4-FFF2-40B4-BE49-F238E27FC236}">
                    <a16:creationId xmlns:a16="http://schemas.microsoft.com/office/drawing/2014/main" id="{C85C82AE-5A3B-EC47-8EA4-C0FA0727D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24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C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Text Box 33">
                <a:extLst>
                  <a:ext uri="{FF2B5EF4-FFF2-40B4-BE49-F238E27FC236}">
                    <a16:creationId xmlns:a16="http://schemas.microsoft.com/office/drawing/2014/main" id="{D8D1B074-0355-2942-9977-4413DF7E41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124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E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03" name="Text Box 44">
              <a:extLst>
                <a:ext uri="{FF2B5EF4-FFF2-40B4-BE49-F238E27FC236}">
                  <a16:creationId xmlns:a16="http://schemas.microsoft.com/office/drawing/2014/main" id="{8DAB804F-166B-0D4B-8089-4B58E3A08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" y="3829292"/>
              <a:ext cx="3384479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C, E: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congestion notification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0" name="Freeform 48">
              <a:extLst>
                <a:ext uri="{FF2B5EF4-FFF2-40B4-BE49-F238E27FC236}">
                  <a16:creationId xmlns:a16="http://schemas.microsoft.com/office/drawing/2014/main" id="{7103D547-1AEC-9743-8B26-22B579AF1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195" y="3136684"/>
              <a:ext cx="1749482" cy="914811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391"/>
                <a:gd name="connsiteY0" fmla="*/ 28743 h 28743"/>
                <a:gd name="connsiteX1" fmla="*/ 6388 w 11391"/>
                <a:gd name="connsiteY1" fmla="*/ 0 h 28743"/>
                <a:gd name="connsiteX2" fmla="*/ 11391 w 11391"/>
                <a:gd name="connsiteY2" fmla="*/ 49 h 28743"/>
                <a:gd name="connsiteX0" fmla="*/ 0 w 7455"/>
                <a:gd name="connsiteY0" fmla="*/ 28792 h 28792"/>
                <a:gd name="connsiteX1" fmla="*/ 6388 w 7455"/>
                <a:gd name="connsiteY1" fmla="*/ 49 h 28792"/>
                <a:gd name="connsiteX2" fmla="*/ 7455 w 7455"/>
                <a:gd name="connsiteY2" fmla="*/ 0 h 28792"/>
                <a:gd name="connsiteX0" fmla="*/ 0 w 9679"/>
                <a:gd name="connsiteY0" fmla="*/ 9983 h 9983"/>
                <a:gd name="connsiteX1" fmla="*/ 8569 w 9679"/>
                <a:gd name="connsiteY1" fmla="*/ 0 h 9983"/>
                <a:gd name="connsiteX2" fmla="*/ 9679 w 9679"/>
                <a:gd name="connsiteY2" fmla="*/ 34 h 9983"/>
                <a:gd name="connsiteX0" fmla="*/ 0 w 10062"/>
                <a:gd name="connsiteY0" fmla="*/ 10017 h 10017"/>
                <a:gd name="connsiteX1" fmla="*/ 8853 w 10062"/>
                <a:gd name="connsiteY1" fmla="*/ 17 h 10017"/>
                <a:gd name="connsiteX2" fmla="*/ 10062 w 10062"/>
                <a:gd name="connsiteY2" fmla="*/ 0 h 1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62" h="10017">
                  <a:moveTo>
                    <a:pt x="0" y="10017"/>
                  </a:moveTo>
                  <a:lnTo>
                    <a:pt x="8853" y="17"/>
                  </a:lnTo>
                  <a:lnTo>
                    <a:pt x="10062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4" name="Slide Number Placeholder 2">
            <a:extLst>
              <a:ext uri="{FF2B5EF4-FFF2-40B4-BE49-F238E27FC236}">
                <a16:creationId xmlns:a16="http://schemas.microsoft.com/office/drawing/2014/main" id="{A3EE5CD7-E8F0-2F4B-B766-7EC8F235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96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connection management</a:t>
            </a:r>
            <a:endParaRPr lang="en-US" sz="4400" b="0" dirty="0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9C578410-CCAC-A940-BEC5-74269A538606}"/>
              </a:ext>
            </a:extLst>
          </p:cNvPr>
          <p:cNvSpPr txBox="1">
            <a:spLocks noChangeArrowheads="1"/>
          </p:cNvSpPr>
          <p:nvPr/>
        </p:nvSpPr>
        <p:spPr>
          <a:xfrm>
            <a:off x="785243" y="1329399"/>
            <a:ext cx="11329310" cy="218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before exchanging data, sender/receiver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handshake”: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to establish connection (each knowing the other willing to establish connection)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on connection parameters (e.g., starting seq #s)</a:t>
            </a:r>
          </a:p>
        </p:txBody>
      </p:sp>
      <p:sp>
        <p:nvSpPr>
          <p:cNvPr id="129" name="Rectangle 62">
            <a:extLst>
              <a:ext uri="{FF2B5EF4-FFF2-40B4-BE49-F238E27FC236}">
                <a16:creationId xmlns:a16="http://schemas.microsoft.com/office/drawing/2014/main" id="{C5E2ED2D-96E6-7640-B8B9-2E97B876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677" y="2935290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0" name="Rectangle 45">
            <a:extLst>
              <a:ext uri="{FF2B5EF4-FFF2-40B4-BE49-F238E27FC236}">
                <a16:creationId xmlns:a16="http://schemas.microsoft.com/office/drawing/2014/main" id="{E1C433CA-144F-FE40-9939-574216DE0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989" y="2989265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1" name="Line 55">
            <a:extLst>
              <a:ext uri="{FF2B5EF4-FFF2-40B4-BE49-F238E27FC236}">
                <a16:creationId xmlns:a16="http://schemas.microsoft.com/office/drawing/2014/main" id="{B5AF7973-E361-6A42-9B3B-A8AD0E9C7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989" y="3430590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2" name="Text Box 6">
            <a:extLst>
              <a:ext uri="{FF2B5EF4-FFF2-40B4-BE49-F238E27FC236}">
                <a16:creationId xmlns:a16="http://schemas.microsoft.com/office/drawing/2014/main" id="{F4060720-F3C5-A543-A168-90183A3F7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277" y="3543303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133" name="Group 46">
            <a:extLst>
              <a:ext uri="{FF2B5EF4-FFF2-40B4-BE49-F238E27FC236}">
                <a16:creationId xmlns:a16="http://schemas.microsoft.com/office/drawing/2014/main" id="{B33AB7A5-CCC5-254C-8A3A-759B759D5041}"/>
              </a:ext>
            </a:extLst>
          </p:cNvPr>
          <p:cNvGrpSpPr>
            <a:grpSpLocks/>
          </p:cNvGrpSpPr>
          <p:nvPr/>
        </p:nvGrpSpPr>
        <p:grpSpPr bwMode="auto">
          <a:xfrm>
            <a:off x="3979492" y="3344865"/>
            <a:ext cx="438150" cy="206375"/>
            <a:chOff x="344" y="1846"/>
            <a:chExt cx="336" cy="130"/>
          </a:xfrm>
        </p:grpSpPr>
        <p:sp>
          <p:nvSpPr>
            <p:cNvPr id="134" name="Rectangle 47">
              <a:extLst>
                <a:ext uri="{FF2B5EF4-FFF2-40B4-BE49-F238E27FC236}">
                  <a16:creationId xmlns:a16="http://schemas.microsoft.com/office/drawing/2014/main" id="{6C823A22-D6EB-C649-B7E4-0B164EE81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Rectangle 48">
              <a:extLst>
                <a:ext uri="{FF2B5EF4-FFF2-40B4-BE49-F238E27FC236}">
                  <a16:creationId xmlns:a16="http://schemas.microsoft.com/office/drawing/2014/main" id="{A8BB07C4-6AD0-A344-8975-A5BF33372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49">
              <a:extLst>
                <a:ext uri="{FF2B5EF4-FFF2-40B4-BE49-F238E27FC236}">
                  <a16:creationId xmlns:a16="http://schemas.microsoft.com/office/drawing/2014/main" id="{2CA09AF3-81EA-B643-82AA-454FD210E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50">
              <a:extLst>
                <a:ext uri="{FF2B5EF4-FFF2-40B4-BE49-F238E27FC236}">
                  <a16:creationId xmlns:a16="http://schemas.microsoft.com/office/drawing/2014/main" id="{467634F2-41DA-0748-9C1A-D08864A76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38" name="Text Box 54">
            <a:extLst>
              <a:ext uri="{FF2B5EF4-FFF2-40B4-BE49-F238E27FC236}">
                <a16:creationId xmlns:a16="http://schemas.microsoft.com/office/drawing/2014/main" id="{A9AEB3C4-6978-5E48-B717-A659B5C3B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081" y="3006443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39" name="Line 56">
            <a:extLst>
              <a:ext uri="{FF2B5EF4-FFF2-40B4-BE49-F238E27FC236}">
                <a16:creationId xmlns:a16="http://schemas.microsoft.com/office/drawing/2014/main" id="{D326D2D6-0DA1-914C-9073-3ECFE526F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5339" y="4926015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Text Box 57">
            <a:extLst>
              <a:ext uri="{FF2B5EF4-FFF2-40B4-BE49-F238E27FC236}">
                <a16:creationId xmlns:a16="http://schemas.microsoft.com/office/drawing/2014/main" id="{E4C0EAD6-0908-3C42-9A10-A6AAF9451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658" y="5021176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41" name="Rectangle 58">
            <a:extLst>
              <a:ext uri="{FF2B5EF4-FFF2-40B4-BE49-F238E27FC236}">
                <a16:creationId xmlns:a16="http://schemas.microsoft.com/office/drawing/2014/main" id="{1CB6C439-3E38-7043-B2E4-E0EA4F39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414" y="5348290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2" name="Line 59">
            <a:extLst>
              <a:ext uri="{FF2B5EF4-FFF2-40B4-BE49-F238E27FC236}">
                <a16:creationId xmlns:a16="http://schemas.microsoft.com/office/drawing/2014/main" id="{D8BBE84F-BCD3-BB4A-9FD3-757AFB3C1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989" y="5337178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3" name="Line 60">
            <a:extLst>
              <a:ext uri="{FF2B5EF4-FFF2-40B4-BE49-F238E27FC236}">
                <a16:creationId xmlns:a16="http://schemas.microsoft.com/office/drawing/2014/main" id="{F862C10B-983A-F94D-A269-24CE747FC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764" y="530860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4" name="Freeform 8">
            <a:extLst>
              <a:ext uri="{FF2B5EF4-FFF2-40B4-BE49-F238E27FC236}">
                <a16:creationId xmlns:a16="http://schemas.microsoft.com/office/drawing/2014/main" id="{DF364C08-2C0C-EE4E-8664-EDA4833FE296}"/>
              </a:ext>
            </a:extLst>
          </p:cNvPr>
          <p:cNvSpPr>
            <a:spLocks/>
          </p:cNvSpPr>
          <p:nvPr/>
        </p:nvSpPr>
        <p:spPr bwMode="auto">
          <a:xfrm flipH="1">
            <a:off x="2625914" y="2992440"/>
            <a:ext cx="468313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5" name="Rectangle 63">
            <a:extLst>
              <a:ext uri="{FF2B5EF4-FFF2-40B4-BE49-F238E27FC236}">
                <a16:creationId xmlns:a16="http://schemas.microsoft.com/office/drawing/2014/main" id="{0F4E1AF7-DE3A-2541-818F-C54CEC430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802" y="2941640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6" name="Rectangle 64">
            <a:extLst>
              <a:ext uri="{FF2B5EF4-FFF2-40B4-BE49-F238E27FC236}">
                <a16:creationId xmlns:a16="http://schemas.microsoft.com/office/drawing/2014/main" id="{5B961E58-331E-B748-A80F-3B7778F1C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1114" y="2995615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7" name="Line 65">
            <a:extLst>
              <a:ext uri="{FF2B5EF4-FFF2-40B4-BE49-F238E27FC236}">
                <a16:creationId xmlns:a16="http://schemas.microsoft.com/office/drawing/2014/main" id="{83696C28-A57C-AC46-B97E-048E3D615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1114" y="3436940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8" name="Text Box 66">
            <a:extLst>
              <a:ext uri="{FF2B5EF4-FFF2-40B4-BE49-F238E27FC236}">
                <a16:creationId xmlns:a16="http://schemas.microsoft.com/office/drawing/2014/main" id="{3C17C23B-2BF5-5B4E-BB33-288C19224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402" y="3549653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149" name="Group 67">
            <a:extLst>
              <a:ext uri="{FF2B5EF4-FFF2-40B4-BE49-F238E27FC236}">
                <a16:creationId xmlns:a16="http://schemas.microsoft.com/office/drawing/2014/main" id="{A3675259-9C7A-1740-AEED-A90AD2D0AE87}"/>
              </a:ext>
            </a:extLst>
          </p:cNvPr>
          <p:cNvGrpSpPr>
            <a:grpSpLocks/>
          </p:cNvGrpSpPr>
          <p:nvPr/>
        </p:nvGrpSpPr>
        <p:grpSpPr bwMode="auto">
          <a:xfrm>
            <a:off x="8308511" y="3351215"/>
            <a:ext cx="438150" cy="206375"/>
            <a:chOff x="344" y="1846"/>
            <a:chExt cx="336" cy="130"/>
          </a:xfrm>
        </p:grpSpPr>
        <p:sp>
          <p:nvSpPr>
            <p:cNvPr id="150" name="Rectangle 68">
              <a:extLst>
                <a:ext uri="{FF2B5EF4-FFF2-40B4-BE49-F238E27FC236}">
                  <a16:creationId xmlns:a16="http://schemas.microsoft.com/office/drawing/2014/main" id="{4B4BD261-01C7-494F-8D01-68B19AA4B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69">
              <a:extLst>
                <a:ext uri="{FF2B5EF4-FFF2-40B4-BE49-F238E27FC236}">
                  <a16:creationId xmlns:a16="http://schemas.microsoft.com/office/drawing/2014/main" id="{4E7628F3-86B5-E44C-8195-D9FF1BBA5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Rectangle 70">
              <a:extLst>
                <a:ext uri="{FF2B5EF4-FFF2-40B4-BE49-F238E27FC236}">
                  <a16:creationId xmlns:a16="http://schemas.microsoft.com/office/drawing/2014/main" id="{BE5565DB-C659-5048-B6BD-16420D5CE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71">
              <a:extLst>
                <a:ext uri="{FF2B5EF4-FFF2-40B4-BE49-F238E27FC236}">
                  <a16:creationId xmlns:a16="http://schemas.microsoft.com/office/drawing/2014/main" id="{720A74F5-E1C3-FF45-B800-884CFBB24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54" name="Text Box 72">
            <a:extLst>
              <a:ext uri="{FF2B5EF4-FFF2-40B4-BE49-F238E27FC236}">
                <a16:creationId xmlns:a16="http://schemas.microsoft.com/office/drawing/2014/main" id="{48C5FBCA-1883-5B46-BC6B-BD218B24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246" y="3024051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55" name="Line 73">
            <a:extLst>
              <a:ext uri="{FF2B5EF4-FFF2-40B4-BE49-F238E27FC236}">
                <a16:creationId xmlns:a16="http://schemas.microsoft.com/office/drawing/2014/main" id="{C7D010E1-FDC8-B843-B502-33120A86E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7464" y="4932365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6" name="Text Box 74">
            <a:extLst>
              <a:ext uri="{FF2B5EF4-FFF2-40B4-BE49-F238E27FC236}">
                <a16:creationId xmlns:a16="http://schemas.microsoft.com/office/drawing/2014/main" id="{46053DCC-44E5-2C43-B37B-8DA921C73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953" y="5013813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57" name="Rectangle 75">
            <a:extLst>
              <a:ext uri="{FF2B5EF4-FFF2-40B4-BE49-F238E27FC236}">
                <a16:creationId xmlns:a16="http://schemas.microsoft.com/office/drawing/2014/main" id="{2794759F-1BDF-124F-8990-F97B9E3FF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539" y="5354640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8" name="Line 76">
            <a:extLst>
              <a:ext uri="{FF2B5EF4-FFF2-40B4-BE49-F238E27FC236}">
                <a16:creationId xmlns:a16="http://schemas.microsoft.com/office/drawing/2014/main" id="{AA62258B-6959-8646-9E2E-9B0097512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1114" y="5343528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9" name="Line 77">
            <a:extLst>
              <a:ext uri="{FF2B5EF4-FFF2-40B4-BE49-F238E27FC236}">
                <a16:creationId xmlns:a16="http://schemas.microsoft.com/office/drawing/2014/main" id="{B39909BE-5B6C-6F46-8749-CE29AEAB2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4889" y="531495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0" name="Freeform 78">
            <a:extLst>
              <a:ext uri="{FF2B5EF4-FFF2-40B4-BE49-F238E27FC236}">
                <a16:creationId xmlns:a16="http://schemas.microsoft.com/office/drawing/2014/main" id="{830D21F8-79F0-0E4D-A9EF-3C8300C80D17}"/>
              </a:ext>
            </a:extLst>
          </p:cNvPr>
          <p:cNvSpPr>
            <a:spLocks/>
          </p:cNvSpPr>
          <p:nvPr/>
        </p:nvSpPr>
        <p:spPr bwMode="auto">
          <a:xfrm>
            <a:off x="9682352" y="2932115"/>
            <a:ext cx="468312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83">
            <a:extLst>
              <a:ext uri="{FF2B5EF4-FFF2-40B4-BE49-F238E27FC236}">
                <a16:creationId xmlns:a16="http://schemas.microsoft.com/office/drawing/2014/main" id="{E97571FE-EF31-0544-985B-906D8CF8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46" y="5759648"/>
            <a:ext cx="5633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clientSocket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  </a:t>
            </a: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newSocket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hostname","port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number");</a:t>
            </a:r>
          </a:p>
        </p:txBody>
      </p:sp>
      <p:sp>
        <p:nvSpPr>
          <p:cNvPr id="162" name="Text Box 85">
            <a:extLst>
              <a:ext uri="{FF2B5EF4-FFF2-40B4-BE49-F238E27FC236}">
                <a16:creationId xmlns:a16="http://schemas.microsoft.com/office/drawing/2014/main" id="{C80EBC7F-DBC0-BD40-9507-82100813B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795" y="5773144"/>
            <a:ext cx="41595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connectionSocket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welcomeSocket.accept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();</a:t>
            </a:r>
          </a:p>
        </p:txBody>
      </p:sp>
      <p:grpSp>
        <p:nvGrpSpPr>
          <p:cNvPr id="163" name="Group 89">
            <a:extLst>
              <a:ext uri="{FF2B5EF4-FFF2-40B4-BE49-F238E27FC236}">
                <a16:creationId xmlns:a16="http://schemas.microsoft.com/office/drawing/2014/main" id="{DB71F8E2-0EB4-2A4E-B4C5-3DC2955DEDE8}"/>
              </a:ext>
            </a:extLst>
          </p:cNvPr>
          <p:cNvGrpSpPr>
            <a:grpSpLocks/>
          </p:cNvGrpSpPr>
          <p:nvPr/>
        </p:nvGrpSpPr>
        <p:grpSpPr bwMode="auto">
          <a:xfrm>
            <a:off x="2149664" y="5024440"/>
            <a:ext cx="698500" cy="612775"/>
            <a:chOff x="-44" y="1473"/>
            <a:chExt cx="981" cy="1105"/>
          </a:xfrm>
        </p:grpSpPr>
        <p:pic>
          <p:nvPicPr>
            <p:cNvPr id="164" name="Picture 90" descr="desktop_computer_stylized_medium">
              <a:extLst>
                <a:ext uri="{FF2B5EF4-FFF2-40B4-BE49-F238E27FC236}">
                  <a16:creationId xmlns:a16="http://schemas.microsoft.com/office/drawing/2014/main" id="{C631DB34-DA41-694E-BA26-57FDF68E6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5" name="Freeform 91">
              <a:extLst>
                <a:ext uri="{FF2B5EF4-FFF2-40B4-BE49-F238E27FC236}">
                  <a16:creationId xmlns:a16="http://schemas.microsoft.com/office/drawing/2014/main" id="{BEF55614-0BD4-8249-9822-CEE59DA9A9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6" name="Group 92">
            <a:extLst>
              <a:ext uri="{FF2B5EF4-FFF2-40B4-BE49-F238E27FC236}">
                <a16:creationId xmlns:a16="http://schemas.microsoft.com/office/drawing/2014/main" id="{F06A1B16-A85F-394E-802F-0E5CD7D943D6}"/>
              </a:ext>
            </a:extLst>
          </p:cNvPr>
          <p:cNvGrpSpPr>
            <a:grpSpLocks/>
          </p:cNvGrpSpPr>
          <p:nvPr/>
        </p:nvGrpSpPr>
        <p:grpSpPr bwMode="auto">
          <a:xfrm>
            <a:off x="9964927" y="4922840"/>
            <a:ext cx="415925" cy="627063"/>
            <a:chOff x="4140" y="429"/>
            <a:chExt cx="1425" cy="2396"/>
          </a:xfrm>
        </p:grpSpPr>
        <p:sp>
          <p:nvSpPr>
            <p:cNvPr id="167" name="Freeform 93">
              <a:extLst>
                <a:ext uri="{FF2B5EF4-FFF2-40B4-BE49-F238E27FC236}">
                  <a16:creationId xmlns:a16="http://schemas.microsoft.com/office/drawing/2014/main" id="{0B18D7B8-4C19-6A48-9356-0BDC63F4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Rectangle 94">
              <a:extLst>
                <a:ext uri="{FF2B5EF4-FFF2-40B4-BE49-F238E27FC236}">
                  <a16:creationId xmlns:a16="http://schemas.microsoft.com/office/drawing/2014/main" id="{83F51854-758D-F348-B0AE-4C8BBF01B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9" name="Freeform 95">
              <a:extLst>
                <a:ext uri="{FF2B5EF4-FFF2-40B4-BE49-F238E27FC236}">
                  <a16:creationId xmlns:a16="http://schemas.microsoft.com/office/drawing/2014/main" id="{BCB6E605-7A9B-CA4D-855C-288812DAA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Freeform 96">
              <a:extLst>
                <a:ext uri="{FF2B5EF4-FFF2-40B4-BE49-F238E27FC236}">
                  <a16:creationId xmlns:a16="http://schemas.microsoft.com/office/drawing/2014/main" id="{010D7A25-5C86-B443-B0F4-6A6735092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97">
              <a:extLst>
                <a:ext uri="{FF2B5EF4-FFF2-40B4-BE49-F238E27FC236}">
                  <a16:creationId xmlns:a16="http://schemas.microsoft.com/office/drawing/2014/main" id="{6B6FDD4A-AD55-9345-AF53-BC625746D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2" name="Group 98">
              <a:extLst>
                <a:ext uri="{FF2B5EF4-FFF2-40B4-BE49-F238E27FC236}">
                  <a16:creationId xmlns:a16="http://schemas.microsoft.com/office/drawing/2014/main" id="{A97FBBEC-0302-FA4C-A3B9-B0FD424712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" name="AutoShape 99">
                <a:extLst>
                  <a:ext uri="{FF2B5EF4-FFF2-40B4-BE49-F238E27FC236}">
                    <a16:creationId xmlns:a16="http://schemas.microsoft.com/office/drawing/2014/main" id="{C21CB491-D46B-EE41-AA0F-DE79A218D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8" name="AutoShape 100">
                <a:extLst>
                  <a:ext uri="{FF2B5EF4-FFF2-40B4-BE49-F238E27FC236}">
                    <a16:creationId xmlns:a16="http://schemas.microsoft.com/office/drawing/2014/main" id="{1FC5D9EE-EAE0-7E4E-B85F-6FC8DE4DE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3" name="Rectangle 101">
              <a:extLst>
                <a:ext uri="{FF2B5EF4-FFF2-40B4-BE49-F238E27FC236}">
                  <a16:creationId xmlns:a16="http://schemas.microsoft.com/office/drawing/2014/main" id="{8F3C4297-FFD3-D843-98B6-43C61A731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102">
              <a:extLst>
                <a:ext uri="{FF2B5EF4-FFF2-40B4-BE49-F238E27FC236}">
                  <a16:creationId xmlns:a16="http://schemas.microsoft.com/office/drawing/2014/main" id="{21DC2796-CCBB-6A4F-838F-49A2C67C0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5" name="AutoShape 103">
                <a:extLst>
                  <a:ext uri="{FF2B5EF4-FFF2-40B4-BE49-F238E27FC236}">
                    <a16:creationId xmlns:a16="http://schemas.microsoft.com/office/drawing/2014/main" id="{969D7B41-0DC1-4440-AFDE-248D9CDB6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AutoShape 104">
                <a:extLst>
                  <a:ext uri="{FF2B5EF4-FFF2-40B4-BE49-F238E27FC236}">
                    <a16:creationId xmlns:a16="http://schemas.microsoft.com/office/drawing/2014/main" id="{B3EC6575-CF4C-6246-8181-ED39D289D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5" name="Rectangle 105">
              <a:extLst>
                <a:ext uri="{FF2B5EF4-FFF2-40B4-BE49-F238E27FC236}">
                  <a16:creationId xmlns:a16="http://schemas.microsoft.com/office/drawing/2014/main" id="{E4C8EF29-9693-8843-BE99-DFF7EF55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6" name="Rectangle 106">
              <a:extLst>
                <a:ext uri="{FF2B5EF4-FFF2-40B4-BE49-F238E27FC236}">
                  <a16:creationId xmlns:a16="http://schemas.microsoft.com/office/drawing/2014/main" id="{444A4DA4-95C5-7247-8CDB-5D7AF6D3A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7" name="Group 107">
              <a:extLst>
                <a:ext uri="{FF2B5EF4-FFF2-40B4-BE49-F238E27FC236}">
                  <a16:creationId xmlns:a16="http://schemas.microsoft.com/office/drawing/2014/main" id="{E95F09FB-35B3-984D-8B07-8ED352E49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3" name="AutoShape 108">
                <a:extLst>
                  <a:ext uri="{FF2B5EF4-FFF2-40B4-BE49-F238E27FC236}">
                    <a16:creationId xmlns:a16="http://schemas.microsoft.com/office/drawing/2014/main" id="{0D8F2BD6-B00B-A145-9FAD-DEBB9A14C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AutoShape 109">
                <a:extLst>
                  <a:ext uri="{FF2B5EF4-FFF2-40B4-BE49-F238E27FC236}">
                    <a16:creationId xmlns:a16="http://schemas.microsoft.com/office/drawing/2014/main" id="{FBEB72B8-9464-2649-9EA1-03257A809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8" name="Freeform 110">
              <a:extLst>
                <a:ext uri="{FF2B5EF4-FFF2-40B4-BE49-F238E27FC236}">
                  <a16:creationId xmlns:a16="http://schemas.microsoft.com/office/drawing/2014/main" id="{69825DF1-2B01-DB4D-AD1A-63C84CD16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9" name="Group 111">
              <a:extLst>
                <a:ext uri="{FF2B5EF4-FFF2-40B4-BE49-F238E27FC236}">
                  <a16:creationId xmlns:a16="http://schemas.microsoft.com/office/drawing/2014/main" id="{77E8896E-C175-9440-8F1C-C0DAB898AF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1" name="AutoShape 112">
                <a:extLst>
                  <a:ext uri="{FF2B5EF4-FFF2-40B4-BE49-F238E27FC236}">
                    <a16:creationId xmlns:a16="http://schemas.microsoft.com/office/drawing/2014/main" id="{207BBBCB-E17B-0743-A1A2-C4D7DD812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2" name="AutoShape 113">
                <a:extLst>
                  <a:ext uri="{FF2B5EF4-FFF2-40B4-BE49-F238E27FC236}">
                    <a16:creationId xmlns:a16="http://schemas.microsoft.com/office/drawing/2014/main" id="{28DD6B35-219B-6B45-BF21-71B299ABB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0" name="Rectangle 114">
              <a:extLst>
                <a:ext uri="{FF2B5EF4-FFF2-40B4-BE49-F238E27FC236}">
                  <a16:creationId xmlns:a16="http://schemas.microsoft.com/office/drawing/2014/main" id="{CD269004-8DB5-4549-A4AF-499B61683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115">
              <a:extLst>
                <a:ext uri="{FF2B5EF4-FFF2-40B4-BE49-F238E27FC236}">
                  <a16:creationId xmlns:a16="http://schemas.microsoft.com/office/drawing/2014/main" id="{8AAFEB73-B442-224B-96A6-63129BA9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Freeform 116">
              <a:extLst>
                <a:ext uri="{FF2B5EF4-FFF2-40B4-BE49-F238E27FC236}">
                  <a16:creationId xmlns:a16="http://schemas.microsoft.com/office/drawing/2014/main" id="{E0880A41-79A8-9248-8678-A4C1ACE4B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Oval 117">
              <a:extLst>
                <a:ext uri="{FF2B5EF4-FFF2-40B4-BE49-F238E27FC236}">
                  <a16:creationId xmlns:a16="http://schemas.microsoft.com/office/drawing/2014/main" id="{11D25FBB-2A67-A949-8638-6A82B88E1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Freeform 118">
              <a:extLst>
                <a:ext uri="{FF2B5EF4-FFF2-40B4-BE49-F238E27FC236}">
                  <a16:creationId xmlns:a16="http://schemas.microsoft.com/office/drawing/2014/main" id="{9FEB11C7-9DF6-A746-9A7F-CE68217C1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AutoShape 119">
              <a:extLst>
                <a:ext uri="{FF2B5EF4-FFF2-40B4-BE49-F238E27FC236}">
                  <a16:creationId xmlns:a16="http://schemas.microsoft.com/office/drawing/2014/main" id="{D279A648-2B84-1346-BF0F-DB65CFB07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AutoShape 120">
              <a:extLst>
                <a:ext uri="{FF2B5EF4-FFF2-40B4-BE49-F238E27FC236}">
                  <a16:creationId xmlns:a16="http://schemas.microsoft.com/office/drawing/2014/main" id="{0EDBF10F-D10C-CA46-A0A9-1ACE621A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Oval 121">
              <a:extLst>
                <a:ext uri="{FF2B5EF4-FFF2-40B4-BE49-F238E27FC236}">
                  <a16:creationId xmlns:a16="http://schemas.microsoft.com/office/drawing/2014/main" id="{E4E41E31-C9C4-AF4E-A419-E8421CCEF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Oval 122">
              <a:extLst>
                <a:ext uri="{FF2B5EF4-FFF2-40B4-BE49-F238E27FC236}">
                  <a16:creationId xmlns:a16="http://schemas.microsoft.com/office/drawing/2014/main" id="{2C59CE5F-437A-C441-8354-653004105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9" name="Oval 123">
              <a:extLst>
                <a:ext uri="{FF2B5EF4-FFF2-40B4-BE49-F238E27FC236}">
                  <a16:creationId xmlns:a16="http://schemas.microsoft.com/office/drawing/2014/main" id="{E077C775-39FA-824B-8701-FA02EBEDC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Rectangle 124">
              <a:extLst>
                <a:ext uri="{FF2B5EF4-FFF2-40B4-BE49-F238E27FC236}">
                  <a16:creationId xmlns:a16="http://schemas.microsoft.com/office/drawing/2014/main" id="{858DFD8B-E1AF-0646-911F-639730691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2804BB5E-F6B2-BA48-BFC5-59C8B165B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3268800" y="4354560"/>
              <a:ext cx="5587920" cy="433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3040" y="4341600"/>
                <a:ext cx="5607000" cy="44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069188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BFCD11-5906-2A4E-A43A-FDD7C6C00AF4}"/>
              </a:ext>
            </a:extLst>
          </p:cNvPr>
          <p:cNvSpPr/>
          <p:nvPr/>
        </p:nvSpPr>
        <p:spPr>
          <a:xfrm>
            <a:off x="814408" y="4797229"/>
            <a:ext cx="5545130" cy="1730465"/>
          </a:xfrm>
          <a:prstGeom prst="round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sequence numbers, ACKs</a:t>
            </a:r>
            <a:endParaRPr lang="en-US" sz="4400" b="0" dirty="0"/>
          </a:p>
        </p:txBody>
      </p:sp>
      <p:sp>
        <p:nvSpPr>
          <p:cNvPr id="223" name="Rectangle 5">
            <a:extLst>
              <a:ext uri="{FF2B5EF4-FFF2-40B4-BE49-F238E27FC236}">
                <a16:creationId xmlns:a16="http://schemas.microsoft.com/office/drawing/2014/main" id="{D2976065-03BB-9A44-9CEB-93BE9CAA8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71" y="1355712"/>
            <a:ext cx="5096669" cy="131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Sequence numbers:</a:t>
            </a:r>
          </a:p>
          <a:p>
            <a:pPr marL="635000" marR="0" lvl="1" indent="-27781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byte stream 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number” of first byte in segment’s data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4" name="Group 192">
            <a:extLst>
              <a:ext uri="{FF2B5EF4-FFF2-40B4-BE49-F238E27FC236}">
                <a16:creationId xmlns:a16="http://schemas.microsoft.com/office/drawing/2014/main" id="{9FCDCC73-BB43-8046-8E2C-1100B11E1F9D}"/>
              </a:ext>
            </a:extLst>
          </p:cNvPr>
          <p:cNvGrpSpPr>
            <a:grpSpLocks/>
          </p:cNvGrpSpPr>
          <p:nvPr/>
        </p:nvGrpSpPr>
        <p:grpSpPr bwMode="auto">
          <a:xfrm>
            <a:off x="7783528" y="3989281"/>
            <a:ext cx="3086106" cy="2541588"/>
            <a:chOff x="3520" y="2404"/>
            <a:chExt cx="1944" cy="1601"/>
          </a:xfrm>
        </p:grpSpPr>
        <p:sp>
          <p:nvSpPr>
            <p:cNvPr id="225" name="Rectangle 167">
              <a:extLst>
                <a:ext uri="{FF2B5EF4-FFF2-40B4-BE49-F238E27FC236}">
                  <a16:creationId xmlns:a16="http://schemas.microsoft.com/office/drawing/2014/main" id="{9463A16E-CF3F-744B-B6DB-33800BAB4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589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6" name="Group 148">
              <a:extLst>
                <a:ext uri="{FF2B5EF4-FFF2-40B4-BE49-F238E27FC236}">
                  <a16:creationId xmlns:a16="http://schemas.microsoft.com/office/drawing/2014/main" id="{841F4166-2762-C948-9842-0D47AF0FC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1" y="3291"/>
              <a:ext cx="1252" cy="714"/>
              <a:chOff x="1974" y="2984"/>
              <a:chExt cx="1252" cy="714"/>
            </a:xfrm>
          </p:grpSpPr>
          <p:sp>
            <p:nvSpPr>
              <p:cNvPr id="229" name="Rectangle 149">
                <a:extLst>
                  <a:ext uri="{FF2B5EF4-FFF2-40B4-BE49-F238E27FC236}">
                    <a16:creationId xmlns:a16="http://schemas.microsoft.com/office/drawing/2014/main" id="{6E7D0693-0288-9A4A-9FBC-6B90B9B96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Text Box 150">
                <a:extLst>
                  <a:ext uri="{FF2B5EF4-FFF2-40B4-BE49-F238E27FC236}">
                    <a16:creationId xmlns:a16="http://schemas.microsoft.com/office/drawing/2014/main" id="{62697352-4BED-A64F-8830-504FE043B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source port #</a:t>
                </a:r>
              </a:p>
            </p:txBody>
          </p:sp>
          <p:sp>
            <p:nvSpPr>
              <p:cNvPr id="231" name="Text Box 151">
                <a:extLst>
                  <a:ext uri="{FF2B5EF4-FFF2-40B4-BE49-F238E27FC236}">
                    <a16:creationId xmlns:a16="http://schemas.microsoft.com/office/drawing/2014/main" id="{2C0BFF63-7DCB-6D4D-AF9A-56894AAAD8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 port #</a:t>
                </a:r>
              </a:p>
            </p:txBody>
          </p:sp>
          <p:sp>
            <p:nvSpPr>
              <p:cNvPr id="232" name="Text Box 152">
                <a:extLst>
                  <a:ext uri="{FF2B5EF4-FFF2-40B4-BE49-F238E27FC236}">
                    <a16:creationId xmlns:a16="http://schemas.microsoft.com/office/drawing/2014/main" id="{69698EB5-AC5E-124A-AB12-0B1B72742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sequence number</a:t>
                </a:r>
              </a:p>
            </p:txBody>
          </p:sp>
          <p:sp>
            <p:nvSpPr>
              <p:cNvPr id="233" name="Text Box 153">
                <a:extLst>
                  <a:ext uri="{FF2B5EF4-FFF2-40B4-BE49-F238E27FC236}">
                    <a16:creationId xmlns:a16="http://schemas.microsoft.com/office/drawing/2014/main" id="{697ADB2B-E096-7A41-ACDA-9E058B2EFF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4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234" name="Text Box 154">
                <a:extLst>
                  <a:ext uri="{FF2B5EF4-FFF2-40B4-BE49-F238E27FC236}">
                    <a16:creationId xmlns:a16="http://schemas.microsoft.com/office/drawing/2014/main" id="{FD66858C-8D5E-8443-9F2A-57EB759D3E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checksum</a:t>
                </a:r>
              </a:p>
            </p:txBody>
          </p:sp>
          <p:sp>
            <p:nvSpPr>
              <p:cNvPr id="235" name="Line 155">
                <a:extLst>
                  <a:ext uri="{FF2B5EF4-FFF2-40B4-BE49-F238E27FC236}">
                    <a16:creationId xmlns:a16="http://schemas.microsoft.com/office/drawing/2014/main" id="{3FFD0288-879C-5D4E-AB0C-3445A5A97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156">
                <a:extLst>
                  <a:ext uri="{FF2B5EF4-FFF2-40B4-BE49-F238E27FC236}">
                    <a16:creationId xmlns:a16="http://schemas.microsoft.com/office/drawing/2014/main" id="{258401F9-F43D-C344-A200-772A5E1E1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157">
                <a:extLst>
                  <a:ext uri="{FF2B5EF4-FFF2-40B4-BE49-F238E27FC236}">
                    <a16:creationId xmlns:a16="http://schemas.microsoft.com/office/drawing/2014/main" id="{1E8AD451-7070-4243-A92C-2F6573F94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8" name="Line 158">
                <a:extLst>
                  <a:ext uri="{FF2B5EF4-FFF2-40B4-BE49-F238E27FC236}">
                    <a16:creationId xmlns:a16="http://schemas.microsoft.com/office/drawing/2014/main" id="{A4BD4C96-4E2A-074E-8E46-E4BF76ED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9" name="Line 159">
                <a:extLst>
                  <a:ext uri="{FF2B5EF4-FFF2-40B4-BE49-F238E27FC236}">
                    <a16:creationId xmlns:a16="http://schemas.microsoft.com/office/drawing/2014/main" id="{2153A22B-2E95-B947-A87C-50991B8DB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Line 160">
                <a:extLst>
                  <a:ext uri="{FF2B5EF4-FFF2-40B4-BE49-F238E27FC236}">
                    <a16:creationId xmlns:a16="http://schemas.microsoft.com/office/drawing/2014/main" id="{BE256B00-4CFB-254F-8432-198CA45B2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1" name="Text Box 161">
                <a:extLst>
                  <a:ext uri="{FF2B5EF4-FFF2-40B4-BE49-F238E27FC236}">
                    <a16:creationId xmlns:a16="http://schemas.microsoft.com/office/drawing/2014/main" id="{B0718275-925B-4143-80DA-87B3357095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rwnd</a:t>
                </a:r>
              </a:p>
            </p:txBody>
          </p:sp>
          <p:sp>
            <p:nvSpPr>
              <p:cNvPr id="242" name="Text Box 162">
                <a:extLst>
                  <a:ext uri="{FF2B5EF4-FFF2-40B4-BE49-F238E27FC236}">
                    <a16:creationId xmlns:a16="http://schemas.microsoft.com/office/drawing/2014/main" id="{539F6CE1-CE5E-234B-9AFA-A6F2301930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urg pointer</a:t>
                </a:r>
              </a:p>
            </p:txBody>
          </p:sp>
          <p:sp>
            <p:nvSpPr>
              <p:cNvPr id="243" name="Line 163">
                <a:extLst>
                  <a:ext uri="{FF2B5EF4-FFF2-40B4-BE49-F238E27FC236}">
                    <a16:creationId xmlns:a16="http://schemas.microsoft.com/office/drawing/2014/main" id="{6A1FC325-C1C9-E145-AB86-EB4CA77AB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Line 164">
                <a:extLst>
                  <a:ext uri="{FF2B5EF4-FFF2-40B4-BE49-F238E27FC236}">
                    <a16:creationId xmlns:a16="http://schemas.microsoft.com/office/drawing/2014/main" id="{A57D4AEC-EA9B-6441-B943-116E0B655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7" name="Text Box 166">
              <a:extLst>
                <a:ext uri="{FF2B5EF4-FFF2-40B4-BE49-F238E27FC236}">
                  <a16:creationId xmlns:a16="http://schemas.microsoft.com/office/drawing/2014/main" id="{A11A42A2-3DE7-8749-BEFC-4B12DFD4E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" y="3092"/>
              <a:ext cx="19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outgoing segment from receiver</a:t>
              </a:r>
            </a:p>
          </p:txBody>
        </p:sp>
        <p:sp>
          <p:nvSpPr>
            <p:cNvPr id="228" name="Freeform 168">
              <a:extLst>
                <a:ext uri="{FF2B5EF4-FFF2-40B4-BE49-F238E27FC236}">
                  <a16:creationId xmlns:a16="http://schemas.microsoft.com/office/drawing/2014/main" id="{06FB8DE4-FF8B-2A4C-9587-9B7067BCC3D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99" y="2404"/>
              <a:ext cx="107" cy="119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13768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5" name="Group 195">
            <a:extLst>
              <a:ext uri="{FF2B5EF4-FFF2-40B4-BE49-F238E27FC236}">
                <a16:creationId xmlns:a16="http://schemas.microsoft.com/office/drawing/2014/main" id="{B37D7216-C212-C843-A667-53A7C0B847CF}"/>
              </a:ext>
            </a:extLst>
          </p:cNvPr>
          <p:cNvGrpSpPr>
            <a:grpSpLocks/>
          </p:cNvGrpSpPr>
          <p:nvPr/>
        </p:nvGrpSpPr>
        <p:grpSpPr bwMode="auto">
          <a:xfrm>
            <a:off x="8685214" y="6022869"/>
            <a:ext cx="358775" cy="304800"/>
            <a:chOff x="5144" y="3677"/>
            <a:chExt cx="226" cy="192"/>
          </a:xfrm>
        </p:grpSpPr>
        <p:sp>
          <p:nvSpPr>
            <p:cNvPr id="246" name="Rectangle 194">
              <a:extLst>
                <a:ext uri="{FF2B5EF4-FFF2-40B4-BE49-F238E27FC236}">
                  <a16:creationId xmlns:a16="http://schemas.microsoft.com/office/drawing/2014/main" id="{43AFBFF1-B1C6-C147-BB51-D67A05310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2" y="3716"/>
              <a:ext cx="88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93">
              <a:extLst>
                <a:ext uri="{FF2B5EF4-FFF2-40B4-BE49-F238E27FC236}">
                  <a16:creationId xmlns:a16="http://schemas.microsoft.com/office/drawing/2014/main" id="{BF6FCEAE-49B5-A041-A298-4CB690E54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4" y="3677"/>
              <a:ext cx="22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charset="0"/>
                  <a:ea typeface="ＭＳ Ｐゴシック" charset="0"/>
                  <a:cs typeface="+mn-cs"/>
                </a:rPr>
                <a:t>A</a:t>
              </a:r>
            </a:p>
          </p:txBody>
        </p:sp>
      </p:grpSp>
      <p:sp>
        <p:nvSpPr>
          <p:cNvPr id="248" name="Rectangle 37">
            <a:extLst>
              <a:ext uri="{FF2B5EF4-FFF2-40B4-BE49-F238E27FC236}">
                <a16:creationId xmlns:a16="http://schemas.microsoft.com/office/drawing/2014/main" id="{A8678432-C6E0-9045-9DFE-9E95FBC2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7" y="3123626"/>
            <a:ext cx="65087" cy="6223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9" name="Rectangle 39">
            <a:extLst>
              <a:ext uri="{FF2B5EF4-FFF2-40B4-BE49-F238E27FC236}">
                <a16:creationId xmlns:a16="http://schemas.microsoft.com/office/drawing/2014/main" id="{92ADD221-F1C3-B645-92EB-9D1C9315A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4" y="3125214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0" name="Rectangle 40">
            <a:extLst>
              <a:ext uri="{FF2B5EF4-FFF2-40B4-BE49-F238E27FC236}">
                <a16:creationId xmlns:a16="http://schemas.microsoft.com/office/drawing/2014/main" id="{BB8D0EB3-2337-2A41-9EFC-CC44292E2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1" name="Rectangle 41">
            <a:extLst>
              <a:ext uri="{FF2B5EF4-FFF2-40B4-BE49-F238E27FC236}">
                <a16:creationId xmlns:a16="http://schemas.microsoft.com/office/drawing/2014/main" id="{08B40AAE-C4F3-B24B-A758-0CBE422C1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7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2" name="Rectangle 42">
            <a:extLst>
              <a:ext uri="{FF2B5EF4-FFF2-40B4-BE49-F238E27FC236}">
                <a16:creationId xmlns:a16="http://schemas.microsoft.com/office/drawing/2014/main" id="{1B696D21-4399-C041-91DC-701FB61A0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7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3" name="Rectangle 43">
            <a:extLst>
              <a:ext uri="{FF2B5EF4-FFF2-40B4-BE49-F238E27FC236}">
                <a16:creationId xmlns:a16="http://schemas.microsoft.com/office/drawing/2014/main" id="{2CEBC228-9E7F-7E48-9C85-63629AFC0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4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4" name="Rectangle 45">
            <a:extLst>
              <a:ext uri="{FF2B5EF4-FFF2-40B4-BE49-F238E27FC236}">
                <a16:creationId xmlns:a16="http://schemas.microsoft.com/office/drawing/2014/main" id="{499D6101-0E72-764D-90A9-65FA5E92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0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5" name="Rectangle 46">
            <a:extLst>
              <a:ext uri="{FF2B5EF4-FFF2-40B4-BE49-F238E27FC236}">
                <a16:creationId xmlns:a16="http://schemas.microsoft.com/office/drawing/2014/main" id="{69025D46-11EA-C34F-8D0D-7B789A5DB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6" name="Rectangle 47">
            <a:extLst>
              <a:ext uri="{FF2B5EF4-FFF2-40B4-BE49-F238E27FC236}">
                <a16:creationId xmlns:a16="http://schemas.microsoft.com/office/drawing/2014/main" id="{097282D2-CB09-6743-BD88-978413D66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7" name="Rectangle 50">
            <a:extLst>
              <a:ext uri="{FF2B5EF4-FFF2-40B4-BE49-F238E27FC236}">
                <a16:creationId xmlns:a16="http://schemas.microsoft.com/office/drawing/2014/main" id="{C44BBA4A-C75F-6344-A7C0-80FA59F96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02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8" name="Rectangle 51">
            <a:extLst>
              <a:ext uri="{FF2B5EF4-FFF2-40B4-BE49-F238E27FC236}">
                <a16:creationId xmlns:a16="http://schemas.microsoft.com/office/drawing/2014/main" id="{660EEC78-FF50-7445-8190-34F202635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7" y="3125214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9" name="Rectangle 52">
            <a:extLst>
              <a:ext uri="{FF2B5EF4-FFF2-40B4-BE49-F238E27FC236}">
                <a16:creationId xmlns:a16="http://schemas.microsoft.com/office/drawing/2014/main" id="{BF1D4EAF-3E48-E64D-A9F0-800C14DE4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16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0" name="Rectangle 53">
            <a:extLst>
              <a:ext uri="{FF2B5EF4-FFF2-40B4-BE49-F238E27FC236}">
                <a16:creationId xmlns:a16="http://schemas.microsoft.com/office/drawing/2014/main" id="{7F7F3BD0-061B-0346-BC6C-7C752F28E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1" name="Rectangle 54">
            <a:extLst>
              <a:ext uri="{FF2B5EF4-FFF2-40B4-BE49-F238E27FC236}">
                <a16:creationId xmlns:a16="http://schemas.microsoft.com/office/drawing/2014/main" id="{1419AB61-44E3-7B43-ADE9-9DF5C9E18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9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2" name="Rectangle 55">
            <a:extLst>
              <a:ext uri="{FF2B5EF4-FFF2-40B4-BE49-F238E27FC236}">
                <a16:creationId xmlns:a16="http://schemas.microsoft.com/office/drawing/2014/main" id="{FA07924E-D97C-9E4F-9629-377D86F6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089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3" name="Rectangle 56">
            <a:extLst>
              <a:ext uri="{FF2B5EF4-FFF2-40B4-BE49-F238E27FC236}">
                <a16:creationId xmlns:a16="http://schemas.microsoft.com/office/drawing/2014/main" id="{78BBA4C2-77BF-7140-8522-72AA5C9F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16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4" name="Rectangle 57">
            <a:extLst>
              <a:ext uri="{FF2B5EF4-FFF2-40B4-BE49-F238E27FC236}">
                <a16:creationId xmlns:a16="http://schemas.microsoft.com/office/drawing/2014/main" id="{8C781153-D0D1-4F49-A7D5-E9E0E02C7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41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5" name="Rectangle 58">
            <a:extLst>
              <a:ext uri="{FF2B5EF4-FFF2-40B4-BE49-F238E27FC236}">
                <a16:creationId xmlns:a16="http://schemas.microsoft.com/office/drawing/2014/main" id="{1252424B-0051-8B4E-8014-7CDFA8998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6" name="Rectangle 59">
            <a:extLst>
              <a:ext uri="{FF2B5EF4-FFF2-40B4-BE49-F238E27FC236}">
                <a16:creationId xmlns:a16="http://schemas.microsoft.com/office/drawing/2014/main" id="{FA783663-FBFD-1D4F-94E0-8E0786489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5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7" name="Rectangle 60">
            <a:extLst>
              <a:ext uri="{FF2B5EF4-FFF2-40B4-BE49-F238E27FC236}">
                <a16:creationId xmlns:a16="http://schemas.microsoft.com/office/drawing/2014/main" id="{9A20FCBA-A9E2-494E-8A95-747703BA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0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8" name="Rectangle 61">
            <a:extLst>
              <a:ext uri="{FF2B5EF4-FFF2-40B4-BE49-F238E27FC236}">
                <a16:creationId xmlns:a16="http://schemas.microsoft.com/office/drawing/2014/main" id="{BD15B2FA-70B2-F44B-A21B-EE69A9B05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4" y="3122039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9" name="Rectangle 62">
            <a:extLst>
              <a:ext uri="{FF2B5EF4-FFF2-40B4-BE49-F238E27FC236}">
                <a16:creationId xmlns:a16="http://schemas.microsoft.com/office/drawing/2014/main" id="{FCC59CFB-2A58-CB44-B886-3040D9E44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139" y="3122039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0" name="Rectangle 63">
            <a:extLst>
              <a:ext uri="{FF2B5EF4-FFF2-40B4-BE49-F238E27FC236}">
                <a16:creationId xmlns:a16="http://schemas.microsoft.com/office/drawing/2014/main" id="{C2CEED62-895E-984B-A8A4-247D41CE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97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1" name="Rectangle 64">
            <a:extLst>
              <a:ext uri="{FF2B5EF4-FFF2-40B4-BE49-F238E27FC236}">
                <a16:creationId xmlns:a16="http://schemas.microsoft.com/office/drawing/2014/main" id="{A927D859-82EA-9A4A-9764-093C53E03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22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2" name="Rectangle 65">
            <a:extLst>
              <a:ext uri="{FF2B5EF4-FFF2-40B4-BE49-F238E27FC236}">
                <a16:creationId xmlns:a16="http://schemas.microsoft.com/office/drawing/2014/main" id="{F473CF44-260A-E04B-8696-E13EFF7EE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2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3" name="Rectangle 66">
            <a:extLst>
              <a:ext uri="{FF2B5EF4-FFF2-40B4-BE49-F238E27FC236}">
                <a16:creationId xmlns:a16="http://schemas.microsoft.com/office/drawing/2014/main" id="{489A018C-E3FF-AC42-A61C-40BC11AD7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7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4" name="Rectangle 68">
            <a:extLst>
              <a:ext uri="{FF2B5EF4-FFF2-40B4-BE49-F238E27FC236}">
                <a16:creationId xmlns:a16="http://schemas.microsoft.com/office/drawing/2014/main" id="{15DBA7E3-2A55-A347-8398-5FF2E190C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2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5" name="Rectangle 69">
            <a:extLst>
              <a:ext uri="{FF2B5EF4-FFF2-40B4-BE49-F238E27FC236}">
                <a16:creationId xmlns:a16="http://schemas.microsoft.com/office/drawing/2014/main" id="{C41C2999-2C3A-6B42-BFD4-461D81F33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7052" y="3125214"/>
            <a:ext cx="65087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6" name="Rectangle 70">
            <a:extLst>
              <a:ext uri="{FF2B5EF4-FFF2-40B4-BE49-F238E27FC236}">
                <a16:creationId xmlns:a16="http://schemas.microsoft.com/office/drawing/2014/main" id="{C31E0892-5A99-CC4B-9267-B95157619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889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7" name="Rectangle 71">
            <a:extLst>
              <a:ext uri="{FF2B5EF4-FFF2-40B4-BE49-F238E27FC236}">
                <a16:creationId xmlns:a16="http://schemas.microsoft.com/office/drawing/2014/main" id="{F4A34BCF-97FE-9043-BC3E-A64DDF0FE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23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8" name="Rectangle 72">
            <a:extLst>
              <a:ext uri="{FF2B5EF4-FFF2-40B4-BE49-F238E27FC236}">
                <a16:creationId xmlns:a16="http://schemas.microsoft.com/office/drawing/2014/main" id="{AF39E66A-9553-3344-9AD6-6EDA216F2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756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9" name="Rectangle 73">
            <a:extLst>
              <a:ext uri="{FF2B5EF4-FFF2-40B4-BE49-F238E27FC236}">
                <a16:creationId xmlns:a16="http://schemas.microsoft.com/office/drawing/2014/main" id="{ECFAFFA1-A372-CF41-884A-8A8C27CF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0" name="Rectangle 74">
            <a:extLst>
              <a:ext uri="{FF2B5EF4-FFF2-40B4-BE49-F238E27FC236}">
                <a16:creationId xmlns:a16="http://schemas.microsoft.com/office/drawing/2014/main" id="{3C3828F5-F0A3-9B49-AB1D-346F1948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4889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1" name="Rectangle 75">
            <a:extLst>
              <a:ext uri="{FF2B5EF4-FFF2-40B4-BE49-F238E27FC236}">
                <a16:creationId xmlns:a16="http://schemas.microsoft.com/office/drawing/2014/main" id="{E047C25C-F28E-9A40-9394-4DFA7C5C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1727" y="3123626"/>
            <a:ext cx="65087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2" name="Rectangle 76">
            <a:extLst>
              <a:ext uri="{FF2B5EF4-FFF2-40B4-BE49-F238E27FC236}">
                <a16:creationId xmlns:a16="http://schemas.microsoft.com/office/drawing/2014/main" id="{95AB1F8C-60E0-6E4E-BBC9-6AFCA871B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7" y="3123626"/>
            <a:ext cx="65087" cy="622300"/>
          </a:xfrm>
          <a:prstGeom prst="rect">
            <a:avLst/>
          </a:pr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3" name="Rectangle 78">
            <a:extLst>
              <a:ext uri="{FF2B5EF4-FFF2-40B4-BE49-F238E27FC236}">
                <a16:creationId xmlns:a16="http://schemas.microsoft.com/office/drawing/2014/main" id="{4C4E8CF6-C760-5B4C-9C8B-724BC7EC9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4" y="3861814"/>
            <a:ext cx="3408363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4" name="Rectangle 79">
            <a:extLst>
              <a:ext uri="{FF2B5EF4-FFF2-40B4-BE49-F238E27FC236}">
                <a16:creationId xmlns:a16="http://schemas.microsoft.com/office/drawing/2014/main" id="{19F096B9-3111-7D40-B5B1-AE181A6D6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9" y="3014089"/>
            <a:ext cx="3408363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5" name="Line 80">
            <a:extLst>
              <a:ext uri="{FF2B5EF4-FFF2-40B4-BE49-F238E27FC236}">
                <a16:creationId xmlns:a16="http://schemas.microsoft.com/office/drawing/2014/main" id="{E753CF95-7893-FD4E-BE3D-215F410E8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4" y="3976114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6" name="Line 82">
            <a:extLst>
              <a:ext uri="{FF2B5EF4-FFF2-40B4-BE49-F238E27FC236}">
                <a16:creationId xmlns:a16="http://schemas.microsoft.com/office/drawing/2014/main" id="{A84B4DF1-EC9A-7F46-AA18-AD952AC6B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5902" y="3977701"/>
            <a:ext cx="8683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7" name="Line 83">
            <a:extLst>
              <a:ext uri="{FF2B5EF4-FFF2-40B4-BE49-F238E27FC236}">
                <a16:creationId xmlns:a16="http://schemas.microsoft.com/office/drawing/2014/main" id="{F05D6B54-06E8-3340-AF49-E2A2D7CDB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9329739" y="3976114"/>
            <a:ext cx="8016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8" name="Line 84">
            <a:extLst>
              <a:ext uri="{FF2B5EF4-FFF2-40B4-BE49-F238E27FC236}">
                <a16:creationId xmlns:a16="http://schemas.microsoft.com/office/drawing/2014/main" id="{B41A428C-2E0E-ED49-9C7F-ADDB6951A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7" y="3977701"/>
            <a:ext cx="5286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9" name="Line 87">
            <a:extLst>
              <a:ext uri="{FF2B5EF4-FFF2-40B4-BE49-F238E27FC236}">
                <a16:creationId xmlns:a16="http://schemas.microsoft.com/office/drawing/2014/main" id="{F10E82D1-86EA-0A43-A26B-826B8C656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2939" y="3999926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0" name="Line 88">
            <a:extLst>
              <a:ext uri="{FF2B5EF4-FFF2-40B4-BE49-F238E27FC236}">
                <a16:creationId xmlns:a16="http://schemas.microsoft.com/office/drawing/2014/main" id="{849D7775-1F0E-F446-AFC3-AB4363FCD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1664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1" name="Line 89">
            <a:extLst>
              <a:ext uri="{FF2B5EF4-FFF2-40B4-BE49-F238E27FC236}">
                <a16:creationId xmlns:a16="http://schemas.microsoft.com/office/drawing/2014/main" id="{0E0B871C-6367-774B-BA58-EF11B16FA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0814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2" name="Line 90">
            <a:extLst>
              <a:ext uri="{FF2B5EF4-FFF2-40B4-BE49-F238E27FC236}">
                <a16:creationId xmlns:a16="http://schemas.microsoft.com/office/drawing/2014/main" id="{C09F078D-04FC-E640-8A03-2400CC0F0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8039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3" name="Text Box 91">
            <a:extLst>
              <a:ext uri="{FF2B5EF4-FFF2-40B4-BE49-F238E27FC236}">
                <a16:creationId xmlns:a16="http://schemas.microsoft.com/office/drawing/2014/main" id="{39A723B2-B4B0-634D-AE9D-8AC58218E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114" y="4223764"/>
            <a:ext cx="6937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ACKed</a:t>
            </a:r>
          </a:p>
        </p:txBody>
      </p:sp>
      <p:sp>
        <p:nvSpPr>
          <p:cNvPr id="294" name="Text Box 92">
            <a:extLst>
              <a:ext uri="{FF2B5EF4-FFF2-40B4-BE49-F238E27FC236}">
                <a16:creationId xmlns:a16="http://schemas.microsoft.com/office/drawing/2014/main" id="{3B367685-832F-A24C-8E10-9208FC231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188" y="4230114"/>
            <a:ext cx="1139821" cy="68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sent, not-yet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ACKed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(“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in-flight”)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5" name="Text Box 93">
            <a:extLst>
              <a:ext uri="{FF2B5EF4-FFF2-40B4-BE49-F238E27FC236}">
                <a16:creationId xmlns:a16="http://schemas.microsoft.com/office/drawing/2014/main" id="{81CC0B14-ECA5-7042-90A8-A3D1691D8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9677" y="4225351"/>
            <a:ext cx="1066800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usable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but not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yet sent</a:t>
            </a:r>
          </a:p>
        </p:txBody>
      </p:sp>
      <p:sp>
        <p:nvSpPr>
          <p:cNvPr id="296" name="Text Box 94">
            <a:extLst>
              <a:ext uri="{FF2B5EF4-FFF2-40B4-BE49-F238E27FC236}">
                <a16:creationId xmlns:a16="http://schemas.microsoft.com/office/drawing/2014/main" id="{AA04402D-D3B0-AD47-B91F-3AC1C3E2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914" y="4230114"/>
            <a:ext cx="819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not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usable</a:t>
            </a:r>
          </a:p>
        </p:txBody>
      </p:sp>
      <p:sp>
        <p:nvSpPr>
          <p:cNvPr id="297" name="Text Box 96">
            <a:extLst>
              <a:ext uri="{FF2B5EF4-FFF2-40B4-BE49-F238E27FC236}">
                <a16:creationId xmlns:a16="http://schemas.microsoft.com/office/drawing/2014/main" id="{7BC9AF2B-9067-6D40-8AD6-38C8B0980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9564" y="2658489"/>
            <a:ext cx="11318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window size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N</a:t>
            </a:r>
          </a:p>
        </p:txBody>
      </p:sp>
      <p:grpSp>
        <p:nvGrpSpPr>
          <p:cNvPr id="298" name="Group 99">
            <a:extLst>
              <a:ext uri="{FF2B5EF4-FFF2-40B4-BE49-F238E27FC236}">
                <a16:creationId xmlns:a16="http://schemas.microsoft.com/office/drawing/2014/main" id="{24BD0429-57C9-5949-A0FA-36C1FBC99776}"/>
              </a:ext>
            </a:extLst>
          </p:cNvPr>
          <p:cNvGrpSpPr>
            <a:grpSpLocks/>
          </p:cNvGrpSpPr>
          <p:nvPr/>
        </p:nvGrpSpPr>
        <p:grpSpPr bwMode="auto">
          <a:xfrm>
            <a:off x="8696327" y="2882326"/>
            <a:ext cx="593725" cy="136525"/>
            <a:chOff x="4250" y="1692"/>
            <a:chExt cx="374" cy="86"/>
          </a:xfrm>
        </p:grpSpPr>
        <p:sp>
          <p:nvSpPr>
            <p:cNvPr id="299" name="Line 97">
              <a:extLst>
                <a:ext uri="{FF2B5EF4-FFF2-40B4-BE49-F238E27FC236}">
                  <a16:creationId xmlns:a16="http://schemas.microsoft.com/office/drawing/2014/main" id="{A02E02EA-0929-104A-BF00-5ADA492F2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Line 98">
              <a:extLst>
                <a:ext uri="{FF2B5EF4-FFF2-40B4-BE49-F238E27FC236}">
                  <a16:creationId xmlns:a16="http://schemas.microsoft.com/office/drawing/2014/main" id="{BBA1422E-A86D-8048-8C6A-CBCE03DB2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01" name="Group 100">
            <a:extLst>
              <a:ext uri="{FF2B5EF4-FFF2-40B4-BE49-F238E27FC236}">
                <a16:creationId xmlns:a16="http://schemas.microsoft.com/office/drawing/2014/main" id="{953BBB09-1247-E749-B041-4AB4BC053F15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804152" y="2907726"/>
            <a:ext cx="593725" cy="136525"/>
            <a:chOff x="4250" y="1692"/>
            <a:chExt cx="374" cy="86"/>
          </a:xfrm>
        </p:grpSpPr>
        <p:sp>
          <p:nvSpPr>
            <p:cNvPr id="302" name="Line 101">
              <a:extLst>
                <a:ext uri="{FF2B5EF4-FFF2-40B4-BE49-F238E27FC236}">
                  <a16:creationId xmlns:a16="http://schemas.microsoft.com/office/drawing/2014/main" id="{3C66FDCF-F2B7-8447-A6D6-18D719B21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745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102">
              <a:extLst>
                <a:ext uri="{FF2B5EF4-FFF2-40B4-BE49-F238E27FC236}">
                  <a16:creationId xmlns:a16="http://schemas.microsoft.com/office/drawing/2014/main" id="{3E685C18-38D0-2242-B6E7-6B45955EA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9" y="1699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04" name="Text Box 196">
            <a:extLst>
              <a:ext uri="{FF2B5EF4-FFF2-40B4-BE49-F238E27FC236}">
                <a16:creationId xmlns:a16="http://schemas.microsoft.com/office/drawing/2014/main" id="{8A4318F8-8B4B-BA46-9E7C-C771B9AFC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014" y="3677664"/>
            <a:ext cx="317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 sequence number space </a:t>
            </a:r>
          </a:p>
        </p:txBody>
      </p:sp>
      <p:grpSp>
        <p:nvGrpSpPr>
          <p:cNvPr id="305" name="Group 199">
            <a:extLst>
              <a:ext uri="{FF2B5EF4-FFF2-40B4-BE49-F238E27FC236}">
                <a16:creationId xmlns:a16="http://schemas.microsoft.com/office/drawing/2014/main" id="{17C79495-9E5E-D743-8F6F-313B7597C3E0}"/>
              </a:ext>
            </a:extLst>
          </p:cNvPr>
          <p:cNvGrpSpPr>
            <a:grpSpLocks/>
          </p:cNvGrpSpPr>
          <p:nvPr/>
        </p:nvGrpSpPr>
        <p:grpSpPr bwMode="auto">
          <a:xfrm>
            <a:off x="6321427" y="1140839"/>
            <a:ext cx="2952750" cy="1966912"/>
            <a:chOff x="2600" y="665"/>
            <a:chExt cx="1860" cy="1239"/>
          </a:xfrm>
        </p:grpSpPr>
        <p:sp>
          <p:nvSpPr>
            <p:cNvPr id="306" name="Rectangle 171">
              <a:extLst>
                <a:ext uri="{FF2B5EF4-FFF2-40B4-BE49-F238E27FC236}">
                  <a16:creationId xmlns:a16="http://schemas.microsoft.com/office/drawing/2014/main" id="{1EAF4F70-21E7-C34E-8873-423E3B1E6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028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07" name="Group 172">
              <a:extLst>
                <a:ext uri="{FF2B5EF4-FFF2-40B4-BE49-F238E27FC236}">
                  <a16:creationId xmlns:a16="http://schemas.microsoft.com/office/drawing/2014/main" id="{DEE85BA8-BC48-F24A-B3C5-A13DD502AF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0" y="872"/>
              <a:ext cx="1252" cy="714"/>
              <a:chOff x="1976" y="2984"/>
              <a:chExt cx="1252" cy="714"/>
            </a:xfrm>
          </p:grpSpPr>
          <p:sp>
            <p:nvSpPr>
              <p:cNvPr id="310" name="Rectangle 173">
                <a:extLst>
                  <a:ext uri="{FF2B5EF4-FFF2-40B4-BE49-F238E27FC236}">
                    <a16:creationId xmlns:a16="http://schemas.microsoft.com/office/drawing/2014/main" id="{512EC936-B599-4C42-A3CB-F206B3359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1" name="Text Box 174">
                <a:extLst>
                  <a:ext uri="{FF2B5EF4-FFF2-40B4-BE49-F238E27FC236}">
                    <a16:creationId xmlns:a16="http://schemas.microsoft.com/office/drawing/2014/main" id="{D1A37C4D-C221-B944-960D-5E1AC157A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source port #</a:t>
                </a:r>
              </a:p>
            </p:txBody>
          </p:sp>
          <p:sp>
            <p:nvSpPr>
              <p:cNvPr id="312" name="Text Box 175">
                <a:extLst>
                  <a:ext uri="{FF2B5EF4-FFF2-40B4-BE49-F238E27FC236}">
                    <a16:creationId xmlns:a16="http://schemas.microsoft.com/office/drawing/2014/main" id="{DC506D04-4DCA-2A42-8A11-92D274739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 port #</a:t>
                </a:r>
              </a:p>
            </p:txBody>
          </p:sp>
          <p:sp>
            <p:nvSpPr>
              <p:cNvPr id="313" name="Text Box 176">
                <a:extLst>
                  <a:ext uri="{FF2B5EF4-FFF2-40B4-BE49-F238E27FC236}">
                    <a16:creationId xmlns:a16="http://schemas.microsoft.com/office/drawing/2014/main" id="{E9E72ACF-7C4B-3247-896D-D6CDE3C1CE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sequence number</a:t>
                </a:r>
              </a:p>
            </p:txBody>
          </p:sp>
          <p:sp>
            <p:nvSpPr>
              <p:cNvPr id="314" name="Text Box 177">
                <a:extLst>
                  <a:ext uri="{FF2B5EF4-FFF2-40B4-BE49-F238E27FC236}">
                    <a16:creationId xmlns:a16="http://schemas.microsoft.com/office/drawing/2014/main" id="{4A1EA7EA-E261-2540-A61F-14F1D3C627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315" name="Text Box 178">
                <a:extLst>
                  <a:ext uri="{FF2B5EF4-FFF2-40B4-BE49-F238E27FC236}">
                    <a16:creationId xmlns:a16="http://schemas.microsoft.com/office/drawing/2014/main" id="{14D444FC-B976-4B43-AF8C-651999F1E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checksum</a:t>
                </a:r>
              </a:p>
            </p:txBody>
          </p:sp>
          <p:sp>
            <p:nvSpPr>
              <p:cNvPr id="316" name="Line 179">
                <a:extLst>
                  <a:ext uri="{FF2B5EF4-FFF2-40B4-BE49-F238E27FC236}">
                    <a16:creationId xmlns:a16="http://schemas.microsoft.com/office/drawing/2014/main" id="{03CA3683-10CF-2D45-855C-D741CB3E8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7" name="Line 180">
                <a:extLst>
                  <a:ext uri="{FF2B5EF4-FFF2-40B4-BE49-F238E27FC236}">
                    <a16:creationId xmlns:a16="http://schemas.microsoft.com/office/drawing/2014/main" id="{4427CEC2-BFD3-0543-AAB5-E40DA49DC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8" name="Line 181">
                <a:extLst>
                  <a:ext uri="{FF2B5EF4-FFF2-40B4-BE49-F238E27FC236}">
                    <a16:creationId xmlns:a16="http://schemas.microsoft.com/office/drawing/2014/main" id="{83A31360-0241-B24B-9A5B-5DF36A70B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9" name="Line 182">
                <a:extLst>
                  <a:ext uri="{FF2B5EF4-FFF2-40B4-BE49-F238E27FC236}">
                    <a16:creationId xmlns:a16="http://schemas.microsoft.com/office/drawing/2014/main" id="{E2E74D6E-689D-3E49-A5CA-1EB053F0D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0" name="Line 183">
                <a:extLst>
                  <a:ext uri="{FF2B5EF4-FFF2-40B4-BE49-F238E27FC236}">
                    <a16:creationId xmlns:a16="http://schemas.microsoft.com/office/drawing/2014/main" id="{34408127-C1C4-5142-81BC-0772E406A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1" name="Line 184">
                <a:extLst>
                  <a:ext uri="{FF2B5EF4-FFF2-40B4-BE49-F238E27FC236}">
                    <a16:creationId xmlns:a16="http://schemas.microsoft.com/office/drawing/2014/main" id="{AF6C4EF8-1ED8-1A4B-B94D-F145C940A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2" name="Text Box 185">
                <a:extLst>
                  <a:ext uri="{FF2B5EF4-FFF2-40B4-BE49-F238E27FC236}">
                    <a16:creationId xmlns:a16="http://schemas.microsoft.com/office/drawing/2014/main" id="{8F8508CA-EE38-AF4E-A97C-1BE94735E5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rwnd</a:t>
                </a:r>
              </a:p>
            </p:txBody>
          </p:sp>
          <p:sp>
            <p:nvSpPr>
              <p:cNvPr id="323" name="Text Box 186">
                <a:extLst>
                  <a:ext uri="{FF2B5EF4-FFF2-40B4-BE49-F238E27FC236}">
                    <a16:creationId xmlns:a16="http://schemas.microsoft.com/office/drawing/2014/main" id="{88BEC28D-C62B-B54E-A090-DF6809C9E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urg pointer</a:t>
                </a:r>
              </a:p>
            </p:txBody>
          </p:sp>
          <p:sp>
            <p:nvSpPr>
              <p:cNvPr id="324" name="Line 187">
                <a:extLst>
                  <a:ext uri="{FF2B5EF4-FFF2-40B4-BE49-F238E27FC236}">
                    <a16:creationId xmlns:a16="http://schemas.microsoft.com/office/drawing/2014/main" id="{8CC1CABE-C086-144F-8F1F-A7D004A1E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5" name="Line 188">
                <a:extLst>
                  <a:ext uri="{FF2B5EF4-FFF2-40B4-BE49-F238E27FC236}">
                    <a16:creationId xmlns:a16="http://schemas.microsoft.com/office/drawing/2014/main" id="{061C4173-FBA5-7749-BCE1-9EBD070DB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08" name="Text Box 189">
              <a:extLst>
                <a:ext uri="{FF2B5EF4-FFF2-40B4-BE49-F238E27FC236}">
                  <a16:creationId xmlns:a16="http://schemas.microsoft.com/office/drawing/2014/main" id="{961ADE6B-9EA8-FA44-92C6-6941117B3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665"/>
              <a:ext cx="18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outgoing segment from sender</a:t>
              </a:r>
            </a:p>
          </p:txBody>
        </p:sp>
        <p:sp>
          <p:nvSpPr>
            <p:cNvPr id="309" name="Freeform 190">
              <a:extLst>
                <a:ext uri="{FF2B5EF4-FFF2-40B4-BE49-F238E27FC236}">
                  <a16:creationId xmlns:a16="http://schemas.microsoft.com/office/drawing/2014/main" id="{ECB9422A-F7AA-6143-8673-CA97EE9D6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1080"/>
              <a:ext cx="107" cy="82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337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7" name="Rectangle 5">
            <a:extLst>
              <a:ext uri="{FF2B5EF4-FFF2-40B4-BE49-F238E27FC236}">
                <a16:creationId xmlns:a16="http://schemas.microsoft.com/office/drawing/2014/main" id="{6C3FDCE7-5731-3B49-B3F0-A28BEE20C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71" y="2803512"/>
            <a:ext cx="5096669" cy="176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Acknowledgements</a:t>
            </a:r>
            <a:r>
              <a:rPr kumimoji="0" lang="en-US" alt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seq # of next byte expected from other side</a:t>
            </a: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cumulative ACK</a:t>
            </a:r>
          </a:p>
        </p:txBody>
      </p:sp>
      <p:sp>
        <p:nvSpPr>
          <p:cNvPr id="109" name="Slide Number Placeholder 2">
            <a:extLst>
              <a:ext uri="{FF2B5EF4-FFF2-40B4-BE49-F238E27FC236}">
                <a16:creationId xmlns:a16="http://schemas.microsoft.com/office/drawing/2014/main" id="{471D7C94-F1DF-F240-884F-FBFDCBF83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4F5F4-6277-3E47-BA6A-8B8334EB3052}"/>
              </a:ext>
            </a:extLst>
          </p:cNvPr>
          <p:cNvSpPr/>
          <p:nvPr/>
        </p:nvSpPr>
        <p:spPr>
          <a:xfrm>
            <a:off x="814408" y="4797229"/>
            <a:ext cx="53498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u="sng" dirty="0">
                <a:latin typeface="Times" panose="02020603050405020304" pitchFamily="18" charset="0"/>
              </a:rPr>
              <a:t>sequence number </a:t>
            </a:r>
            <a:r>
              <a:rPr lang="en-IN" dirty="0">
                <a:latin typeface="Times" panose="02020603050405020304" pitchFamily="18" charset="0"/>
              </a:rPr>
              <a:t>refers to the stream flowing in the same direction as the segment</a:t>
            </a:r>
          </a:p>
          <a:p>
            <a:endParaRPr lang="en-IN" dirty="0">
              <a:latin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</a:rPr>
              <a:t>While the </a:t>
            </a:r>
            <a:r>
              <a:rPr lang="en-IN" sz="2000" u="sng" dirty="0">
                <a:latin typeface="Times" panose="02020603050405020304" pitchFamily="18" charset="0"/>
              </a:rPr>
              <a:t>acknowledgement number</a:t>
            </a:r>
            <a:r>
              <a:rPr lang="en-IN" dirty="0">
                <a:latin typeface="Times" panose="02020603050405020304" pitchFamily="18" charset="0"/>
              </a:rPr>
              <a:t> refers to the stream flowing in the opposite direction from the segment. 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127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sequence numbers, ACKs</a:t>
            </a:r>
            <a:endParaRPr lang="en-US" sz="4400" b="0" dirty="0"/>
          </a:p>
        </p:txBody>
      </p:sp>
      <p:sp>
        <p:nvSpPr>
          <p:cNvPr id="133" name="Text Box 8">
            <a:extLst>
              <a:ext uri="{FF2B5EF4-FFF2-40B4-BE49-F238E27FC236}">
                <a16:creationId xmlns:a16="http://schemas.microsoft.com/office/drawing/2014/main" id="{4BFA7F94-ECDC-4F4E-BAAE-2F377F89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17" y="4011734"/>
            <a:ext cx="2519185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ACKs receipt of echoed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4" name="Text Box 9">
            <a:extLst>
              <a:ext uri="{FF2B5EF4-FFF2-40B4-BE49-F238E27FC236}">
                <a16:creationId xmlns:a16="http://schemas.microsoft.com/office/drawing/2014/main" id="{6F6C270A-95D4-3B45-95CD-2E7A27820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77" y="3001865"/>
            <a:ext cx="31872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ACKs receipt of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echoes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back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Text Box 11">
            <a:extLst>
              <a:ext uri="{FF2B5EF4-FFF2-40B4-BE49-F238E27FC236}">
                <a16:creationId xmlns:a16="http://schemas.microsoft.com/office/drawing/2014/main" id="{7AB83FEF-E6C5-3C4E-8F11-410822AB9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011" y="5644479"/>
            <a:ext cx="3401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simple telnet scenario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37" name="Text Box 13">
            <a:extLst>
              <a:ext uri="{FF2B5EF4-FFF2-40B4-BE49-F238E27FC236}">
                <a16:creationId xmlns:a16="http://schemas.microsoft.com/office/drawing/2014/main" id="{0851DEB2-88A4-C849-8DEA-02D53E9AB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672" y="1492971"/>
            <a:ext cx="997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138" name="Text Box 17">
            <a:extLst>
              <a:ext uri="{FF2B5EF4-FFF2-40B4-BE49-F238E27FC236}">
                <a16:creationId xmlns:a16="http://schemas.microsoft.com/office/drawing/2014/main" id="{847A8C2E-C7AE-5B45-9FFE-DE39BC58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390" y="1459336"/>
            <a:ext cx="1008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152BC9-BFE2-2C4F-B7CF-DD705BF09468}"/>
              </a:ext>
            </a:extLst>
          </p:cNvPr>
          <p:cNvGrpSpPr/>
          <p:nvPr/>
        </p:nvGrpSpPr>
        <p:grpSpPr>
          <a:xfrm>
            <a:off x="1499000" y="2541021"/>
            <a:ext cx="5581275" cy="780392"/>
            <a:chOff x="1499000" y="2541021"/>
            <a:chExt cx="5581275" cy="780392"/>
          </a:xfrm>
        </p:grpSpPr>
        <p:sp>
          <p:nvSpPr>
            <p:cNvPr id="131" name="Line 4">
              <a:extLst>
                <a:ext uri="{FF2B5EF4-FFF2-40B4-BE49-F238E27FC236}">
                  <a16:creationId xmlns:a16="http://schemas.microsoft.com/office/drawing/2014/main" id="{4E48AD8B-7F93-B847-8494-F0B86AABA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237" y="2749913"/>
              <a:ext cx="2586037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2" name="Text Box 7">
              <a:extLst>
                <a:ext uri="{FF2B5EF4-FFF2-40B4-BE49-F238E27FC236}">
                  <a16:creationId xmlns:a16="http://schemas.microsoft.com/office/drawing/2014/main" id="{B9E9C219-DA90-8A41-A18D-4DF67A2B1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000" y="2541021"/>
              <a:ext cx="2725007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types</a:t>
              </a:r>
              <a:r>
                <a:rPr kumimoji="0" lang="ja-JP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9" name="Rectangle 18">
              <a:extLst>
                <a:ext uri="{FF2B5EF4-FFF2-40B4-BE49-F238E27FC236}">
                  <a16:creationId xmlns:a16="http://schemas.microsoft.com/office/drawing/2014/main" id="{35BA661F-5A22-C84E-B47D-9147B308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037" y="2841988"/>
              <a:ext cx="814387" cy="3794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0" name="Text Box 19">
              <a:extLst>
                <a:ext uri="{FF2B5EF4-FFF2-40B4-BE49-F238E27FC236}">
                  <a16:creationId xmlns:a16="http://schemas.microsoft.com/office/drawing/2014/main" id="{880D64B6-5AB7-0245-B925-5A511DDE9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272" y="2854620"/>
              <a:ext cx="28200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Seq=42, ACK=79, data = 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0581A9F-48A7-D546-AB16-5A259024E309}"/>
              </a:ext>
            </a:extLst>
          </p:cNvPr>
          <p:cNvGrpSpPr/>
          <p:nvPr/>
        </p:nvGrpSpPr>
        <p:grpSpPr>
          <a:xfrm>
            <a:off x="4264368" y="3523026"/>
            <a:ext cx="2813399" cy="800100"/>
            <a:chOff x="4264368" y="3523026"/>
            <a:chExt cx="2813399" cy="800100"/>
          </a:xfrm>
        </p:grpSpPr>
        <p:sp>
          <p:nvSpPr>
            <p:cNvPr id="135" name="Line 10">
              <a:extLst>
                <a:ext uri="{FF2B5EF4-FFF2-40B4-BE49-F238E27FC236}">
                  <a16:creationId xmlns:a16="http://schemas.microsoft.com/office/drawing/2014/main" id="{7C681F4C-24E8-5D43-BE10-D3949F61C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4712" y="3523026"/>
              <a:ext cx="2554287" cy="8001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20">
              <a:extLst>
                <a:ext uri="{FF2B5EF4-FFF2-40B4-BE49-F238E27FC236}">
                  <a16:creationId xmlns:a16="http://schemas.microsoft.com/office/drawing/2014/main" id="{E3E3363E-9511-1A43-912C-05D171708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962" y="3800838"/>
              <a:ext cx="823912" cy="246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2" name="Text Box 21">
              <a:extLst>
                <a:ext uri="{FF2B5EF4-FFF2-40B4-BE49-F238E27FC236}">
                  <a16:creationId xmlns:a16="http://schemas.microsoft.com/office/drawing/2014/main" id="{18709FF4-595B-2F4F-9697-F2C14F760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368" y="3736718"/>
              <a:ext cx="281339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Seq=79, ACK=43, data = 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A6C1350-9453-1E48-8790-F100F9587769}"/>
              </a:ext>
            </a:extLst>
          </p:cNvPr>
          <p:cNvGrpSpPr/>
          <p:nvPr/>
        </p:nvGrpSpPr>
        <p:grpSpPr>
          <a:xfrm>
            <a:off x="4339949" y="4518388"/>
            <a:ext cx="2590800" cy="506413"/>
            <a:chOff x="4339949" y="4518388"/>
            <a:chExt cx="2590800" cy="506413"/>
          </a:xfrm>
        </p:grpSpPr>
        <p:sp>
          <p:nvSpPr>
            <p:cNvPr id="130" name="Line 3">
              <a:extLst>
                <a:ext uri="{FF2B5EF4-FFF2-40B4-BE49-F238E27FC236}">
                  <a16:creationId xmlns:a16="http://schemas.microsoft.com/office/drawing/2014/main" id="{21939EAE-12FE-4B4B-8477-DA966E53E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949" y="4518388"/>
              <a:ext cx="2590800" cy="50641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3" name="Rectangle 22">
              <a:extLst>
                <a:ext uri="{FF2B5EF4-FFF2-40B4-BE49-F238E27FC236}">
                  <a16:creationId xmlns:a16="http://schemas.microsoft.com/office/drawing/2014/main" id="{36373196-F0F3-9041-A157-0DFF0B56B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8637" y="4648563"/>
              <a:ext cx="958850" cy="357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4" name="Text Box 23">
              <a:extLst>
                <a:ext uri="{FF2B5EF4-FFF2-40B4-BE49-F238E27FC236}">
                  <a16:creationId xmlns:a16="http://schemas.microsoft.com/office/drawing/2014/main" id="{2C94660D-0BE1-434B-85A6-BB228499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4710" y="4609843"/>
              <a:ext cx="17122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Seq=43, ACK=80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Line 24">
            <a:extLst>
              <a:ext uri="{FF2B5EF4-FFF2-40B4-BE49-F238E27FC236}">
                <a16:creationId xmlns:a16="http://schemas.microsoft.com/office/drawing/2014/main" id="{4198420A-33F5-1542-B39F-616C0F629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2012" y="2508613"/>
            <a:ext cx="0" cy="258762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46" name="Line 25">
            <a:extLst>
              <a:ext uri="{FF2B5EF4-FFF2-40B4-BE49-F238E27FC236}">
                <a16:creationId xmlns:a16="http://schemas.microsoft.com/office/drawing/2014/main" id="{C59AD6B4-1F7E-D046-AE58-B0A214345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4249" y="2561001"/>
            <a:ext cx="0" cy="258762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147" name="Group 27">
            <a:extLst>
              <a:ext uri="{FF2B5EF4-FFF2-40B4-BE49-F238E27FC236}">
                <a16:creationId xmlns:a16="http://schemas.microsoft.com/office/drawing/2014/main" id="{78A4C821-5D3D-F049-95FB-64A6C2EFC29B}"/>
              </a:ext>
            </a:extLst>
          </p:cNvPr>
          <p:cNvGrpSpPr>
            <a:grpSpLocks/>
          </p:cNvGrpSpPr>
          <p:nvPr/>
        </p:nvGrpSpPr>
        <p:grpSpPr bwMode="auto">
          <a:xfrm>
            <a:off x="3824012" y="1687876"/>
            <a:ext cx="755650" cy="782637"/>
            <a:chOff x="-44" y="1473"/>
            <a:chExt cx="981" cy="1105"/>
          </a:xfrm>
        </p:grpSpPr>
        <p:pic>
          <p:nvPicPr>
            <p:cNvPr id="148" name="Picture 28" descr="desktop_computer_stylized_medium">
              <a:extLst>
                <a:ext uri="{FF2B5EF4-FFF2-40B4-BE49-F238E27FC236}">
                  <a16:creationId xmlns:a16="http://schemas.microsoft.com/office/drawing/2014/main" id="{37E197D2-A990-E643-BBEF-3FDB8B30E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9" name="Freeform 29">
              <a:extLst>
                <a:ext uri="{FF2B5EF4-FFF2-40B4-BE49-F238E27FC236}">
                  <a16:creationId xmlns:a16="http://schemas.microsoft.com/office/drawing/2014/main" id="{B63C2E39-A8CB-1F4B-B3CA-E65FF2976D4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0" name="Group 30">
            <a:extLst>
              <a:ext uri="{FF2B5EF4-FFF2-40B4-BE49-F238E27FC236}">
                <a16:creationId xmlns:a16="http://schemas.microsoft.com/office/drawing/2014/main" id="{AEA67504-808C-2C43-80AA-6BED564C9A2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686274" y="1727563"/>
            <a:ext cx="788988" cy="862013"/>
            <a:chOff x="-44" y="1473"/>
            <a:chExt cx="981" cy="1105"/>
          </a:xfrm>
        </p:grpSpPr>
        <p:pic>
          <p:nvPicPr>
            <p:cNvPr id="151" name="Picture 31" descr="desktop_computer_stylized_medium">
              <a:extLst>
                <a:ext uri="{FF2B5EF4-FFF2-40B4-BE49-F238E27FC236}">
                  <a16:creationId xmlns:a16="http://schemas.microsoft.com/office/drawing/2014/main" id="{0B37A6B2-9E4A-114B-85F9-5E3DF6205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" name="Freeform 32">
              <a:extLst>
                <a:ext uri="{FF2B5EF4-FFF2-40B4-BE49-F238E27FC236}">
                  <a16:creationId xmlns:a16="http://schemas.microsoft.com/office/drawing/2014/main" id="{100E17DE-5CEE-AB45-8E97-F0E8B66179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78778AE-4599-7841-B71E-D835F9A5393E}"/>
              </a:ext>
            </a:extLst>
          </p:cNvPr>
          <p:cNvGrpSpPr/>
          <p:nvPr/>
        </p:nvGrpSpPr>
        <p:grpSpPr>
          <a:xfrm>
            <a:off x="4692316" y="2815389"/>
            <a:ext cx="1388485" cy="1371600"/>
            <a:chOff x="4692316" y="2815389"/>
            <a:chExt cx="1388485" cy="13716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715EF6-F294-3449-96CB-B6947A099ADE}"/>
                </a:ext>
              </a:extLst>
            </p:cNvPr>
            <p:cNvSpPr/>
            <p:nvPr/>
          </p:nvSpPr>
          <p:spPr>
            <a:xfrm>
              <a:off x="5566610" y="3721768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D783624-80C6-2148-8502-F1C29047872A}"/>
                </a:ext>
              </a:extLst>
            </p:cNvPr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07B7D31-A373-0B4B-A1B5-F4FD39A2F3C3}"/>
                </a:ext>
              </a:extLst>
            </p:cNvPr>
            <p:cNvCxnSpPr/>
            <p:nvPr/>
          </p:nvCxnSpPr>
          <p:spPr>
            <a:xfrm flipH="1" flipV="1">
              <a:off x="5117431" y="3224463"/>
              <a:ext cx="513348" cy="513348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45AF06C-D673-CA4F-A51B-93240818CB9A}"/>
              </a:ext>
            </a:extLst>
          </p:cNvPr>
          <p:cNvGrpSpPr/>
          <p:nvPr/>
        </p:nvGrpSpPr>
        <p:grpSpPr>
          <a:xfrm>
            <a:off x="4684295" y="3737810"/>
            <a:ext cx="1982043" cy="1307432"/>
            <a:chOff x="4692316" y="2815389"/>
            <a:chExt cx="1982043" cy="130743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B1B5065-4044-F742-9CE7-C6C1E51A71E8}"/>
                </a:ext>
              </a:extLst>
            </p:cNvPr>
            <p:cNvSpPr/>
            <p:nvPr/>
          </p:nvSpPr>
          <p:spPr>
            <a:xfrm>
              <a:off x="6160168" y="3657600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5F4BEC1-9A8B-BA47-BC77-A5A357B8A4B6}"/>
                </a:ext>
              </a:extLst>
            </p:cNvPr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894C7DC-0B9B-5648-ACEB-7945930EE5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557" y="3224463"/>
              <a:ext cx="970548" cy="521369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1C5C48-402B-A744-B23C-9DA42D7A6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13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3-way handshake</a:t>
            </a:r>
            <a:endParaRPr lang="en-US" sz="4400" b="0" dirty="0"/>
          </a:p>
        </p:txBody>
      </p:sp>
      <p:sp>
        <p:nvSpPr>
          <p:cNvPr id="215" name="Line 5">
            <a:extLst>
              <a:ext uri="{FF2B5EF4-FFF2-40B4-BE49-F238E27FC236}">
                <a16:creationId xmlns:a16="http://schemas.microsoft.com/office/drawing/2014/main" id="{977A2B4A-655D-5443-8A4F-9288451178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6631" y="3078661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16" name="Group 102">
            <a:extLst>
              <a:ext uri="{FF2B5EF4-FFF2-40B4-BE49-F238E27FC236}">
                <a16:creationId xmlns:a16="http://schemas.microsoft.com/office/drawing/2014/main" id="{1F3D6A6C-5FEE-8646-8A80-04AC9F3BFF74}"/>
              </a:ext>
            </a:extLst>
          </p:cNvPr>
          <p:cNvGrpSpPr>
            <a:grpSpLocks/>
          </p:cNvGrpSpPr>
          <p:nvPr/>
        </p:nvGrpSpPr>
        <p:grpSpPr bwMode="auto">
          <a:xfrm>
            <a:off x="2810669" y="3005636"/>
            <a:ext cx="4494212" cy="955675"/>
            <a:chOff x="810" y="1363"/>
            <a:chExt cx="2831" cy="602"/>
          </a:xfrm>
        </p:grpSpPr>
        <p:sp>
          <p:nvSpPr>
            <p:cNvPr id="217" name="Line 10">
              <a:extLst>
                <a:ext uri="{FF2B5EF4-FFF2-40B4-BE49-F238E27FC236}">
                  <a16:creationId xmlns:a16="http://schemas.microsoft.com/office/drawing/2014/main" id="{EE87312F-9111-3748-8D8C-BFB220C5E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Rectangle 12">
              <a:extLst>
                <a:ext uri="{FF2B5EF4-FFF2-40B4-BE49-F238E27FC236}">
                  <a16:creationId xmlns:a16="http://schemas.microsoft.com/office/drawing/2014/main" id="{F50F8FCD-3A00-574F-A159-92B207C5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Text Box 13">
              <a:extLst>
                <a:ext uri="{FF2B5EF4-FFF2-40B4-BE49-F238E27FC236}">
                  <a16:creationId xmlns:a16="http://schemas.microsoft.com/office/drawing/2014/main" id="{24E8EE1C-DBA9-8F4D-82EE-29CEECDFA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624"/>
              <a:ext cx="10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Seq=x</a:t>
              </a:r>
            </a:p>
          </p:txBody>
        </p:sp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343DEBF-07A5-D746-BE48-88F38BD40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1363"/>
              <a:ext cx="123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 msg</a:t>
              </a:r>
            </a:p>
          </p:txBody>
        </p:sp>
      </p:grpSp>
      <p:sp>
        <p:nvSpPr>
          <p:cNvPr id="221" name="Line 22">
            <a:extLst>
              <a:ext uri="{FF2B5EF4-FFF2-40B4-BE49-F238E27FC236}">
                <a16:creationId xmlns:a16="http://schemas.microsoft.com/office/drawing/2014/main" id="{2FC7049F-93A3-A84A-9D90-B3F4B6E3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844" y="3148511"/>
            <a:ext cx="1587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2" name="Text Box 92">
            <a:extLst>
              <a:ext uri="{FF2B5EF4-FFF2-40B4-BE49-F238E27FC236}">
                <a16:creationId xmlns:a16="http://schemas.microsoft.com/office/drawing/2014/main" id="{8192AE36-3CEB-7940-A712-3437D9AE1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831" y="5986961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ESTAB</a:t>
            </a:r>
          </a:p>
        </p:txBody>
      </p:sp>
      <p:grpSp>
        <p:nvGrpSpPr>
          <p:cNvPr id="223" name="Group 109">
            <a:extLst>
              <a:ext uri="{FF2B5EF4-FFF2-40B4-BE49-F238E27FC236}">
                <a16:creationId xmlns:a16="http://schemas.microsoft.com/office/drawing/2014/main" id="{9180F1A8-9EF0-3C49-80B2-6C9528088F36}"/>
              </a:ext>
            </a:extLst>
          </p:cNvPr>
          <p:cNvGrpSpPr>
            <a:grpSpLocks/>
          </p:cNvGrpSpPr>
          <p:nvPr/>
        </p:nvGrpSpPr>
        <p:grpSpPr bwMode="auto">
          <a:xfrm>
            <a:off x="4795044" y="3675561"/>
            <a:ext cx="4519612" cy="1425575"/>
            <a:chOff x="2060" y="1785"/>
            <a:chExt cx="2847" cy="898"/>
          </a:xfrm>
        </p:grpSpPr>
        <p:sp>
          <p:nvSpPr>
            <p:cNvPr id="224" name="Line 11">
              <a:extLst>
                <a:ext uri="{FF2B5EF4-FFF2-40B4-BE49-F238E27FC236}">
                  <a16:creationId xmlns:a16="http://schemas.microsoft.com/office/drawing/2014/main" id="{660BD729-B466-584F-9DAC-1C1358024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Rectangle 14">
              <a:extLst>
                <a:ext uri="{FF2B5EF4-FFF2-40B4-BE49-F238E27FC236}">
                  <a16:creationId xmlns:a16="http://schemas.microsoft.com/office/drawing/2014/main" id="{36832487-CAD9-A047-9D5F-96D1B02D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Text Box 83">
              <a:extLst>
                <a:ext uri="{FF2B5EF4-FFF2-40B4-BE49-F238E27FC236}">
                  <a16:creationId xmlns:a16="http://schemas.microsoft.com/office/drawing/2014/main" id="{393E04DD-B089-D14F-BFBB-76E878EC5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2169"/>
              <a:ext cx="153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ACKbit=1; ACKnum=x+1</a:t>
              </a:r>
            </a:p>
          </p:txBody>
        </p:sp>
        <p:sp>
          <p:nvSpPr>
            <p:cNvPr id="227" name="Text Box 93">
              <a:extLst>
                <a:ext uri="{FF2B5EF4-FFF2-40B4-BE49-F238E27FC236}">
                  <a16:creationId xmlns:a16="http://schemas.microsoft.com/office/drawing/2014/main" id="{D2107B90-790F-D84D-8A95-4CD5BE8D7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" y="1785"/>
              <a:ext cx="1231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y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SYNACK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msg, acking SYN</a:t>
              </a:r>
            </a:p>
          </p:txBody>
        </p:sp>
      </p:grpSp>
      <p:grpSp>
        <p:nvGrpSpPr>
          <p:cNvPr id="228" name="Group 110">
            <a:extLst>
              <a:ext uri="{FF2B5EF4-FFF2-40B4-BE49-F238E27FC236}">
                <a16:creationId xmlns:a16="http://schemas.microsoft.com/office/drawing/2014/main" id="{92A8D17F-88B5-E34B-ADF1-D1D5F4C6CACA}"/>
              </a:ext>
            </a:extLst>
          </p:cNvPr>
          <p:cNvGrpSpPr>
            <a:grpSpLocks/>
          </p:cNvGrpSpPr>
          <p:nvPr/>
        </p:nvGrpSpPr>
        <p:grpSpPr bwMode="auto">
          <a:xfrm>
            <a:off x="2512219" y="4774111"/>
            <a:ext cx="6630987" cy="1373188"/>
            <a:chOff x="622" y="2477"/>
            <a:chExt cx="4177" cy="865"/>
          </a:xfrm>
        </p:grpSpPr>
        <p:sp>
          <p:nvSpPr>
            <p:cNvPr id="229" name="Line 84">
              <a:extLst>
                <a:ext uri="{FF2B5EF4-FFF2-40B4-BE49-F238E27FC236}">
                  <a16:creationId xmlns:a16="http://schemas.microsoft.com/office/drawing/2014/main" id="{31D580AA-9CAF-1544-A3DB-06757FBBB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Rectangle 89">
              <a:extLst>
                <a:ext uri="{FF2B5EF4-FFF2-40B4-BE49-F238E27FC236}">
                  <a16:creationId xmlns:a16="http://schemas.microsoft.com/office/drawing/2014/main" id="{60D16AD1-FAFA-6248-BB4D-76643C40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90">
              <a:extLst>
                <a:ext uri="{FF2B5EF4-FFF2-40B4-BE49-F238E27FC236}">
                  <a16:creationId xmlns:a16="http://schemas.microsoft.com/office/drawing/2014/main" id="{D8F9F960-0A9B-F045-8B04-6F4D63130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85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ACKbit=1, ACKnum=y+1</a:t>
              </a:r>
            </a:p>
          </p:txBody>
        </p:sp>
        <p:sp>
          <p:nvSpPr>
            <p:cNvPr id="232" name="Text Box 94">
              <a:extLst>
                <a:ext uri="{FF2B5EF4-FFF2-40B4-BE49-F238E27FC236}">
                  <a16:creationId xmlns:a16="http://schemas.microsoft.com/office/drawing/2014/main" id="{B9046815-BDD2-9143-979C-D64169C26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2477"/>
              <a:ext cx="1422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SYNACK(x)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server is live;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ACK for SYNACK;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this segment may contain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client-to-server data</a:t>
              </a:r>
            </a:p>
          </p:txBody>
        </p:sp>
        <p:sp>
          <p:nvSpPr>
            <p:cNvPr id="233" name="Text Box 95">
              <a:extLst>
                <a:ext uri="{FF2B5EF4-FFF2-40B4-BE49-F238E27FC236}">
                  <a16:creationId xmlns:a16="http://schemas.microsoft.com/office/drawing/2014/main" id="{ADF0930B-F723-4446-8C5B-8996D5939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042"/>
              <a:ext cx="115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ACK(y)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client is live</a:t>
              </a:r>
            </a:p>
          </p:txBody>
        </p:sp>
      </p:grpSp>
      <p:grpSp>
        <p:nvGrpSpPr>
          <p:cNvPr id="234" name="Group 105">
            <a:extLst>
              <a:ext uri="{FF2B5EF4-FFF2-40B4-BE49-F238E27FC236}">
                <a16:creationId xmlns:a16="http://schemas.microsoft.com/office/drawing/2014/main" id="{45AA77DF-71CD-2E48-9AEE-EC1E8FB1B1C5}"/>
              </a:ext>
            </a:extLst>
          </p:cNvPr>
          <p:cNvGrpSpPr>
            <a:grpSpLocks/>
          </p:cNvGrpSpPr>
          <p:nvPr/>
        </p:nvGrpSpPr>
        <p:grpSpPr bwMode="auto">
          <a:xfrm>
            <a:off x="1813719" y="3043736"/>
            <a:ext cx="1030287" cy="700088"/>
            <a:chOff x="182" y="1387"/>
            <a:chExt cx="649" cy="441"/>
          </a:xfrm>
        </p:grpSpPr>
        <p:sp>
          <p:nvSpPr>
            <p:cNvPr id="235" name="Text Box 91">
              <a:extLst>
                <a:ext uri="{FF2B5EF4-FFF2-40B4-BE49-F238E27FC236}">
                  <a16:creationId xmlns:a16="http://schemas.microsoft.com/office/drawing/2014/main" id="{B93FA479-02A5-4C43-B059-3F1D0BB05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SYNSENT</a:t>
              </a:r>
            </a:p>
          </p:txBody>
        </p:sp>
        <p:sp>
          <p:nvSpPr>
            <p:cNvPr id="236" name="Line 103">
              <a:extLst>
                <a:ext uri="{FF2B5EF4-FFF2-40B4-BE49-F238E27FC236}">
                  <a16:creationId xmlns:a16="http://schemas.microsoft.com/office/drawing/2014/main" id="{C569F88B-55D7-1F45-9FD5-8D995E4C9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37" name="Group 111">
            <a:extLst>
              <a:ext uri="{FF2B5EF4-FFF2-40B4-BE49-F238E27FC236}">
                <a16:creationId xmlns:a16="http://schemas.microsoft.com/office/drawing/2014/main" id="{FBD3641B-4567-B84B-B0A9-51F31757E64D}"/>
              </a:ext>
            </a:extLst>
          </p:cNvPr>
          <p:cNvGrpSpPr>
            <a:grpSpLocks/>
          </p:cNvGrpSpPr>
          <p:nvPr/>
        </p:nvGrpSpPr>
        <p:grpSpPr bwMode="auto">
          <a:xfrm>
            <a:off x="1815306" y="3704136"/>
            <a:ext cx="771525" cy="1622425"/>
            <a:chOff x="183" y="1803"/>
            <a:chExt cx="486" cy="1022"/>
          </a:xfrm>
        </p:grpSpPr>
        <p:sp>
          <p:nvSpPr>
            <p:cNvPr id="238" name="Text Box 16">
              <a:extLst>
                <a:ext uri="{FF2B5EF4-FFF2-40B4-BE49-F238E27FC236}">
                  <a16:creationId xmlns:a16="http://schemas.microsoft.com/office/drawing/2014/main" id="{46A42911-E4FA-6E45-98D3-9BA61AF3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39" name="Line 104">
              <a:extLst>
                <a:ext uri="{FF2B5EF4-FFF2-40B4-BE49-F238E27FC236}">
                  <a16:creationId xmlns:a16="http://schemas.microsoft.com/office/drawing/2014/main" id="{B764515C-528C-5B41-979E-CEB5F77FD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0" name="Group 108">
            <a:extLst>
              <a:ext uri="{FF2B5EF4-FFF2-40B4-BE49-F238E27FC236}">
                <a16:creationId xmlns:a16="http://schemas.microsoft.com/office/drawing/2014/main" id="{E9975853-CA29-F64E-9978-90818E85074F}"/>
              </a:ext>
            </a:extLst>
          </p:cNvPr>
          <p:cNvGrpSpPr>
            <a:grpSpLocks/>
          </p:cNvGrpSpPr>
          <p:nvPr/>
        </p:nvGrpSpPr>
        <p:grpSpPr bwMode="auto">
          <a:xfrm>
            <a:off x="9268619" y="3099299"/>
            <a:ext cx="1119187" cy="1192212"/>
            <a:chOff x="4878" y="1422"/>
            <a:chExt cx="705" cy="751"/>
          </a:xfrm>
        </p:grpSpPr>
        <p:sp>
          <p:nvSpPr>
            <p:cNvPr id="241" name="Text Box 99">
              <a:extLst>
                <a:ext uri="{FF2B5EF4-FFF2-40B4-BE49-F238E27FC236}">
                  <a16:creationId xmlns:a16="http://schemas.microsoft.com/office/drawing/2014/main" id="{8F08BD14-4FFB-B243-AC1A-68FE85BE4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 RCVD</a:t>
              </a:r>
            </a:p>
          </p:txBody>
        </p:sp>
        <p:sp>
          <p:nvSpPr>
            <p:cNvPr id="242" name="Line 106">
              <a:extLst>
                <a:ext uri="{FF2B5EF4-FFF2-40B4-BE49-F238E27FC236}">
                  <a16:creationId xmlns:a16="http://schemas.microsoft.com/office/drawing/2014/main" id="{0D6BD76C-B84A-F940-AC88-70ACC69EC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3" name="Line 107">
            <a:extLst>
              <a:ext uri="{FF2B5EF4-FFF2-40B4-BE49-F238E27FC236}">
                <a16:creationId xmlns:a16="http://schemas.microsoft.com/office/drawing/2014/main" id="{28C3410E-FF26-2849-8647-5DA1E34B6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994" y="4301036"/>
            <a:ext cx="0" cy="170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5" name="Text Box 114">
            <a:extLst>
              <a:ext uri="{FF2B5EF4-FFF2-40B4-BE49-F238E27FC236}">
                <a16:creationId xmlns:a16="http://schemas.microsoft.com/office/drawing/2014/main" id="{A27DEC11-2958-674C-B587-49A38C649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197" y="1675748"/>
            <a:ext cx="183903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C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lient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6" name="Text Box 115">
            <a:extLst>
              <a:ext uri="{FF2B5EF4-FFF2-40B4-BE49-F238E27FC236}">
                <a16:creationId xmlns:a16="http://schemas.microsoft.com/office/drawing/2014/main" id="{052EAC19-09BF-FD44-ADF4-7A708D2C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68" y="2389622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sp>
        <p:nvSpPr>
          <p:cNvPr id="247" name="Text Box 116">
            <a:extLst>
              <a:ext uri="{FF2B5EF4-FFF2-40B4-BE49-F238E27FC236}">
                <a16:creationId xmlns:a16="http://schemas.microsoft.com/office/drawing/2014/main" id="{27C21C28-5638-8F4A-8A80-DBD146AD3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645" y="1081958"/>
            <a:ext cx="1930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S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erver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8" name="Text Box 117">
            <a:extLst>
              <a:ext uri="{FF2B5EF4-FFF2-40B4-BE49-F238E27FC236}">
                <a16:creationId xmlns:a16="http://schemas.microsoft.com/office/drawing/2014/main" id="{2B920772-7698-6844-B114-A453A028C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1504" y="2632510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grpSp>
        <p:nvGrpSpPr>
          <p:cNvPr id="249" name="Group 118">
            <a:extLst>
              <a:ext uri="{FF2B5EF4-FFF2-40B4-BE49-F238E27FC236}">
                <a16:creationId xmlns:a16="http://schemas.microsoft.com/office/drawing/2014/main" id="{EE14688C-F1C2-7F41-8726-D165159240FD}"/>
              </a:ext>
            </a:extLst>
          </p:cNvPr>
          <p:cNvGrpSpPr>
            <a:grpSpLocks/>
          </p:cNvGrpSpPr>
          <p:nvPr/>
        </p:nvGrpSpPr>
        <p:grpSpPr bwMode="auto">
          <a:xfrm>
            <a:off x="4464473" y="2492809"/>
            <a:ext cx="642937" cy="600075"/>
            <a:chOff x="-44" y="1473"/>
            <a:chExt cx="981" cy="1105"/>
          </a:xfrm>
        </p:grpSpPr>
        <p:pic>
          <p:nvPicPr>
            <p:cNvPr id="424" name="Picture 119" descr="desktop_computer_stylized_medium">
              <a:extLst>
                <a:ext uri="{FF2B5EF4-FFF2-40B4-BE49-F238E27FC236}">
                  <a16:creationId xmlns:a16="http://schemas.microsoft.com/office/drawing/2014/main" id="{1C11CA15-FEC8-A341-80F1-CFA1FA9F1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5" name="Freeform 120">
              <a:extLst>
                <a:ext uri="{FF2B5EF4-FFF2-40B4-BE49-F238E27FC236}">
                  <a16:creationId xmlns:a16="http://schemas.microsoft.com/office/drawing/2014/main" id="{8CCBA09D-3C96-6544-9960-AA2F6CD2F4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0" name="Group 121">
            <a:extLst>
              <a:ext uri="{FF2B5EF4-FFF2-40B4-BE49-F238E27FC236}">
                <a16:creationId xmlns:a16="http://schemas.microsoft.com/office/drawing/2014/main" id="{DC61BD1A-A71F-CF4B-B53E-5ECC0609FEB5}"/>
              </a:ext>
            </a:extLst>
          </p:cNvPr>
          <p:cNvGrpSpPr>
            <a:grpSpLocks/>
          </p:cNvGrpSpPr>
          <p:nvPr/>
        </p:nvGrpSpPr>
        <p:grpSpPr bwMode="auto">
          <a:xfrm>
            <a:off x="7221809" y="2580121"/>
            <a:ext cx="336550" cy="512763"/>
            <a:chOff x="4140" y="429"/>
            <a:chExt cx="1425" cy="2396"/>
          </a:xfrm>
        </p:grpSpPr>
        <p:sp>
          <p:nvSpPr>
            <p:cNvPr id="251" name="Freeform 122">
              <a:extLst>
                <a:ext uri="{FF2B5EF4-FFF2-40B4-BE49-F238E27FC236}">
                  <a16:creationId xmlns:a16="http://schemas.microsoft.com/office/drawing/2014/main" id="{0CD95998-3FB2-FF44-94A2-CC491B713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123">
              <a:extLst>
                <a:ext uri="{FF2B5EF4-FFF2-40B4-BE49-F238E27FC236}">
                  <a16:creationId xmlns:a16="http://schemas.microsoft.com/office/drawing/2014/main" id="{BF76EB82-B4E1-B149-BE06-EFCD582E8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Freeform 124">
              <a:extLst>
                <a:ext uri="{FF2B5EF4-FFF2-40B4-BE49-F238E27FC236}">
                  <a16:creationId xmlns:a16="http://schemas.microsoft.com/office/drawing/2014/main" id="{338FE797-056A-6E48-9B03-4B0253D63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125">
              <a:extLst>
                <a:ext uri="{FF2B5EF4-FFF2-40B4-BE49-F238E27FC236}">
                  <a16:creationId xmlns:a16="http://schemas.microsoft.com/office/drawing/2014/main" id="{8D12AA45-CFED-084A-B74C-A299F8140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Rectangle 126">
              <a:extLst>
                <a:ext uri="{FF2B5EF4-FFF2-40B4-BE49-F238E27FC236}">
                  <a16:creationId xmlns:a16="http://schemas.microsoft.com/office/drawing/2014/main" id="{56E176FE-7110-C043-AC64-4C5F3D2E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6" name="Group 127">
              <a:extLst>
                <a:ext uri="{FF2B5EF4-FFF2-40B4-BE49-F238E27FC236}">
                  <a16:creationId xmlns:a16="http://schemas.microsoft.com/office/drawing/2014/main" id="{A3707B54-2470-3A4A-B09A-A776F4E85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2" name="AutoShape 128">
                <a:extLst>
                  <a:ext uri="{FF2B5EF4-FFF2-40B4-BE49-F238E27FC236}">
                    <a16:creationId xmlns:a16="http://schemas.microsoft.com/office/drawing/2014/main" id="{C32686E6-B534-4B48-85B4-322123C24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3" name="AutoShape 129">
                <a:extLst>
                  <a:ext uri="{FF2B5EF4-FFF2-40B4-BE49-F238E27FC236}">
                    <a16:creationId xmlns:a16="http://schemas.microsoft.com/office/drawing/2014/main" id="{5846C4C5-19DD-E040-A465-B55F5E21A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7" name="Rectangle 130">
              <a:extLst>
                <a:ext uri="{FF2B5EF4-FFF2-40B4-BE49-F238E27FC236}">
                  <a16:creationId xmlns:a16="http://schemas.microsoft.com/office/drawing/2014/main" id="{E24E2E97-8AA8-D94D-B792-C58D1DB2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131">
              <a:extLst>
                <a:ext uri="{FF2B5EF4-FFF2-40B4-BE49-F238E27FC236}">
                  <a16:creationId xmlns:a16="http://schemas.microsoft.com/office/drawing/2014/main" id="{01958DE7-9158-5C4A-975E-7090A73BD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0" name="AutoShape 132">
                <a:extLst>
                  <a:ext uri="{FF2B5EF4-FFF2-40B4-BE49-F238E27FC236}">
                    <a16:creationId xmlns:a16="http://schemas.microsoft.com/office/drawing/2014/main" id="{0097250A-579E-714A-BB43-1775F7C45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1" name="AutoShape 133">
                <a:extLst>
                  <a:ext uri="{FF2B5EF4-FFF2-40B4-BE49-F238E27FC236}">
                    <a16:creationId xmlns:a16="http://schemas.microsoft.com/office/drawing/2014/main" id="{011ECBC9-4E9D-9949-BBD3-4E72A731A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9" name="Rectangle 134">
              <a:extLst>
                <a:ext uri="{FF2B5EF4-FFF2-40B4-BE49-F238E27FC236}">
                  <a16:creationId xmlns:a16="http://schemas.microsoft.com/office/drawing/2014/main" id="{52385C15-71CF-0646-85DA-481C87C22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Rectangle 135">
              <a:extLst>
                <a:ext uri="{FF2B5EF4-FFF2-40B4-BE49-F238E27FC236}">
                  <a16:creationId xmlns:a16="http://schemas.microsoft.com/office/drawing/2014/main" id="{E9AFAD7D-A0FD-3344-8D9C-D21DB7BED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1" name="Group 136">
              <a:extLst>
                <a:ext uri="{FF2B5EF4-FFF2-40B4-BE49-F238E27FC236}">
                  <a16:creationId xmlns:a16="http://schemas.microsoft.com/office/drawing/2014/main" id="{36701E94-39B0-BB4E-B8F9-B11ED6253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7" name="AutoShape 137">
                <a:extLst>
                  <a:ext uri="{FF2B5EF4-FFF2-40B4-BE49-F238E27FC236}">
                    <a16:creationId xmlns:a16="http://schemas.microsoft.com/office/drawing/2014/main" id="{2535A487-3992-6B4F-9D85-E297BC39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9" name="AutoShape 138">
                <a:extLst>
                  <a:ext uri="{FF2B5EF4-FFF2-40B4-BE49-F238E27FC236}">
                    <a16:creationId xmlns:a16="http://schemas.microsoft.com/office/drawing/2014/main" id="{C55E1D44-7480-0442-A9DA-330FF7250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2" name="Freeform 139">
              <a:extLst>
                <a:ext uri="{FF2B5EF4-FFF2-40B4-BE49-F238E27FC236}">
                  <a16:creationId xmlns:a16="http://schemas.microsoft.com/office/drawing/2014/main" id="{56DA20E3-D49F-444E-8D21-F715762F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3" name="Group 140">
              <a:extLst>
                <a:ext uri="{FF2B5EF4-FFF2-40B4-BE49-F238E27FC236}">
                  <a16:creationId xmlns:a16="http://schemas.microsoft.com/office/drawing/2014/main" id="{350DC23D-91BA-0F49-A121-0BB6DA6FF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5" name="AutoShape 141">
                <a:extLst>
                  <a:ext uri="{FF2B5EF4-FFF2-40B4-BE49-F238E27FC236}">
                    <a16:creationId xmlns:a16="http://schemas.microsoft.com/office/drawing/2014/main" id="{B6F4CD24-7945-E141-8AE5-B72F07D79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6" name="AutoShape 142">
                <a:extLst>
                  <a:ext uri="{FF2B5EF4-FFF2-40B4-BE49-F238E27FC236}">
                    <a16:creationId xmlns:a16="http://schemas.microsoft.com/office/drawing/2014/main" id="{A13F2C2E-8E50-C242-BBFA-276B45039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4" name="Rectangle 143">
              <a:extLst>
                <a:ext uri="{FF2B5EF4-FFF2-40B4-BE49-F238E27FC236}">
                  <a16:creationId xmlns:a16="http://schemas.microsoft.com/office/drawing/2014/main" id="{C95C6BF7-C7DF-FB4E-BCA1-1C5F3CF47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Freeform 144">
              <a:extLst>
                <a:ext uri="{FF2B5EF4-FFF2-40B4-BE49-F238E27FC236}">
                  <a16:creationId xmlns:a16="http://schemas.microsoft.com/office/drawing/2014/main" id="{E716E123-C485-CC44-A743-C9D7E94AF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145">
              <a:extLst>
                <a:ext uri="{FF2B5EF4-FFF2-40B4-BE49-F238E27FC236}">
                  <a16:creationId xmlns:a16="http://schemas.microsoft.com/office/drawing/2014/main" id="{8B36D081-D3B9-D34B-91B2-079B05D0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Oval 146">
              <a:extLst>
                <a:ext uri="{FF2B5EF4-FFF2-40B4-BE49-F238E27FC236}">
                  <a16:creationId xmlns:a16="http://schemas.microsoft.com/office/drawing/2014/main" id="{B32C0505-6B5E-5B45-9C22-ABAD0452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Freeform 147">
              <a:extLst>
                <a:ext uri="{FF2B5EF4-FFF2-40B4-BE49-F238E27FC236}">
                  <a16:creationId xmlns:a16="http://schemas.microsoft.com/office/drawing/2014/main" id="{30177E53-587A-9B45-9ECD-611B7CEB1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AutoShape 148">
              <a:extLst>
                <a:ext uri="{FF2B5EF4-FFF2-40B4-BE49-F238E27FC236}">
                  <a16:creationId xmlns:a16="http://schemas.microsoft.com/office/drawing/2014/main" id="{0DA2D2A9-124E-EB41-86B5-909A794DF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AutoShape 149">
              <a:extLst>
                <a:ext uri="{FF2B5EF4-FFF2-40B4-BE49-F238E27FC236}">
                  <a16:creationId xmlns:a16="http://schemas.microsoft.com/office/drawing/2014/main" id="{CA5FFC73-D7D9-D240-94B8-900F51AC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150">
              <a:extLst>
                <a:ext uri="{FF2B5EF4-FFF2-40B4-BE49-F238E27FC236}">
                  <a16:creationId xmlns:a16="http://schemas.microsoft.com/office/drawing/2014/main" id="{EFC35150-3347-7042-80EB-A8781A36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151">
              <a:extLst>
                <a:ext uri="{FF2B5EF4-FFF2-40B4-BE49-F238E27FC236}">
                  <a16:creationId xmlns:a16="http://schemas.microsoft.com/office/drawing/2014/main" id="{EA2EA724-2820-AE47-8D84-09E997A6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3" name="Oval 152">
              <a:extLst>
                <a:ext uri="{FF2B5EF4-FFF2-40B4-BE49-F238E27FC236}">
                  <a16:creationId xmlns:a16="http://schemas.microsoft.com/office/drawing/2014/main" id="{27B270D9-EE2B-924F-8F2A-27B9EB6A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Rectangle 153">
              <a:extLst>
                <a:ext uri="{FF2B5EF4-FFF2-40B4-BE49-F238E27FC236}">
                  <a16:creationId xmlns:a16="http://schemas.microsoft.com/office/drawing/2014/main" id="{689F1C5E-1D85-0243-9E5E-0ABE340F9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Text Box 13">
            <a:extLst>
              <a:ext uri="{FF2B5EF4-FFF2-40B4-BE49-F238E27FC236}">
                <a16:creationId xmlns:a16="http://schemas.microsoft.com/office/drawing/2014/main" id="{5C657586-8C26-7645-A308-A162DA1C7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62" y="2181018"/>
            <a:ext cx="4209864" cy="26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 SOCK_STREAM)</a:t>
            </a:r>
          </a:p>
        </p:txBody>
      </p:sp>
      <p:sp>
        <p:nvSpPr>
          <p:cNvPr id="75" name="Text Box 5">
            <a:extLst>
              <a:ext uri="{FF2B5EF4-FFF2-40B4-BE49-F238E27FC236}">
                <a16:creationId xmlns:a16="http://schemas.microsoft.com/office/drawing/2014/main" id="{1D57F3DF-BFA3-284D-8B9A-ADD3873D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898" y="1651172"/>
            <a:ext cx="4461478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serverSocket.bind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((‘’,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serverSocket.listen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addr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serverSocket.accept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Text Box 13">
            <a:extLst>
              <a:ext uri="{FF2B5EF4-FFF2-40B4-BE49-F238E27FC236}">
                <a16:creationId xmlns:a16="http://schemas.microsoft.com/office/drawing/2014/main" id="{85BB3488-0F19-2446-9F3D-0FF3F2E5F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3" y="2694832"/>
            <a:ext cx="4433244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clientSocket.connect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serverName,serverPort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</p:txBody>
      </p:sp>
      <p:sp>
        <p:nvSpPr>
          <p:cNvPr id="76" name="Slide Number Placeholder 2">
            <a:extLst>
              <a:ext uri="{FF2B5EF4-FFF2-40B4-BE49-F238E27FC236}">
                <a16:creationId xmlns:a16="http://schemas.microsoft.com/office/drawing/2014/main" id="{86E89225-4B9A-C747-8672-752709ED8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31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Closing a TCP connection</a:t>
            </a:r>
            <a:endParaRPr lang="en-US" sz="4400" b="0" dirty="0"/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B20BADCC-1032-9A48-BC43-B4E1275E4EDF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441263"/>
            <a:ext cx="9698318" cy="4186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client, server each close their side of connection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TCP segment with FIN bit = 1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respond to received FIN with ACK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receiving FIN, ACK can be combined with own FIN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simultaneous FIN exchanges can be handled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5549B3B-271C-C14B-9302-4D2CE7B41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7193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1395</Words>
  <Application>Microsoft Macintosh PowerPoint</Application>
  <PresentationFormat>Widescreen</PresentationFormat>
  <Paragraphs>286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ＭＳ Ｐゴシック</vt:lpstr>
      <vt:lpstr>ＭＳ Ｐゴシック</vt:lpstr>
      <vt:lpstr>Arial</vt:lpstr>
      <vt:lpstr>Arial Narrow</vt:lpstr>
      <vt:lpstr>Calibri</vt:lpstr>
      <vt:lpstr>Calibri Light</vt:lpstr>
      <vt:lpstr>Courier New</vt:lpstr>
      <vt:lpstr>Courier Std</vt:lpstr>
      <vt:lpstr>Tahoma</vt:lpstr>
      <vt:lpstr>Times</vt:lpstr>
      <vt:lpstr>Times New Roman</vt:lpstr>
      <vt:lpstr>Wingdings</vt:lpstr>
      <vt:lpstr>Office Theme</vt:lpstr>
      <vt:lpstr>IT694 Week 5-Lec 3</vt:lpstr>
      <vt:lpstr>Transport services and protocols</vt:lpstr>
      <vt:lpstr>What does TCP Provide?</vt:lpstr>
      <vt:lpstr>Transport Layer Actions</vt:lpstr>
      <vt:lpstr>TCP segment structure</vt:lpstr>
      <vt:lpstr>TCP connection management</vt:lpstr>
      <vt:lpstr>TCP sequence numbers, ACKs</vt:lpstr>
      <vt:lpstr>TCP sequence numbers, ACKs</vt:lpstr>
      <vt:lpstr>TCP 3-way handshake</vt:lpstr>
      <vt:lpstr>Closing a TCP connection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3-Lec 2</dc:title>
  <dc:creator>D T</dc:creator>
  <cp:lastModifiedBy>Microsoft Office User</cp:lastModifiedBy>
  <cp:revision>9</cp:revision>
  <dcterms:created xsi:type="dcterms:W3CDTF">2023-08-09T03:59:04Z</dcterms:created>
  <dcterms:modified xsi:type="dcterms:W3CDTF">2025-01-31T03:26:30Z</dcterms:modified>
</cp:coreProperties>
</file>