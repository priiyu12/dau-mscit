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6" r:id="rId4"/>
    <p:sldId id="258" r:id="rId5"/>
    <p:sldId id="277" r:id="rId6"/>
    <p:sldId id="259" r:id="rId7"/>
    <p:sldId id="263" r:id="rId8"/>
    <p:sldId id="1131" r:id="rId9"/>
    <p:sldId id="267" r:id="rId10"/>
    <p:sldId id="1129" r:id="rId11"/>
    <p:sldId id="113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7C72B-C78D-4166-8233-D7BCA8B2D69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72AAD-4D87-43C5-88DA-8C636E81AD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7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381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576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455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433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016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175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301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7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3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0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31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4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05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58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17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2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06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71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24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E8822-BB17-4C83-8E0E-D78A38085208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28EF2-E4F8-48A0-8A9A-72F9A1A80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77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_PINy02_g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IT694</a:t>
            </a:r>
            <a:br>
              <a:rPr lang="en-IN" dirty="0"/>
            </a:br>
            <a:r>
              <a:rPr lang="en-IN" dirty="0"/>
              <a:t>Computer Networks</a:t>
            </a:r>
            <a:br>
              <a:rPr lang="en-IN" dirty="0"/>
            </a:br>
            <a:r>
              <a:rPr lang="en-IN" dirty="0"/>
              <a:t>Week7 – Lec1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TCP Congestion</a:t>
            </a:r>
          </a:p>
        </p:txBody>
      </p:sp>
    </p:spTree>
    <p:extLst>
      <p:ext uri="{BB962C8B-B14F-4D97-AF65-F5344CB8AC3E}">
        <p14:creationId xmlns:p14="http://schemas.microsoft.com/office/powerpoint/2010/main" val="268468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1C397FE-1DDC-5444-B79A-714CFC84F37C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1489417"/>
            <a:ext cx="7016620" cy="17730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informally: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too many sources sending too much data too fast for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to handle”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rate limited by two FACTORS: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Principles of congestion control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1E622-8D2F-5C40-BD60-438B29523DDB}"/>
              </a:ext>
            </a:extLst>
          </p:cNvPr>
          <p:cNvGrpSpPr/>
          <p:nvPr/>
        </p:nvGrpSpPr>
        <p:grpSpPr>
          <a:xfrm>
            <a:off x="8743250" y="1795757"/>
            <a:ext cx="2772697" cy="2732213"/>
            <a:chOff x="8878529" y="2737463"/>
            <a:chExt cx="2772697" cy="2732213"/>
          </a:xfrm>
        </p:grpSpPr>
        <p:pic>
          <p:nvPicPr>
            <p:cNvPr id="1028" name="Picture 4" descr="Why traffic apps make congestion worse | Berkeley News">
              <a:extLst>
                <a:ext uri="{FF2B5EF4-FFF2-40B4-BE49-F238E27FC236}">
                  <a16:creationId xmlns:a16="http://schemas.microsoft.com/office/drawing/2014/main" id="{5A685C73-1A7D-7448-83D5-182E1DF28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8529" y="2737463"/>
              <a:ext cx="2595716" cy="1730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EBCDC3-59AA-0043-9771-3FAB71AFCDB3}"/>
                </a:ext>
              </a:extLst>
            </p:cNvPr>
            <p:cNvSpPr txBox="1"/>
            <p:nvPr/>
          </p:nvSpPr>
          <p:spPr>
            <a:xfrm>
              <a:off x="9085007" y="4454013"/>
              <a:ext cx="25662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congestion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too many senders, sending too fast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C3383268-A75C-1640-B637-852081D538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97B66F-01D9-E745-9056-8DC3174832FD}"/>
              </a:ext>
            </a:extLst>
          </p:cNvPr>
          <p:cNvSpPr/>
          <p:nvPr/>
        </p:nvSpPr>
        <p:spPr>
          <a:xfrm>
            <a:off x="914400" y="4094097"/>
            <a:ext cx="7016620" cy="867747"/>
          </a:xfrm>
          <a:prstGeom prst="round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</a:rPr>
              <a:t>The first is flow control, in the case that there is </a:t>
            </a:r>
            <a:r>
              <a:rPr lang="en-IN" u="sng" dirty="0">
                <a:solidFill>
                  <a:srgbClr val="FF0000"/>
                </a:solidFill>
              </a:rPr>
              <a:t>insufficient buffering </a:t>
            </a:r>
            <a:r>
              <a:rPr lang="en-IN" dirty="0">
                <a:solidFill>
                  <a:srgbClr val="000000"/>
                </a:solidFill>
              </a:rPr>
              <a:t>at the receiver. </a:t>
            </a:r>
          </a:p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7763FA-F383-EC44-8FBE-242A9B4643DF}"/>
              </a:ext>
            </a:extLst>
          </p:cNvPr>
          <p:cNvSpPr/>
          <p:nvPr/>
        </p:nvSpPr>
        <p:spPr>
          <a:xfrm>
            <a:off x="914400" y="5469676"/>
            <a:ext cx="7016620" cy="867747"/>
          </a:xfrm>
          <a:prstGeom prst="round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</a:rPr>
              <a:t>The second is congestion, in the case that there is </a:t>
            </a:r>
            <a:r>
              <a:rPr lang="en-IN" u="sng" dirty="0">
                <a:solidFill>
                  <a:srgbClr val="FF0000"/>
                </a:solidFill>
              </a:rPr>
              <a:t>insufficient capacity </a:t>
            </a:r>
            <a:r>
              <a:rPr lang="en-IN" dirty="0">
                <a:solidFill>
                  <a:srgbClr val="000000"/>
                </a:solidFill>
              </a:rPr>
              <a:t>in the network. 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69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42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:a16="http://schemas.microsoft.com/office/drawing/2014/main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10005476" y="2888415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138E679-7A6F-3F4C-9CD4-1BC53C242F2F}"/>
              </a:ext>
            </a:extLst>
          </p:cNvPr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:a16="http://schemas.microsoft.com/office/drawing/2014/main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5851590" y="1746530"/>
            <a:ext cx="430143" cy="90046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6427DD3-BCDC-1D47-B9EA-F052CBEE3779}"/>
              </a:ext>
            </a:extLst>
          </p:cNvPr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01A9AD5-3D29-E044-89AB-2A8A2872A48C}"/>
              </a:ext>
            </a:extLst>
          </p:cNvPr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:a16="http://schemas.microsoft.com/office/drawing/2014/main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10381714" y="1887018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95260E-0495-5549-B67B-D0932B2922A1}"/>
              </a:ext>
            </a:extLst>
          </p:cNvPr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88E9FDF2-59AD-0849-94F0-90E7C39F4845}"/>
              </a:ext>
            </a:extLst>
          </p:cNvPr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 of congestion: scenario I </a:t>
            </a:r>
            <a:endParaRPr lang="en-US" sz="4400" b="0" dirty="0"/>
          </a:p>
        </p:txBody>
      </p:sp>
      <p:grpSp>
        <p:nvGrpSpPr>
          <p:cNvPr id="180" name="Group 124">
            <a:extLst>
              <a:ext uri="{FF2B5EF4-FFF2-40B4-BE49-F238E27FC236}">
                <a16:creationId xmlns:a16="http://schemas.microsoft.com/office/drawing/2014/main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:a16="http://schemas.microsoft.com/office/drawing/2014/main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:a16="http://schemas.microsoft.com/office/drawing/2014/main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:a16="http://schemas.microsoft.com/office/drawing/2014/main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5146139" y="2637590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:a16="http://schemas.microsoft.com/office/drawing/2014/main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1" y="1490147"/>
            <a:ext cx="3792183" cy="36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Simplest scenario: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:a16="http://schemas.microsoft.com/office/drawing/2014/main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:a16="http://schemas.microsoft.com/office/drawing/2014/main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18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:a16="http://schemas.microsoft.com/office/drawing/2014/main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:a16="http://schemas.microsoft.com/office/drawing/2014/main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:a16="http://schemas.microsoft.com/office/drawing/2014/main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96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:a16="http://schemas.microsoft.com/office/drawing/2014/main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1321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:a16="http://schemas.microsoft.com/office/drawing/2014/main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703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:a16="http://schemas.microsoft.com/office/drawing/2014/main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8935" y="2771087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231E2E-E647-0B43-8C18-43AC77EF0F75}"/>
              </a:ext>
            </a:extLst>
          </p:cNvPr>
          <p:cNvGrpSpPr/>
          <p:nvPr/>
        </p:nvGrpSpPr>
        <p:grpSpPr>
          <a:xfrm>
            <a:off x="8616414" y="1265990"/>
            <a:ext cx="1790700" cy="707189"/>
            <a:chOff x="8616414" y="1265990"/>
            <a:chExt cx="1790700" cy="707189"/>
          </a:xfrm>
        </p:grpSpPr>
        <p:sp>
          <p:nvSpPr>
            <p:cNvPr id="243" name="Text Box 75">
              <a:extLst>
                <a:ext uri="{FF2B5EF4-FFF2-40B4-BE49-F238E27FC236}">
                  <a16:creationId xmlns:a16="http://schemas.microsoft.com/office/drawing/2014/main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throughput: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:a16="http://schemas.microsoft.com/office/drawing/2014/main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:a16="http://schemas.microsoft.com/office/drawing/2014/main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large delays as arrival rate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capacity</a:t>
            </a:r>
          </a:p>
        </p:txBody>
      </p:sp>
      <p:grpSp>
        <p:nvGrpSpPr>
          <p:cNvPr id="282" name="Group 127">
            <a:extLst>
              <a:ext uri="{FF2B5EF4-FFF2-40B4-BE49-F238E27FC236}">
                <a16:creationId xmlns:a16="http://schemas.microsoft.com/office/drawing/2014/main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:a16="http://schemas.microsoft.com/office/drawing/2014/main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:a16="http://schemas.microsoft.com/office/drawing/2014/main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:a16="http://schemas.microsoft.com/office/drawing/2014/main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:a16="http://schemas.microsoft.com/office/drawing/2014/main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:a16="http://schemas.microsoft.com/office/drawing/2014/main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:a16="http://schemas.microsoft.com/office/drawing/2014/main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:a16="http://schemas.microsoft.com/office/drawing/2014/main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:a16="http://schemas.microsoft.com/office/drawing/2014/main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:a16="http://schemas.microsoft.com/office/drawing/2014/main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:a16="http://schemas.microsoft.com/office/drawing/2014/main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:a16="http://schemas.microsoft.com/office/drawing/2014/main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:a16="http://schemas.microsoft.com/office/drawing/2014/main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:a16="http://schemas.microsoft.com/office/drawing/2014/main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:a16="http://schemas.microsoft.com/office/drawing/2014/main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:a16="http://schemas.microsoft.com/office/drawing/2014/main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:a16="http://schemas.microsoft.com/office/drawing/2014/main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:a16="http://schemas.microsoft.com/office/drawing/2014/main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:a16="http://schemas.microsoft.com/office/drawing/2014/main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:a16="http://schemas.microsoft.com/office/drawing/2014/main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:a16="http://schemas.microsoft.com/office/drawing/2014/main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:a16="http://schemas.microsoft.com/office/drawing/2014/main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:a16="http://schemas.microsoft.com/office/drawing/2014/main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:a16="http://schemas.microsoft.com/office/drawing/2014/main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:a16="http://schemas.microsoft.com/office/drawing/2014/main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:a16="http://schemas.microsoft.com/office/drawing/2014/main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:a16="http://schemas.microsoft.com/office/drawing/2014/main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:a16="http://schemas.microsoft.com/office/drawing/2014/main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:a16="http://schemas.microsoft.com/office/drawing/2014/main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:a16="http://schemas.microsoft.com/office/drawing/2014/main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:a16="http://schemas.microsoft.com/office/drawing/2014/main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:a16="http://schemas.microsoft.com/office/drawing/2014/main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:a16="http://schemas.microsoft.com/office/drawing/2014/main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:a16="http://schemas.microsoft.com/office/drawing/2014/main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:a16="http://schemas.microsoft.com/office/drawing/2014/main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:a16="http://schemas.microsoft.com/office/drawing/2014/main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:a16="http://schemas.microsoft.com/office/drawing/2014/main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:a16="http://schemas.microsoft.com/office/drawing/2014/main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:a16="http://schemas.microsoft.com/office/drawing/2014/main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:a16="http://schemas.microsoft.com/office/drawing/2014/main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:a16="http://schemas.microsoft.com/office/drawing/2014/main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:a16="http://schemas.microsoft.com/office/drawing/2014/main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:a16="http://schemas.microsoft.com/office/drawing/2014/main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:a16="http://schemas.microsoft.com/office/drawing/2014/main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:a16="http://schemas.microsoft.com/office/drawing/2014/main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:a16="http://schemas.microsoft.com/office/drawing/2014/main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:a16="http://schemas.microsoft.com/office/drawing/2014/main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:a16="http://schemas.microsoft.com/office/drawing/2014/main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:a16="http://schemas.microsoft.com/office/drawing/2014/main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:a16="http://schemas.microsoft.com/office/drawing/2014/main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:a16="http://schemas.microsoft.com/office/drawing/2014/main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:a16="http://schemas.microsoft.com/office/drawing/2014/main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:a16="http://schemas.microsoft.com/office/drawing/2014/main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:a16="http://schemas.microsoft.com/office/drawing/2014/main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:a16="http://schemas.microsoft.com/office/drawing/2014/main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:a16="http://schemas.microsoft.com/office/drawing/2014/main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:a16="http://schemas.microsoft.com/office/drawing/2014/main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:a16="http://schemas.microsoft.com/office/drawing/2014/main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:a16="http://schemas.microsoft.com/office/drawing/2014/main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:a16="http://schemas.microsoft.com/office/drawing/2014/main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:a16="http://schemas.microsoft.com/office/drawing/2014/main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:a16="http://schemas.microsoft.com/office/drawing/2014/main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:a16="http://schemas.microsoft.com/office/drawing/2014/main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:a16="http://schemas.microsoft.com/office/drawing/2014/main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:a16="http://schemas.microsoft.com/office/drawing/2014/main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:a16="http://schemas.microsoft.com/office/drawing/2014/main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:a16="http://schemas.microsoft.com/office/drawing/2014/main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:a16="http://schemas.microsoft.com/office/drawing/2014/main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280C64-E9DA-2647-B08F-F808595E646B}"/>
              </a:ext>
            </a:extLst>
          </p:cNvPr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arrival rate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R/2?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DE16E-F5B0-8243-9843-F4026E4132BD}"/>
              </a:ext>
            </a:extLst>
          </p:cNvPr>
          <p:cNvGrpSpPr/>
          <p:nvPr/>
        </p:nvGrpSpPr>
        <p:grpSpPr>
          <a:xfrm>
            <a:off x="4818031" y="1175178"/>
            <a:ext cx="2132013" cy="724224"/>
            <a:chOff x="4818031" y="1175178"/>
            <a:chExt cx="2132013" cy="724224"/>
          </a:xfrm>
        </p:grpSpPr>
        <p:sp>
          <p:nvSpPr>
            <p:cNvPr id="240" name="Oval 72">
              <a:extLst>
                <a:ext uri="{FF2B5EF4-FFF2-40B4-BE49-F238E27FC236}">
                  <a16:creationId xmlns:a16="http://schemas.microsoft.com/office/drawing/2014/main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:a16="http://schemas.microsoft.com/office/drawing/2014/main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:a16="http://schemas.microsoft.com/office/drawing/2014/main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data: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:a16="http://schemas.microsoft.com/office/drawing/2014/main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46879" y="3636250"/>
            <a:ext cx="8222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:a16="http://schemas.microsoft.com/office/drawing/2014/main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108" y="2768743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:a16="http://schemas.microsoft.com/office/drawing/2014/main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1674" y="3638595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CA410-A84F-B34C-BD63-41722EE5FAA8}"/>
              </a:ext>
            </a:extLst>
          </p:cNvPr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:a16="http://schemas.microsoft.com/office/drawing/2014/main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:a16="http://schemas.microsoft.com/office/drawing/2014/main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66" y="1908019"/>
            <a:ext cx="4138268" cy="80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one router, infinite buffers </a:t>
            </a:r>
          </a:p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input, output link capacity: R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0A3C67-BB73-4845-B5BC-A5FA51964D18}"/>
              </a:ext>
            </a:extLst>
          </p:cNvPr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:a16="http://schemas.microsoft.com/office/drawing/2014/main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:a16="http://schemas.microsoft.com/office/drawing/2014/main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:a16="http://schemas.microsoft.com/office/drawing/2014/main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6632039" y="1856540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632497-C7A3-5D43-A16B-0B4F26B7ADF5}"/>
              </a:ext>
            </a:extLst>
          </p:cNvPr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:a16="http://schemas.microsoft.com/office/drawing/2014/main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:a16="http://schemas.microsoft.com/office/drawing/2014/main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:a16="http://schemas.microsoft.com/office/drawing/2014/main" id="{4CED69A2-36DA-634D-8A3B-DB1A142EB7BC}"/>
              </a:ext>
            </a:extLst>
          </p:cNvPr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:a16="http://schemas.microsoft.com/office/drawing/2014/main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no retransmissions needed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176CA8-B553-A348-A420-DCCEB21C31F8}"/>
              </a:ext>
            </a:extLst>
          </p:cNvPr>
          <p:cNvGrpSpPr/>
          <p:nvPr/>
        </p:nvGrpSpPr>
        <p:grpSpPr>
          <a:xfrm>
            <a:off x="7949627" y="4325522"/>
            <a:ext cx="1778901" cy="1635125"/>
            <a:chOff x="7949627" y="4325522"/>
            <a:chExt cx="1778901" cy="1635125"/>
          </a:xfrm>
        </p:grpSpPr>
        <p:sp>
          <p:nvSpPr>
            <p:cNvPr id="273" name="Line 109">
              <a:extLst>
                <a:ext uri="{FF2B5EF4-FFF2-40B4-BE49-F238E27FC236}">
                  <a16:creationId xmlns:a16="http://schemas.microsoft.com/office/drawing/2014/main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:a16="http://schemas.microsoft.com/office/drawing/2014/main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:a16="http://schemas.microsoft.com/office/drawing/2014/main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:a16="http://schemas.microsoft.com/office/drawing/2014/main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:a16="http://schemas.microsoft.com/office/drawing/2014/main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:a16="http://schemas.microsoft.com/office/drawing/2014/main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delay</a:t>
              </a:r>
              <a:endPara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:a16="http://schemas.microsoft.com/office/drawing/2014/main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351EA60-E695-1A49-877E-C777EE27A7EF}"/>
              </a:ext>
            </a:extLst>
          </p:cNvPr>
          <p:cNvSpPr/>
          <p:nvPr/>
        </p:nvSpPr>
        <p:spPr>
          <a:xfrm>
            <a:off x="4764506" y="1106906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22D67963-A1D8-D745-B58E-B552013D436E}"/>
              </a:ext>
            </a:extLst>
          </p:cNvPr>
          <p:cNvSpPr/>
          <p:nvPr/>
        </p:nvSpPr>
        <p:spPr>
          <a:xfrm>
            <a:off x="8507129" y="1182304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ext Box 285">
            <a:extLst>
              <a:ext uri="{FF2B5EF4-FFF2-40B4-BE49-F238E27FC236}">
                <a16:creationId xmlns:a16="http://schemas.microsoft.com/office/drawing/2014/main" id="{874908D2-0B9B-5942-9966-8D55C3BC8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R/2</a:t>
            </a:r>
          </a:p>
        </p:txBody>
      </p:sp>
      <p:sp>
        <p:nvSpPr>
          <p:cNvPr id="209" name="Line 280">
            <a:extLst>
              <a:ext uri="{FF2B5EF4-FFF2-40B4-BE49-F238E27FC236}">
                <a16:creationId xmlns:a16="http://schemas.microsoft.com/office/drawing/2014/main" id="{BDD1A869-FA53-344E-87A5-92F0D59AB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6717" y="4095473"/>
            <a:ext cx="0" cy="18690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3" name="Line 283">
            <a:extLst>
              <a:ext uri="{FF2B5EF4-FFF2-40B4-BE49-F238E27FC236}">
                <a16:creationId xmlns:a16="http://schemas.microsoft.com/office/drawing/2014/main" id="{09E784F2-EB2F-724D-A761-5ED5A1E0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1096" y="6018207"/>
            <a:ext cx="0" cy="1557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2504F3-DA24-6D4D-AC29-260B2D78E924}"/>
              </a:ext>
            </a:extLst>
          </p:cNvPr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9E55DD-22D3-2C4D-96EC-2DA426511E2A}"/>
                </a:ext>
              </a:extLst>
            </p:cNvPr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sp>
            <p:nvSpPr>
              <p:cNvPr id="261" name="Line 94">
                <a:extLst>
                  <a:ext uri="{FF2B5EF4-FFF2-40B4-BE49-F238E27FC236}">
                    <a16:creationId xmlns:a16="http://schemas.microsoft.com/office/drawing/2014/main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:a16="http://schemas.microsoft.com/office/drawing/2014/main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:a16="http://schemas.microsoft.com/office/drawing/2014/main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:a16="http://schemas.microsoft.com/office/drawing/2014/main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:a16="http://schemas.microsoft.com/office/drawing/2014/main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:a16="http://schemas.microsoft.com/office/drawing/2014/main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:a16="http://schemas.microsoft.com/office/drawing/2014/main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:a16="http://schemas.microsoft.com/office/drawing/2014/main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:a16="http://schemas.microsoft.com/office/drawing/2014/main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:a16="http://schemas.microsoft.com/office/drawing/2014/main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35687" y="5176433"/>
              <a:ext cx="969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</p:grpSp>
      <p:sp>
        <p:nvSpPr>
          <p:cNvPr id="219" name="Oval 218">
            <a:extLst>
              <a:ext uri="{FF2B5EF4-FFF2-40B4-BE49-F238E27FC236}">
                <a16:creationId xmlns:a16="http://schemas.microsoft.com/office/drawing/2014/main" id="{5CB9F7FD-8167-EF4B-AA1F-EA31EB355CB0}"/>
              </a:ext>
            </a:extLst>
          </p:cNvPr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Slide Number Placeholder 2">
            <a:extLst>
              <a:ext uri="{FF2B5EF4-FFF2-40B4-BE49-F238E27FC236}">
                <a16:creationId xmlns:a16="http://schemas.microsoft.com/office/drawing/2014/main" id="{5938E394-4CEC-1949-BD3E-8B96E09641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7" name="Text Box 103">
            <a:extLst>
              <a:ext uri="{FF2B5EF4-FFF2-40B4-BE49-F238E27FC236}">
                <a16:creationId xmlns:a16="http://schemas.microsoft.com/office/drawing/2014/main" id="{841669FD-C722-CA4E-B3F0-D8C49E732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6298" y="5864785"/>
            <a:ext cx="452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6696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A5A29D8-017A-C64C-A15E-424C4EF60327}"/>
              </a:ext>
            </a:extLst>
          </p:cNvPr>
          <p:cNvGrpSpPr/>
          <p:nvPr/>
        </p:nvGrpSpPr>
        <p:grpSpPr>
          <a:xfrm>
            <a:off x="1041400" y="3541416"/>
            <a:ext cx="10080734" cy="1334789"/>
            <a:chOff x="1028700" y="1707504"/>
            <a:chExt cx="10080734" cy="1334789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CA7E7D5-5B77-304E-930A-F623470F6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700" y="2139156"/>
              <a:ext cx="10080734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delay increases as capacity approached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3DF319B-953A-F741-BD8F-BAB1F2289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36525" y="1707504"/>
              <a:ext cx="1402990" cy="1334789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A37442D-A6EB-4747-A2A9-B7E3522975E4}"/>
              </a:ext>
            </a:extLst>
          </p:cNvPr>
          <p:cNvGrpSpPr/>
          <p:nvPr/>
        </p:nvGrpSpPr>
        <p:grpSpPr>
          <a:xfrm>
            <a:off x="1041400" y="1190115"/>
            <a:ext cx="8210815" cy="1330482"/>
            <a:chOff x="1041400" y="1190115"/>
            <a:chExt cx="8210815" cy="1330482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179855B5-6535-194C-A1D7-E43296986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1526041"/>
              <a:ext cx="6538912" cy="471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throughput can never exceed capacity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DD52DD-2DB2-3240-BF58-74888BA27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29084" y="1190115"/>
              <a:ext cx="1523131" cy="1330482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84D74CF-0CBA-ED42-A564-376138DC48BC}"/>
              </a:ext>
            </a:extLst>
          </p:cNvPr>
          <p:cNvSpPr/>
          <p:nvPr/>
        </p:nvSpPr>
        <p:spPr>
          <a:xfrm>
            <a:off x="958664" y="353605"/>
            <a:ext cx="53304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Cost of Congestion –Scenario I </a:t>
            </a:r>
          </a:p>
        </p:txBody>
      </p:sp>
    </p:spTree>
    <p:extLst>
      <p:ext uri="{BB962C8B-B14F-4D97-AF65-F5344CB8AC3E}">
        <p14:creationId xmlns:p14="http://schemas.microsoft.com/office/powerpoint/2010/main" val="96054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D623061-0BAD-094E-BE78-B8341568F37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 of congestion: Scenario 2</a:t>
            </a:r>
            <a:endParaRPr lang="en-US" sz="4400" b="0" dirty="0"/>
          </a:p>
        </p:txBody>
      </p:sp>
      <p:sp>
        <p:nvSpPr>
          <p:cNvPr id="909" name="Rectangle 2">
            <a:extLst>
              <a:ext uri="{FF2B5EF4-FFF2-40B4-BE49-F238E27FC236}">
                <a16:creationId xmlns:a16="http://schemas.microsoft.com/office/drawing/2014/main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634964" y="1182473"/>
            <a:ext cx="9710831" cy="5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router,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buffers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:a16="http://schemas.microsoft.com/office/drawing/2014/main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64E13D-A71D-7A41-9ED2-950A4602199F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18064D3-1463-5B40-A9E3-050E65014C75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E49415B-7EB6-4743-B880-41FB066DB4B9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455C231-4F77-2943-A4A7-79D8A6F887B7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:a16="http://schemas.microsoft.com/office/drawing/2014/main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:a16="http://schemas.microsoft.com/office/drawing/2014/main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:a16="http://schemas.microsoft.com/office/drawing/2014/main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:a16="http://schemas.microsoft.com/office/drawing/2014/main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:a16="http://schemas.microsoft.com/office/drawing/2014/main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:a16="http://schemas.microsoft.com/office/drawing/2014/main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:a16="http://schemas.microsoft.com/office/drawing/2014/main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:a16="http://schemas.microsoft.com/office/drawing/2014/main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:a16="http://schemas.microsoft.com/office/drawing/2014/main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:a16="http://schemas.microsoft.com/office/drawing/2014/main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:a16="http://schemas.microsoft.com/office/drawing/2014/main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:a16="http://schemas.microsoft.com/office/drawing/2014/main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:a16="http://schemas.microsoft.com/office/drawing/2014/main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:a16="http://schemas.microsoft.com/office/drawing/2014/main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:a16="http://schemas.microsoft.com/office/drawing/2014/main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:a16="http://schemas.microsoft.com/office/drawing/2014/main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:a16="http://schemas.microsoft.com/office/drawing/2014/main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:a16="http://schemas.microsoft.com/office/drawing/2014/main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:a16="http://schemas.microsoft.com/office/drawing/2014/main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:a16="http://schemas.microsoft.com/office/drawing/2014/main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:a16="http://schemas.microsoft.com/office/drawing/2014/main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:a16="http://schemas.microsoft.com/office/drawing/2014/main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:a16="http://schemas.microsoft.com/office/drawing/2014/main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:a16="http://schemas.microsoft.com/office/drawing/2014/main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:a16="http://schemas.microsoft.com/office/drawing/2014/main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:a16="http://schemas.microsoft.com/office/drawing/2014/main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:a16="http://schemas.microsoft.com/office/drawing/2014/main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:a16="http://schemas.microsoft.com/office/drawing/2014/main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:a16="http://schemas.microsoft.com/office/drawing/2014/main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:a16="http://schemas.microsoft.com/office/drawing/2014/main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:a16="http://schemas.microsoft.com/office/drawing/2014/main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:a16="http://schemas.microsoft.com/office/drawing/2014/main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:a16="http://schemas.microsoft.com/office/drawing/2014/main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:a16="http://schemas.microsoft.com/office/drawing/2014/main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:a16="http://schemas.microsoft.com/office/drawing/2014/main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:a16="http://schemas.microsoft.com/office/drawing/2014/main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:a16="http://schemas.microsoft.com/office/drawing/2014/main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:a16="http://schemas.microsoft.com/office/drawing/2014/main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:a16="http://schemas.microsoft.com/office/drawing/2014/main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:a16="http://schemas.microsoft.com/office/drawing/2014/main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:a16="http://schemas.microsoft.com/office/drawing/2014/main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:a16="http://schemas.microsoft.com/office/drawing/2014/main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:a16="http://schemas.microsoft.com/office/drawing/2014/main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:a16="http://schemas.microsoft.com/office/drawing/2014/main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:a16="http://schemas.microsoft.com/office/drawing/2014/main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:a16="http://schemas.microsoft.com/office/drawing/2014/main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:a16="http://schemas.microsoft.com/office/drawing/2014/main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:a16="http://schemas.microsoft.com/office/drawing/2014/main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:a16="http://schemas.microsoft.com/office/drawing/2014/main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:a16="http://schemas.microsoft.com/office/drawing/2014/main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:a16="http://schemas.microsoft.com/office/drawing/2014/main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:a16="http://schemas.microsoft.com/office/drawing/2014/main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:a16="http://schemas.microsoft.com/office/drawing/2014/main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:a16="http://schemas.microsoft.com/office/drawing/2014/main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:a16="http://schemas.microsoft.com/office/drawing/2014/main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:a16="http://schemas.microsoft.com/office/drawing/2014/main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:a16="http://schemas.microsoft.com/office/drawing/2014/main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:a16="http://schemas.microsoft.com/office/drawing/2014/main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:a16="http://schemas.microsoft.com/office/drawing/2014/main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:a16="http://schemas.microsoft.com/office/drawing/2014/main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:a16="http://schemas.microsoft.com/office/drawing/2014/main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:a16="http://schemas.microsoft.com/office/drawing/2014/main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:a16="http://schemas.microsoft.com/office/drawing/2014/main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:a16="http://schemas.microsoft.com/office/drawing/2014/main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:a16="http://schemas.microsoft.com/office/drawing/2014/main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:a16="http://schemas.microsoft.com/office/drawing/2014/main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:a16="http://schemas.microsoft.com/office/drawing/2014/main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:a16="http://schemas.microsoft.com/office/drawing/2014/main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:a16="http://schemas.microsoft.com/office/drawing/2014/main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:a16="http://schemas.microsoft.com/office/drawing/2014/main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:a16="http://schemas.microsoft.com/office/drawing/2014/main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:a16="http://schemas.microsoft.com/office/drawing/2014/main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:a16="http://schemas.microsoft.com/office/drawing/2014/main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:a16="http://schemas.microsoft.com/office/drawing/2014/main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:a16="http://schemas.microsoft.com/office/drawing/2014/main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:a16="http://schemas.microsoft.com/office/drawing/2014/main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:a16="http://schemas.microsoft.com/office/drawing/2014/main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:a16="http://schemas.microsoft.com/office/drawing/2014/main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:a16="http://schemas.microsoft.com/office/drawing/2014/main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:a16="http://schemas.microsoft.com/office/drawing/2014/main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:a16="http://schemas.microsoft.com/office/drawing/2014/main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:a16="http://schemas.microsoft.com/office/drawing/2014/main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36FCA-98F2-334E-B745-8BE5CDDCBFB2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:a16="http://schemas.microsoft.com/office/drawing/2014/main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:a16="http://schemas.microsoft.com/office/drawing/2014/main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:a16="http://schemas.microsoft.com/office/drawing/2014/main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:a16="http://schemas.microsoft.com/office/drawing/2014/main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:a16="http://schemas.microsoft.com/office/drawing/2014/main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:a16="http://schemas.microsoft.com/office/drawing/2014/main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:a16="http://schemas.microsoft.com/office/drawing/2014/main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D48FEE-9456-1B4E-84A7-B3ED91FFE8E0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:a16="http://schemas.microsoft.com/office/drawing/2014/main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:a16="http://schemas.microsoft.com/office/drawing/2014/main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2A71E-CC9B-AE4A-AE8F-124BCB210BC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:a16="http://schemas.microsoft.com/office/drawing/2014/main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:a16="http://schemas.microsoft.com/office/drawing/2014/main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2C2F29-CDE1-7F43-8E31-AA4451365879}"/>
              </a:ext>
            </a:extLst>
          </p:cNvPr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:a16="http://schemas.microsoft.com/office/drawing/2014/main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:a16="http://schemas.microsoft.com/office/drawing/2014/main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:a16="http://schemas.microsoft.com/office/drawing/2014/main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:a16="http://schemas.microsoft.com/office/drawing/2014/main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 retransmits lost, timed-out packet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application-layer input = application-layer output: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=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out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transport-layer input includes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retransmissions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l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’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endPara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232186-DB8B-EE41-ABB8-8C4434E748DD}"/>
              </a:ext>
            </a:extLst>
          </p:cNvPr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:a16="http://schemas.microsoft.com/office/drawing/2014/main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:a16="http://schemas.microsoft.com/office/drawing/2014/main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560666-FC53-B945-9620-BB2E2AE986CF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72AD6F-EEFC-914F-BE23-DE28BE98C152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AECD2E0A-D6E2-2842-934A-3F651325C0C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168" name="Slide Number Placeholder 2">
            <a:extLst>
              <a:ext uri="{FF2B5EF4-FFF2-40B4-BE49-F238E27FC236}">
                <a16:creationId xmlns:a16="http://schemas.microsoft.com/office/drawing/2014/main" id="{EDF89B14-4877-B447-9EAB-EAB6735B3B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4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2a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41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2b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7624B7-6B20-F845-9C41-4CC182257E49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98" name="Text Box 259">
              <a:extLst>
                <a:ext uri="{FF2B5EF4-FFF2-40B4-BE49-F238E27FC236}">
                  <a16:creationId xmlns:a16="http://schemas.microsoft.com/office/drawing/2014/main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:a16="http://schemas.microsoft.com/office/drawing/2014/main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A05CA9-3FA3-BF4C-A8E9-55EEC000887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224" name="Text Box 252">
              <a:extLst>
                <a:ext uri="{FF2B5EF4-FFF2-40B4-BE49-F238E27FC236}">
                  <a16:creationId xmlns:a16="http://schemas.microsoft.com/office/drawing/2014/main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:a16="http://schemas.microsoft.com/office/drawing/2014/main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B126A1-4A79-F34D-A071-BDA969124FB9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204" name="Freeform 245">
              <a:extLst>
                <a:ext uri="{FF2B5EF4-FFF2-40B4-BE49-F238E27FC236}">
                  <a16:creationId xmlns:a16="http://schemas.microsoft.com/office/drawing/2014/main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:a16="http://schemas.microsoft.com/office/drawing/2014/main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:a16="http://schemas.microsoft.com/office/drawing/2014/main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:a16="http://schemas.microsoft.com/office/drawing/2014/main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:a16="http://schemas.microsoft.com/office/drawing/2014/main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:a16="http://schemas.microsoft.com/office/drawing/2014/main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:a16="http://schemas.microsoft.com/office/drawing/2014/main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:a16="http://schemas.microsoft.com/office/drawing/2014/main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:a16="http://schemas.microsoft.com/office/drawing/2014/main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:a16="http://schemas.microsoft.com/office/drawing/2014/main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:a16="http://schemas.microsoft.com/office/drawing/2014/main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:a16="http://schemas.microsoft.com/office/drawing/2014/main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:a16="http://schemas.microsoft.com/office/drawing/2014/main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:a16="http://schemas.microsoft.com/office/drawing/2014/main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:a16="http://schemas.microsoft.com/office/drawing/2014/main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5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insights</a:t>
            </a:r>
            <a:endParaRPr lang="en-US" sz="4400" b="0" dirty="0"/>
          </a:p>
        </p:txBody>
      </p:sp>
      <p:sp>
        <p:nvSpPr>
          <p:cNvPr id="131" name="Rectangle 4">
            <a:extLst>
              <a:ext uri="{FF2B5EF4-FFF2-40B4-BE49-F238E27FC236}">
                <a16:creationId xmlns:a16="http://schemas.microsoft.com/office/drawing/2014/main" id="{E69E1480-29A3-FC40-B2EA-9D31AA40C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4352873"/>
            <a:ext cx="6769100" cy="762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lv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/>
              </a:rPr>
              <a:t>un-needed duplicates further decreases effective throughput</a:t>
            </a:r>
          </a:p>
          <a:p>
            <a:pPr lvl="1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/>
              </a:rPr>
              <a:t>Each packet forwarded TWICE by the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331F8E-78B4-5E4D-9E14-918B774CF79B}"/>
              </a:ext>
            </a:extLst>
          </p:cNvPr>
          <p:cNvGrpSpPr/>
          <p:nvPr/>
        </p:nvGrpSpPr>
        <p:grpSpPr>
          <a:xfrm>
            <a:off x="1199444" y="1590282"/>
            <a:ext cx="9434689" cy="2461294"/>
            <a:chOff x="1041400" y="2983830"/>
            <a:chExt cx="9434689" cy="2461294"/>
          </a:xfrm>
        </p:grpSpPr>
        <p:sp>
          <p:nvSpPr>
            <p:cNvPr id="130" name="Rectangle 4">
              <a:extLst>
                <a:ext uri="{FF2B5EF4-FFF2-40B4-BE49-F238E27FC236}">
                  <a16:creationId xmlns:a16="http://schemas.microsoft.com/office/drawing/2014/main" id="{E0B74A1B-74C4-184F-94CC-A99D0D2E3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00" y="3256108"/>
              <a:ext cx="6332794" cy="427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loss/retransmission decreases effective throughput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F0FCDE-CAF5-4C40-A5A2-D21059E4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23915" y="2983830"/>
              <a:ext cx="2752174" cy="2461294"/>
            </a:xfrm>
            <a:prstGeom prst="rect">
              <a:avLst/>
            </a:prstGeom>
          </p:spPr>
        </p:pic>
      </p:grp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BBFEA973-F377-3247-B95A-5759C5BD8A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239C7-DBD7-9642-A954-9F8420DAE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56" y="4051575"/>
            <a:ext cx="2438400" cy="226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Freeform 354">
            <a:extLst>
              <a:ext uri="{FF2B5EF4-FFF2-40B4-BE49-F238E27FC236}">
                <a16:creationId xmlns:a16="http://schemas.microsoft.com/office/drawing/2014/main" id="{FA3A6278-DB89-0C41-A34C-36879DB1B579}"/>
              </a:ext>
            </a:extLst>
          </p:cNvPr>
          <p:cNvSpPr>
            <a:spLocks/>
          </p:cNvSpPr>
          <p:nvPr/>
        </p:nvSpPr>
        <p:spPr bwMode="auto">
          <a:xfrm flipH="1">
            <a:off x="3903164" y="3127613"/>
            <a:ext cx="169456" cy="104273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153 h 9200"/>
              <a:gd name="connsiteX1" fmla="*/ 1373 w 10000"/>
              <a:gd name="connsiteY1" fmla="*/ 0 h 9200"/>
              <a:gd name="connsiteX2" fmla="*/ 0 w 10000"/>
              <a:gd name="connsiteY2" fmla="*/ 8733 h 9200"/>
              <a:gd name="connsiteX3" fmla="*/ 5082 w 10000"/>
              <a:gd name="connsiteY3" fmla="*/ 9200 h 9200"/>
              <a:gd name="connsiteX4" fmla="*/ 10000 w 10000"/>
              <a:gd name="connsiteY4" fmla="*/ 9153 h 9200"/>
              <a:gd name="connsiteX0" fmla="*/ 8955 w 8955"/>
              <a:gd name="connsiteY0" fmla="*/ 9949 h 10000"/>
              <a:gd name="connsiteX1" fmla="*/ 328 w 8955"/>
              <a:gd name="connsiteY1" fmla="*/ 0 h 10000"/>
              <a:gd name="connsiteX2" fmla="*/ 0 w 8955"/>
              <a:gd name="connsiteY2" fmla="*/ 9416 h 10000"/>
              <a:gd name="connsiteX3" fmla="*/ 4037 w 8955"/>
              <a:gd name="connsiteY3" fmla="*/ 10000 h 10000"/>
              <a:gd name="connsiteX4" fmla="*/ 8955 w 8955"/>
              <a:gd name="connsiteY4" fmla="*/ 9949 h 10000"/>
              <a:gd name="connsiteX0" fmla="*/ 8000 w 8000"/>
              <a:gd name="connsiteY0" fmla="*/ 6998 h 10000"/>
              <a:gd name="connsiteX1" fmla="*/ 366 w 8000"/>
              <a:gd name="connsiteY1" fmla="*/ 0 h 10000"/>
              <a:gd name="connsiteX2" fmla="*/ 0 w 8000"/>
              <a:gd name="connsiteY2" fmla="*/ 9416 h 10000"/>
              <a:gd name="connsiteX3" fmla="*/ 4508 w 8000"/>
              <a:gd name="connsiteY3" fmla="*/ 10000 h 10000"/>
              <a:gd name="connsiteX4" fmla="*/ 8000 w 8000"/>
              <a:gd name="connsiteY4" fmla="*/ 6998 h 10000"/>
              <a:gd name="connsiteX0" fmla="*/ 10000 w 10000"/>
              <a:gd name="connsiteY0" fmla="*/ 6998 h 11173"/>
              <a:gd name="connsiteX1" fmla="*/ 458 w 10000"/>
              <a:gd name="connsiteY1" fmla="*/ 0 h 11173"/>
              <a:gd name="connsiteX2" fmla="*/ 0 w 10000"/>
              <a:gd name="connsiteY2" fmla="*/ 9416 h 11173"/>
              <a:gd name="connsiteX3" fmla="*/ 9177 w 10000"/>
              <a:gd name="connsiteY3" fmla="*/ 11173 h 11173"/>
              <a:gd name="connsiteX4" fmla="*/ 10000 w 10000"/>
              <a:gd name="connsiteY4" fmla="*/ 6998 h 1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173">
                <a:moveTo>
                  <a:pt x="10000" y="6998"/>
                </a:moveTo>
                <a:lnTo>
                  <a:pt x="458" y="0"/>
                </a:lnTo>
                <a:cubicBezTo>
                  <a:pt x="306" y="3139"/>
                  <a:pt x="153" y="6277"/>
                  <a:pt x="0" y="9416"/>
                </a:cubicBezTo>
                <a:lnTo>
                  <a:pt x="9177" y="11173"/>
                </a:lnTo>
                <a:lnTo>
                  <a:pt x="10000" y="699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F857C4E7-5B60-F84D-8BB4-B434B73070E5}"/>
              </a:ext>
            </a:extLst>
          </p:cNvPr>
          <p:cNvGrpSpPr/>
          <p:nvPr/>
        </p:nvGrpSpPr>
        <p:grpSpPr>
          <a:xfrm>
            <a:off x="4058150" y="3125879"/>
            <a:ext cx="616282" cy="869387"/>
            <a:chOff x="10910964" y="2513124"/>
            <a:chExt cx="586769" cy="904023"/>
          </a:xfrm>
        </p:grpSpPr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610F1877-CB6B-9747-B11C-1D34E3952E75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B5CE757-ACFF-904B-89A6-4D678ED16A4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C2F54B2-D68E-7042-8783-586E9687DE55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BBC8FE7-5D92-904A-AD63-57FFEB272C6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397117FA-E151-5745-9EB1-3E245C911471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4" name="Freeform 350">
            <a:extLst>
              <a:ext uri="{FF2B5EF4-FFF2-40B4-BE49-F238E27FC236}">
                <a16:creationId xmlns:a16="http://schemas.microsoft.com/office/drawing/2014/main" id="{C5AF13C6-D475-8E42-B46E-37AE6E534B0E}"/>
              </a:ext>
            </a:extLst>
          </p:cNvPr>
          <p:cNvSpPr>
            <a:spLocks/>
          </p:cNvSpPr>
          <p:nvPr/>
        </p:nvSpPr>
        <p:spPr bwMode="auto">
          <a:xfrm flipH="1">
            <a:off x="1898724" y="5081691"/>
            <a:ext cx="195993" cy="100542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0444"/>
              <a:gd name="connsiteX1" fmla="*/ 328 w 10000"/>
              <a:gd name="connsiteY1" fmla="*/ 0 h 10444"/>
              <a:gd name="connsiteX2" fmla="*/ 0 w 10000"/>
              <a:gd name="connsiteY2" fmla="*/ 9533 h 10444"/>
              <a:gd name="connsiteX3" fmla="*/ 7177 w 10000"/>
              <a:gd name="connsiteY3" fmla="*/ 10444 h 10444"/>
              <a:gd name="connsiteX4" fmla="*/ 10000 w 10000"/>
              <a:gd name="connsiteY4" fmla="*/ 9953 h 10444"/>
              <a:gd name="connsiteX0" fmla="*/ 7715 w 7715"/>
              <a:gd name="connsiteY0" fmla="*/ 7822 h 10444"/>
              <a:gd name="connsiteX1" fmla="*/ 328 w 7715"/>
              <a:gd name="connsiteY1" fmla="*/ 0 h 10444"/>
              <a:gd name="connsiteX2" fmla="*/ 0 w 7715"/>
              <a:gd name="connsiteY2" fmla="*/ 9533 h 10444"/>
              <a:gd name="connsiteX3" fmla="*/ 7177 w 7715"/>
              <a:gd name="connsiteY3" fmla="*/ 10444 h 10444"/>
              <a:gd name="connsiteX4" fmla="*/ 7715 w 7715"/>
              <a:gd name="connsiteY4" fmla="*/ 7822 h 10444"/>
              <a:gd name="connsiteX0" fmla="*/ 10740 w 10740"/>
              <a:gd name="connsiteY0" fmla="*/ 7489 h 10000"/>
              <a:gd name="connsiteX1" fmla="*/ 1165 w 10740"/>
              <a:gd name="connsiteY1" fmla="*/ 0 h 10000"/>
              <a:gd name="connsiteX2" fmla="*/ 0 w 10740"/>
              <a:gd name="connsiteY2" fmla="*/ 8788 h 10000"/>
              <a:gd name="connsiteX3" fmla="*/ 10043 w 10740"/>
              <a:gd name="connsiteY3" fmla="*/ 10000 h 10000"/>
              <a:gd name="connsiteX4" fmla="*/ 10740 w 10740"/>
              <a:gd name="connsiteY4" fmla="*/ 7489 h 10000"/>
              <a:gd name="connsiteX0" fmla="*/ 10740 w 10740"/>
              <a:gd name="connsiteY0" fmla="*/ 6979 h 9490"/>
              <a:gd name="connsiteX1" fmla="*/ 424 w 10740"/>
              <a:gd name="connsiteY1" fmla="*/ 0 h 9490"/>
              <a:gd name="connsiteX2" fmla="*/ 0 w 10740"/>
              <a:gd name="connsiteY2" fmla="*/ 8278 h 9490"/>
              <a:gd name="connsiteX3" fmla="*/ 10043 w 10740"/>
              <a:gd name="connsiteY3" fmla="*/ 9490 h 9490"/>
              <a:gd name="connsiteX4" fmla="*/ 10740 w 10740"/>
              <a:gd name="connsiteY4" fmla="*/ 6979 h 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0" h="9490">
                <a:moveTo>
                  <a:pt x="10740" y="6979"/>
                </a:moveTo>
                <a:lnTo>
                  <a:pt x="424" y="0"/>
                </a:lnTo>
                <a:cubicBezTo>
                  <a:pt x="283" y="3043"/>
                  <a:pt x="141" y="5235"/>
                  <a:pt x="0" y="8278"/>
                </a:cubicBezTo>
                <a:lnTo>
                  <a:pt x="10043" y="9490"/>
                </a:lnTo>
                <a:lnTo>
                  <a:pt x="10740" y="697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DB461A9-F46E-8749-BF51-45E92AA6339A}"/>
              </a:ext>
            </a:extLst>
          </p:cNvPr>
          <p:cNvGrpSpPr/>
          <p:nvPr/>
        </p:nvGrpSpPr>
        <p:grpSpPr>
          <a:xfrm>
            <a:off x="2080082" y="5084889"/>
            <a:ext cx="616282" cy="869387"/>
            <a:chOff x="10910964" y="2513124"/>
            <a:chExt cx="586769" cy="904023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7D39F858-8BB0-A642-89CC-2F019B33E69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B201F6E9-50D4-2949-B445-79D78C6E2F8A}"/>
                </a:ext>
              </a:extLst>
            </p:cNvPr>
            <p:cNvCxnSpPr/>
            <p:nvPr/>
          </p:nvCxnSpPr>
          <p:spPr>
            <a:xfrm>
              <a:off x="10910964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CED38CC1-6A45-214C-BEAA-3AA92EF84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55F19835-EB3A-3D40-8C3C-0E365455DD32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F1796FFE-1845-5840-8B13-398696D75E0E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5" name="Freeform 347">
            <a:extLst>
              <a:ext uri="{FF2B5EF4-FFF2-40B4-BE49-F238E27FC236}">
                <a16:creationId xmlns:a16="http://schemas.microsoft.com/office/drawing/2014/main" id="{84CB63DB-E546-6447-B0B5-8E43F3CC8290}"/>
              </a:ext>
            </a:extLst>
          </p:cNvPr>
          <p:cNvSpPr>
            <a:spLocks/>
          </p:cNvSpPr>
          <p:nvPr/>
        </p:nvSpPr>
        <p:spPr bwMode="auto">
          <a:xfrm>
            <a:off x="8102599" y="5226097"/>
            <a:ext cx="168983" cy="112254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000 w 10000"/>
              <a:gd name="connsiteY0" fmla="*/ 9953 h 11066"/>
              <a:gd name="connsiteX1" fmla="*/ 328 w 10000"/>
              <a:gd name="connsiteY1" fmla="*/ 0 h 11066"/>
              <a:gd name="connsiteX2" fmla="*/ 0 w 10000"/>
              <a:gd name="connsiteY2" fmla="*/ 9533 h 11066"/>
              <a:gd name="connsiteX3" fmla="*/ 6605 w 10000"/>
              <a:gd name="connsiteY3" fmla="*/ 11066 h 11066"/>
              <a:gd name="connsiteX4" fmla="*/ 10000 w 10000"/>
              <a:gd name="connsiteY4" fmla="*/ 9953 h 11066"/>
              <a:gd name="connsiteX0" fmla="*/ 7144 w 7144"/>
              <a:gd name="connsiteY0" fmla="*/ 7022 h 11066"/>
              <a:gd name="connsiteX1" fmla="*/ 328 w 7144"/>
              <a:gd name="connsiteY1" fmla="*/ 0 h 11066"/>
              <a:gd name="connsiteX2" fmla="*/ 0 w 7144"/>
              <a:gd name="connsiteY2" fmla="*/ 9533 h 11066"/>
              <a:gd name="connsiteX3" fmla="*/ 6605 w 7144"/>
              <a:gd name="connsiteY3" fmla="*/ 11066 h 11066"/>
              <a:gd name="connsiteX4" fmla="*/ 7144 w 7144"/>
              <a:gd name="connsiteY4" fmla="*/ 7022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44" h="11066">
                <a:moveTo>
                  <a:pt x="7144" y="7022"/>
                </a:moveTo>
                <a:lnTo>
                  <a:pt x="328" y="0"/>
                </a:lnTo>
                <a:cubicBezTo>
                  <a:pt x="219" y="3178"/>
                  <a:pt x="109" y="6355"/>
                  <a:pt x="0" y="9533"/>
                </a:cubicBezTo>
                <a:lnTo>
                  <a:pt x="6605" y="11066"/>
                </a:lnTo>
                <a:cubicBezTo>
                  <a:pt x="6785" y="9718"/>
                  <a:pt x="6964" y="8370"/>
                  <a:pt x="7144" y="7022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ECEBAA5-183F-9943-8745-DBAE2D8B7061}"/>
              </a:ext>
            </a:extLst>
          </p:cNvPr>
          <p:cNvGrpSpPr/>
          <p:nvPr/>
        </p:nvGrpSpPr>
        <p:grpSpPr>
          <a:xfrm>
            <a:off x="7504175" y="5297345"/>
            <a:ext cx="616281" cy="869387"/>
            <a:chOff x="10910965" y="2513124"/>
            <a:chExt cx="586768" cy="904023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D6A6B6B-5FD6-2346-A3EE-BD1582FAB00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0F3D8B01-03BD-E34A-BAFB-7952B32F927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BDB3107-533F-3542-94CF-BC06F61D2FD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4DC87E4-F7BE-8A4B-91C3-596857C5FB1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77C12250-985A-8B45-B946-123BAC2C8B7B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6" name="Freeform 344">
            <a:extLst>
              <a:ext uri="{FF2B5EF4-FFF2-40B4-BE49-F238E27FC236}">
                <a16:creationId xmlns:a16="http://schemas.microsoft.com/office/drawing/2014/main" id="{F7EB3EDB-2BCE-F949-BF32-4926B0702E72}"/>
              </a:ext>
            </a:extLst>
          </p:cNvPr>
          <p:cNvSpPr>
            <a:spLocks/>
          </p:cNvSpPr>
          <p:nvPr/>
        </p:nvSpPr>
        <p:spPr bwMode="auto">
          <a:xfrm>
            <a:off x="8572023" y="3216064"/>
            <a:ext cx="223031" cy="124417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9429 w 9429"/>
              <a:gd name="connsiteY0" fmla="*/ 8488 h 10000"/>
              <a:gd name="connsiteX1" fmla="*/ 328 w 9429"/>
              <a:gd name="connsiteY1" fmla="*/ 0 h 10000"/>
              <a:gd name="connsiteX2" fmla="*/ 0 w 9429"/>
              <a:gd name="connsiteY2" fmla="*/ 9533 h 10000"/>
              <a:gd name="connsiteX3" fmla="*/ 5082 w 9429"/>
              <a:gd name="connsiteY3" fmla="*/ 10000 h 10000"/>
              <a:gd name="connsiteX4" fmla="*/ 9429 w 9429"/>
              <a:gd name="connsiteY4" fmla="*/ 8488 h 10000"/>
              <a:gd name="connsiteX0" fmla="*/ 10000 w 10000"/>
              <a:gd name="connsiteY0" fmla="*/ 8488 h 12265"/>
              <a:gd name="connsiteX1" fmla="*/ 348 w 10000"/>
              <a:gd name="connsiteY1" fmla="*/ 0 h 12265"/>
              <a:gd name="connsiteX2" fmla="*/ 0 w 10000"/>
              <a:gd name="connsiteY2" fmla="*/ 9533 h 12265"/>
              <a:gd name="connsiteX3" fmla="*/ 9025 w 10000"/>
              <a:gd name="connsiteY3" fmla="*/ 12265 h 12265"/>
              <a:gd name="connsiteX4" fmla="*/ 10000 w 10000"/>
              <a:gd name="connsiteY4" fmla="*/ 8488 h 1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2265">
                <a:moveTo>
                  <a:pt x="10000" y="8488"/>
                </a:moveTo>
                <a:lnTo>
                  <a:pt x="348" y="0"/>
                </a:lnTo>
                <a:lnTo>
                  <a:pt x="0" y="9533"/>
                </a:lnTo>
                <a:lnTo>
                  <a:pt x="9025" y="12265"/>
                </a:lnTo>
                <a:lnTo>
                  <a:pt x="10000" y="848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3</a:t>
            </a:r>
            <a:endParaRPr lang="en-US" sz="4400" b="0" dirty="0"/>
          </a:p>
        </p:txBody>
      </p:sp>
      <p:sp>
        <p:nvSpPr>
          <p:cNvPr id="173" name="Rectangle 3">
            <a:extLst>
              <a:ext uri="{FF2B5EF4-FFF2-40B4-BE49-F238E27FC236}">
                <a16:creationId xmlns:a16="http://schemas.microsoft.com/office/drawing/2014/main" id="{99753E1D-5DEC-E947-8B37-6AF7D72D62A8}"/>
              </a:ext>
            </a:extLst>
          </p:cNvPr>
          <p:cNvSpPr txBox="1">
            <a:spLocks noChangeArrowheads="1"/>
          </p:cNvSpPr>
          <p:nvPr/>
        </p:nvSpPr>
        <p:spPr>
          <a:xfrm>
            <a:off x="936625" y="1320799"/>
            <a:ext cx="3787775" cy="1247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multi-hop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paths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timeout/retransmit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Rectangle 7">
            <a:extLst>
              <a:ext uri="{FF2B5EF4-FFF2-40B4-BE49-F238E27FC236}">
                <a16:creationId xmlns:a16="http://schemas.microsoft.com/office/drawing/2014/main" id="{2D1E8573-2F28-9941-A79E-BF2F0474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273175"/>
            <a:ext cx="6264275" cy="526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happens as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 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Rectangle 356">
            <a:extLst>
              <a:ext uri="{FF2B5EF4-FFF2-40B4-BE49-F238E27FC236}">
                <a16:creationId xmlns:a16="http://schemas.microsoft.com/office/drawing/2014/main" id="{F4C88F76-884B-3642-8A4C-9AF73E19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261" y="1804940"/>
            <a:ext cx="69945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 red 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in</a:t>
            </a:r>
            <a:r>
              <a:rPr kumimoji="0" lang="ja-JP" altLang="en-US" sz="2400" b="0" i="0" u="none" strike="noStrike" kern="1200" cap="none" spc="0" normalizeH="0" baseline="3000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increases, all arriving blue pkts at upper queue are dropped, blue throughput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 3" pitchFamily="2" charset="2"/>
                <a:ea typeface="ＭＳ Ｐゴシック" panose="020B0600070205080204" pitchFamily="34" charset="-128"/>
                <a:cs typeface="+mn-cs"/>
              </a:rPr>
              <a:t>g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590867D-F685-4246-ABDB-FB690B552C22}"/>
              </a:ext>
            </a:extLst>
          </p:cNvPr>
          <p:cNvGrpSpPr/>
          <p:nvPr/>
        </p:nvGrpSpPr>
        <p:grpSpPr>
          <a:xfrm>
            <a:off x="5682185" y="4389943"/>
            <a:ext cx="1015652" cy="456281"/>
            <a:chOff x="7493876" y="2774731"/>
            <a:chExt cx="1481958" cy="894622"/>
          </a:xfrm>
        </p:grpSpPr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7E35F043-BF45-9F46-96E3-BB3ADBEDD6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A5ADF05E-2312-1D4F-9BE0-1759E9B9353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7FACC5C7-906C-2B46-A172-006761C86F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0" name="Freeform 1039">
                <a:extLst>
                  <a:ext uri="{FF2B5EF4-FFF2-40B4-BE49-F238E27FC236}">
                    <a16:creationId xmlns:a16="http://schemas.microsoft.com/office/drawing/2014/main" id="{9AAEEAEF-FEE3-4C4F-A60E-ECD453E41A3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848C9694-3AFB-E942-B20A-3BD722A410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17CFC228-2824-994D-9EA7-CCABCA1A5A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A7328784-CE2A-0440-8AE9-F80D315E67D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D5682828-EA87-794F-BF60-819D7667E9EF}"/>
              </a:ext>
            </a:extLst>
          </p:cNvPr>
          <p:cNvGrpSpPr/>
          <p:nvPr/>
        </p:nvGrpSpPr>
        <p:grpSpPr>
          <a:xfrm>
            <a:off x="5962825" y="5123116"/>
            <a:ext cx="1015652" cy="456281"/>
            <a:chOff x="7493876" y="2774731"/>
            <a:chExt cx="1481958" cy="894622"/>
          </a:xfrm>
        </p:grpSpPr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2056B1E8-7373-0941-8FA2-77B0D784D6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9FDCC5D4-EA9B-9746-A480-2CC5325E9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570F0FCB-D968-1148-B306-F399F70F821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2" name="Freeform 1031">
                <a:extLst>
                  <a:ext uri="{FF2B5EF4-FFF2-40B4-BE49-F238E27FC236}">
                    <a16:creationId xmlns:a16="http://schemas.microsoft.com/office/drawing/2014/main" id="{418B1C5D-5D51-3B49-BAC8-5A977E7BF67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3" name="Freeform 1032">
                <a:extLst>
                  <a:ext uri="{FF2B5EF4-FFF2-40B4-BE49-F238E27FC236}">
                    <a16:creationId xmlns:a16="http://schemas.microsoft.com/office/drawing/2014/main" id="{D6476B65-5B26-6F41-9399-FA6E2A0A7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3336FA20-F9EA-F640-8683-B36DE04C42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1C9D141-A007-CC4B-AC95-C03639BD621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1972653F-0F1B-604A-B76F-A5AB75CE116D}"/>
              </a:ext>
            </a:extLst>
          </p:cNvPr>
          <p:cNvGrpSpPr/>
          <p:nvPr/>
        </p:nvGrpSpPr>
        <p:grpSpPr>
          <a:xfrm>
            <a:off x="3583956" y="4844264"/>
            <a:ext cx="1015652" cy="456281"/>
            <a:chOff x="7493876" y="2774731"/>
            <a:chExt cx="1481958" cy="894622"/>
          </a:xfrm>
        </p:grpSpPr>
        <p:sp>
          <p:nvSpPr>
            <p:cNvPr id="1005" name="Freeform 1004">
              <a:extLst>
                <a:ext uri="{FF2B5EF4-FFF2-40B4-BE49-F238E27FC236}">
                  <a16:creationId xmlns:a16="http://schemas.microsoft.com/office/drawing/2014/main" id="{14F756BD-3FD8-EF4A-ACB9-4374306B1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id="{8C7BD2BF-04E8-E048-B37B-2EF4588E9F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id="{2F0EBD81-A812-B54E-87D7-F2A2A0F735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DA0350AD-6BDD-8742-AD54-D31903BFFBC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3882FE62-2EF4-8345-A049-B867546B97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0" name="Freeform 1009">
                <a:extLst>
                  <a:ext uri="{FF2B5EF4-FFF2-40B4-BE49-F238E27FC236}">
                    <a16:creationId xmlns:a16="http://schemas.microsoft.com/office/drawing/2014/main" id="{323E0DB7-EDAB-4B44-8CD0-AA680735E84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1" name="Freeform 1010">
                <a:extLst>
                  <a:ext uri="{FF2B5EF4-FFF2-40B4-BE49-F238E27FC236}">
                    <a16:creationId xmlns:a16="http://schemas.microsoft.com/office/drawing/2014/main" id="{859E3ACC-40C8-9E4B-909F-00901CF258D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7" name="Text Box 14">
            <a:extLst>
              <a:ext uri="{FF2B5EF4-FFF2-40B4-BE49-F238E27FC236}">
                <a16:creationId xmlns:a16="http://schemas.microsoft.com/office/drawing/2014/main" id="{A3C80523-A3C7-5A48-AF35-91A54191B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361" y="3661938"/>
            <a:ext cx="19129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finite shared output link buffers</a:t>
            </a:r>
          </a:p>
        </p:txBody>
      </p:sp>
      <p:sp>
        <p:nvSpPr>
          <p:cNvPr id="678" name="Line 15">
            <a:extLst>
              <a:ext uri="{FF2B5EF4-FFF2-40B4-BE49-F238E27FC236}">
                <a16:creationId xmlns:a16="http://schemas.microsoft.com/office/drawing/2014/main" id="{A54ED1D9-7AF8-1C46-92BF-64AB53B44E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3" y="4113259"/>
            <a:ext cx="923925" cy="866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7" name="Text Box 65">
            <a:extLst>
              <a:ext uri="{FF2B5EF4-FFF2-40B4-BE49-F238E27FC236}">
                <a16:creationId xmlns:a16="http://schemas.microsoft.com/office/drawing/2014/main" id="{A6D6C3CB-B52A-B540-B712-B3A1C654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563" y="2779759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</a:p>
        </p:txBody>
      </p:sp>
      <p:sp>
        <p:nvSpPr>
          <p:cNvPr id="688" name="Line 67">
            <a:extLst>
              <a:ext uri="{FF2B5EF4-FFF2-40B4-BE49-F238E27FC236}">
                <a16:creationId xmlns:a16="http://schemas.microsoft.com/office/drawing/2014/main" id="{4C1968E6-EC62-094F-BD83-D9CA6A530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8129" y="6103982"/>
            <a:ext cx="246257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6" name="Line 117">
            <a:extLst>
              <a:ext uri="{FF2B5EF4-FFF2-40B4-BE49-F238E27FC236}">
                <a16:creationId xmlns:a16="http://schemas.microsoft.com/office/drawing/2014/main" id="{52940752-F616-324B-80EA-ECAB405BF3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8" y="4543472"/>
            <a:ext cx="1357312" cy="174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7" name="Line 118">
            <a:extLst>
              <a:ext uri="{FF2B5EF4-FFF2-40B4-BE49-F238E27FC236}">
                <a16:creationId xmlns:a16="http://schemas.microsoft.com/office/drawing/2014/main" id="{C9FD2B0B-C893-774C-980F-8CD9C6DDB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2375" y="4560933"/>
            <a:ext cx="895350" cy="95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8" name="Line 119">
            <a:extLst>
              <a:ext uri="{FF2B5EF4-FFF2-40B4-BE49-F238E27FC236}">
                <a16:creationId xmlns:a16="http://schemas.microsoft.com/office/drawing/2014/main" id="{6C25B7AE-261A-0646-8C1E-3F48F28CC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1112" y="4073832"/>
            <a:ext cx="1337545" cy="13538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9" name="Line 120">
            <a:extLst>
              <a:ext uri="{FF2B5EF4-FFF2-40B4-BE49-F238E27FC236}">
                <a16:creationId xmlns:a16="http://schemas.microsoft.com/office/drawing/2014/main" id="{323341B4-BD94-8040-82E9-99EC24A845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7685" y="4077626"/>
            <a:ext cx="4397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78B0D0-619F-7349-B4E5-DCEC3A9A7101}"/>
              </a:ext>
            </a:extLst>
          </p:cNvPr>
          <p:cNvGrpSpPr/>
          <p:nvPr/>
        </p:nvGrpSpPr>
        <p:grpSpPr>
          <a:xfrm>
            <a:off x="7027073" y="4812231"/>
            <a:ext cx="637943" cy="602421"/>
            <a:chOff x="7027073" y="4812231"/>
            <a:chExt cx="637943" cy="602421"/>
          </a:xfrm>
        </p:grpSpPr>
        <p:sp>
          <p:nvSpPr>
            <p:cNvPr id="753" name="Text Box 216">
              <a:extLst>
                <a:ext uri="{FF2B5EF4-FFF2-40B4-BE49-F238E27FC236}">
                  <a16:creationId xmlns:a16="http://schemas.microsoft.com/office/drawing/2014/main" id="{586CD15E-9DCF-2242-ADC7-0EBB063D0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073" y="4812231"/>
              <a:ext cx="61753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4" name="Line 217">
              <a:extLst>
                <a:ext uri="{FF2B5EF4-FFF2-40B4-BE49-F238E27FC236}">
                  <a16:creationId xmlns:a16="http://schemas.microsoft.com/office/drawing/2014/main" id="{676E6049-2186-D442-B4B2-91F3161EB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4991" y="5195577"/>
              <a:ext cx="200025" cy="2190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5" name="Line 218">
            <a:extLst>
              <a:ext uri="{FF2B5EF4-FFF2-40B4-BE49-F238E27FC236}">
                <a16:creationId xmlns:a16="http://schemas.microsoft.com/office/drawing/2014/main" id="{9FC0E2B7-EE1C-0D41-8103-C8FCB3F9E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9988" y="4162002"/>
            <a:ext cx="7937" cy="24335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9" name="Line 242">
            <a:extLst>
              <a:ext uri="{FF2B5EF4-FFF2-40B4-BE49-F238E27FC236}">
                <a16:creationId xmlns:a16="http://schemas.microsoft.com/office/drawing/2014/main" id="{064F47BF-3B0B-DE43-9F0E-D139AF61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5888" y="3475084"/>
            <a:ext cx="276225" cy="1588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6" name="Line 270">
            <a:extLst>
              <a:ext uri="{FF2B5EF4-FFF2-40B4-BE49-F238E27FC236}">
                <a16:creationId xmlns:a16="http://schemas.microsoft.com/office/drawing/2014/main" id="{E95CA478-DC80-E94D-871D-F0A47C370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37087" y="6084932"/>
            <a:ext cx="2876307" cy="2248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7" name="Line 271">
            <a:extLst>
              <a:ext uri="{FF2B5EF4-FFF2-40B4-BE49-F238E27FC236}">
                <a16:creationId xmlns:a16="http://schemas.microsoft.com/office/drawing/2014/main" id="{27AA192C-A882-6942-AFC6-B10AE7C00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1825" y="5461837"/>
            <a:ext cx="604176" cy="63262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B351B890-D7B2-6B4A-A54F-9A17DCD4F2A5}"/>
              </a:ext>
            </a:extLst>
          </p:cNvPr>
          <p:cNvGrpSpPr/>
          <p:nvPr/>
        </p:nvGrpSpPr>
        <p:grpSpPr>
          <a:xfrm>
            <a:off x="4115809" y="5911519"/>
            <a:ext cx="923925" cy="426578"/>
            <a:chOff x="7493876" y="2774731"/>
            <a:chExt cx="1481958" cy="894622"/>
          </a:xfrm>
        </p:grpSpPr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BFA1621A-7C33-1442-AABC-8CA9989EF86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22" name="Oval 1021">
              <a:extLst>
                <a:ext uri="{FF2B5EF4-FFF2-40B4-BE49-F238E27FC236}">
                  <a16:creationId xmlns:a16="http://schemas.microsoft.com/office/drawing/2014/main" id="{B432F96D-DCEA-1940-B3EB-10DC273627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3" name="Group 1022">
              <a:extLst>
                <a:ext uri="{FF2B5EF4-FFF2-40B4-BE49-F238E27FC236}">
                  <a16:creationId xmlns:a16="http://schemas.microsoft.com/office/drawing/2014/main" id="{445733B0-C200-7443-B614-F3CE56262D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4" name="Freeform 1023">
                <a:extLst>
                  <a:ext uri="{FF2B5EF4-FFF2-40B4-BE49-F238E27FC236}">
                    <a16:creationId xmlns:a16="http://schemas.microsoft.com/office/drawing/2014/main" id="{0B7AFB59-A6AA-4745-8FFB-C21D0E37EE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5" name="Freeform 1024">
                <a:extLst>
                  <a:ext uri="{FF2B5EF4-FFF2-40B4-BE49-F238E27FC236}">
                    <a16:creationId xmlns:a16="http://schemas.microsoft.com/office/drawing/2014/main" id="{8F342913-D690-FA46-9B73-C46C2CD3D5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6" name="Freeform 1025">
                <a:extLst>
                  <a:ext uri="{FF2B5EF4-FFF2-40B4-BE49-F238E27FC236}">
                    <a16:creationId xmlns:a16="http://schemas.microsoft.com/office/drawing/2014/main" id="{743F90F2-19F8-FC4B-B6BF-DAAA5DD031B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75CD2DB9-85B3-D94B-BA98-81974DA70D6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44" name="Line 308">
            <a:extLst>
              <a:ext uri="{FF2B5EF4-FFF2-40B4-BE49-F238E27FC236}">
                <a16:creationId xmlns:a16="http://schemas.microsoft.com/office/drawing/2014/main" id="{A454DE4E-2142-C540-BF6A-3FF8715916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7728" y="4957809"/>
            <a:ext cx="195171" cy="15551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5" name="Line 309">
            <a:extLst>
              <a:ext uri="{FF2B5EF4-FFF2-40B4-BE49-F238E27FC236}">
                <a16:creationId xmlns:a16="http://schemas.microsoft.com/office/drawing/2014/main" id="{F565347B-4B50-EE43-8424-7BD5F89E83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4" y="5113320"/>
            <a:ext cx="1031875" cy="9827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6" name="Text Box 335">
            <a:extLst>
              <a:ext uri="{FF2B5EF4-FFF2-40B4-BE49-F238E27FC236}">
                <a16:creationId xmlns:a16="http://schemas.microsoft.com/office/drawing/2014/main" id="{EC1F708A-2D5F-F542-854C-75A1D11D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965497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</a:p>
        </p:txBody>
      </p:sp>
      <p:sp>
        <p:nvSpPr>
          <p:cNvPr id="867" name="Text Box 336">
            <a:extLst>
              <a:ext uri="{FF2B5EF4-FFF2-40B4-BE49-F238E27FC236}">
                <a16:creationId xmlns:a16="http://schemas.microsoft.com/office/drawing/2014/main" id="{F2F32402-4562-6C48-A689-4C825751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5026072"/>
            <a:ext cx="73501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C</a:t>
            </a:r>
          </a:p>
        </p:txBody>
      </p:sp>
      <p:sp>
        <p:nvSpPr>
          <p:cNvPr id="868" name="Text Box 337">
            <a:extLst>
              <a:ext uri="{FF2B5EF4-FFF2-40B4-BE49-F238E27FC236}">
                <a16:creationId xmlns:a16="http://schemas.microsoft.com/office/drawing/2014/main" id="{A4EB824E-664E-C940-8134-7071C617D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4783184"/>
            <a:ext cx="73501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4E31C0-E9C7-C340-B3B9-4C96C464E2BC}"/>
              </a:ext>
            </a:extLst>
          </p:cNvPr>
          <p:cNvGrpSpPr/>
          <p:nvPr/>
        </p:nvGrpSpPr>
        <p:grpSpPr>
          <a:xfrm>
            <a:off x="4409092" y="2741055"/>
            <a:ext cx="2272505" cy="510248"/>
            <a:chOff x="4418013" y="2732134"/>
            <a:chExt cx="2272505" cy="510248"/>
          </a:xfrm>
        </p:grpSpPr>
        <p:sp>
          <p:nvSpPr>
            <p:cNvPr id="752" name="Line 215">
              <a:extLst>
                <a:ext uri="{FF2B5EF4-FFF2-40B4-BE49-F238E27FC236}">
                  <a16:creationId xmlns:a16="http://schemas.microsoft.com/office/drawing/2014/main" id="{EFFD9886-71D4-BB4B-8AB0-19FA954C4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1838" y="3055984"/>
              <a:ext cx="295275" cy="104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1" name="Oval 244">
              <a:extLst>
                <a:ext uri="{FF2B5EF4-FFF2-40B4-BE49-F238E27FC236}">
                  <a16:creationId xmlns:a16="http://schemas.microsoft.com/office/drawing/2014/main" id="{51FAD07D-0B83-F54B-8BC2-AFE24FF0F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151234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9" name="Text Box 338">
              <a:extLst>
                <a:ext uri="{FF2B5EF4-FFF2-40B4-BE49-F238E27FC236}">
                  <a16:creationId xmlns:a16="http://schemas.microsoft.com/office/drawing/2014/main" id="{5AE7EEB2-443D-C74D-9FE2-48E45B97B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330" y="2732134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</a:t>
              </a:r>
            </a:p>
          </p:txBody>
        </p:sp>
      </p:grpSp>
      <p:sp>
        <p:nvSpPr>
          <p:cNvPr id="870" name="Line 340">
            <a:extLst>
              <a:ext uri="{FF2B5EF4-FFF2-40B4-BE49-F238E27FC236}">
                <a16:creationId xmlns:a16="http://schemas.microsoft.com/office/drawing/2014/main" id="{F7B1FC1D-7510-1C49-AE6A-C7F69308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3389359"/>
            <a:ext cx="33972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07231-6EFD-6A42-9136-D71365EF63D2}"/>
              </a:ext>
            </a:extLst>
          </p:cNvPr>
          <p:cNvGrpSpPr/>
          <p:nvPr/>
        </p:nvGrpSpPr>
        <p:grpSpPr>
          <a:xfrm>
            <a:off x="4413552" y="3083161"/>
            <a:ext cx="2482850" cy="617537"/>
            <a:chOff x="4418013" y="3074240"/>
            <a:chExt cx="2482850" cy="617537"/>
          </a:xfrm>
        </p:grpSpPr>
        <p:sp>
          <p:nvSpPr>
            <p:cNvPr id="782" name="Oval 245">
              <a:extLst>
                <a:ext uri="{FF2B5EF4-FFF2-40B4-BE49-F238E27FC236}">
                  <a16:creationId xmlns:a16="http://schemas.microsoft.com/office/drawing/2014/main" id="{54248ED4-7799-AC43-BD75-DD6C5002C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013" y="3331549"/>
              <a:ext cx="90487" cy="911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3" name="Line 247">
              <a:extLst>
                <a:ext uri="{FF2B5EF4-FFF2-40B4-BE49-F238E27FC236}">
                  <a16:creationId xmlns:a16="http://schemas.microsoft.com/office/drawing/2014/main" id="{E59D074B-1F6E-C14E-AD81-B0177A7E8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1363" y="3322684"/>
              <a:ext cx="304800" cy="38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1" name="Text Box 341">
              <a:extLst>
                <a:ext uri="{FF2B5EF4-FFF2-40B4-BE49-F238E27FC236}">
                  <a16:creationId xmlns:a16="http://schemas.microsoft.com/office/drawing/2014/main" id="{7BFEC39C-D433-1D4D-A184-DDA258B9A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1363" y="3074240"/>
              <a:ext cx="2349500" cy="617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retransmitted data</a:t>
              </a:r>
            </a:p>
          </p:txBody>
        </p:sp>
      </p:grpSp>
      <p:grpSp>
        <p:nvGrpSpPr>
          <p:cNvPr id="872" name="Group 358">
            <a:extLst>
              <a:ext uri="{FF2B5EF4-FFF2-40B4-BE49-F238E27FC236}">
                <a16:creationId xmlns:a16="http://schemas.microsoft.com/office/drawing/2014/main" id="{B102A184-15F6-9D48-BA25-6DCAD4F95232}"/>
              </a:ext>
            </a:extLst>
          </p:cNvPr>
          <p:cNvGrpSpPr>
            <a:grpSpLocks/>
          </p:cNvGrpSpPr>
          <p:nvPr/>
        </p:nvGrpSpPr>
        <p:grpSpPr bwMode="auto">
          <a:xfrm>
            <a:off x="8721725" y="4056109"/>
            <a:ext cx="231775" cy="441325"/>
            <a:chOff x="4140" y="429"/>
            <a:chExt cx="1425" cy="2396"/>
          </a:xfrm>
        </p:grpSpPr>
        <p:sp>
          <p:nvSpPr>
            <p:cNvPr id="873" name="Freeform 359">
              <a:extLst>
                <a:ext uri="{FF2B5EF4-FFF2-40B4-BE49-F238E27FC236}">
                  <a16:creationId xmlns:a16="http://schemas.microsoft.com/office/drawing/2014/main" id="{401A19BA-93A0-5948-83A2-34413A31D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4" name="Rectangle 360">
              <a:extLst>
                <a:ext uri="{FF2B5EF4-FFF2-40B4-BE49-F238E27FC236}">
                  <a16:creationId xmlns:a16="http://schemas.microsoft.com/office/drawing/2014/main" id="{29C3A899-DA55-CB48-9E5B-0A9EA5B7F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5" name="Freeform 361">
              <a:extLst>
                <a:ext uri="{FF2B5EF4-FFF2-40B4-BE49-F238E27FC236}">
                  <a16:creationId xmlns:a16="http://schemas.microsoft.com/office/drawing/2014/main" id="{92BBA9EA-E1EC-9642-BC6C-1195963D1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6" name="Freeform 362">
              <a:extLst>
                <a:ext uri="{FF2B5EF4-FFF2-40B4-BE49-F238E27FC236}">
                  <a16:creationId xmlns:a16="http://schemas.microsoft.com/office/drawing/2014/main" id="{F5DE54CC-1A21-7242-893E-5B0F34DDF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7" name="Rectangle 363">
              <a:extLst>
                <a:ext uri="{FF2B5EF4-FFF2-40B4-BE49-F238E27FC236}">
                  <a16:creationId xmlns:a16="http://schemas.microsoft.com/office/drawing/2014/main" id="{AFD98E37-52B9-2A4A-9280-8985F3AB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78" name="Group 364">
              <a:extLst>
                <a:ext uri="{FF2B5EF4-FFF2-40B4-BE49-F238E27FC236}">
                  <a16:creationId xmlns:a16="http://schemas.microsoft.com/office/drawing/2014/main" id="{42B390A1-1CE1-8A44-98E6-EC785C7E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3" name="AutoShape 365">
                <a:extLst>
                  <a:ext uri="{FF2B5EF4-FFF2-40B4-BE49-F238E27FC236}">
                    <a16:creationId xmlns:a16="http://schemas.microsoft.com/office/drawing/2014/main" id="{A81F4F9D-A24D-994F-987A-B13859CE6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4" name="AutoShape 366">
                <a:extLst>
                  <a:ext uri="{FF2B5EF4-FFF2-40B4-BE49-F238E27FC236}">
                    <a16:creationId xmlns:a16="http://schemas.microsoft.com/office/drawing/2014/main" id="{9A450662-B29B-9A47-8273-B52413BF1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79" name="Rectangle 367">
              <a:extLst>
                <a:ext uri="{FF2B5EF4-FFF2-40B4-BE49-F238E27FC236}">
                  <a16:creationId xmlns:a16="http://schemas.microsoft.com/office/drawing/2014/main" id="{28F33A87-EA9F-9646-8926-755174B8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0" name="Group 368">
              <a:extLst>
                <a:ext uri="{FF2B5EF4-FFF2-40B4-BE49-F238E27FC236}">
                  <a16:creationId xmlns:a16="http://schemas.microsoft.com/office/drawing/2014/main" id="{F712878E-6028-734C-9CF4-9ED3F9563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" name="AutoShape 369">
                <a:extLst>
                  <a:ext uri="{FF2B5EF4-FFF2-40B4-BE49-F238E27FC236}">
                    <a16:creationId xmlns:a16="http://schemas.microsoft.com/office/drawing/2014/main" id="{D9A0700F-287C-924F-926C-F65682B21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2" name="AutoShape 370">
                <a:extLst>
                  <a:ext uri="{FF2B5EF4-FFF2-40B4-BE49-F238E27FC236}">
                    <a16:creationId xmlns:a16="http://schemas.microsoft.com/office/drawing/2014/main" id="{69D0E01F-131B-AE4E-9FA9-4DEAD09EB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1" name="Rectangle 371">
              <a:extLst>
                <a:ext uri="{FF2B5EF4-FFF2-40B4-BE49-F238E27FC236}">
                  <a16:creationId xmlns:a16="http://schemas.microsoft.com/office/drawing/2014/main" id="{2B5B8250-6B47-8640-9BE0-E536E9BE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2" name="Rectangle 372">
              <a:extLst>
                <a:ext uri="{FF2B5EF4-FFF2-40B4-BE49-F238E27FC236}">
                  <a16:creationId xmlns:a16="http://schemas.microsoft.com/office/drawing/2014/main" id="{4F3ADC46-A0C7-4D41-81C6-E9FEF3D2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883" name="Group 373">
              <a:extLst>
                <a:ext uri="{FF2B5EF4-FFF2-40B4-BE49-F238E27FC236}">
                  <a16:creationId xmlns:a16="http://schemas.microsoft.com/office/drawing/2014/main" id="{DBB62302-BA22-EB43-9800-FDE6BC60AE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99" name="AutoShape 374">
                <a:extLst>
                  <a:ext uri="{FF2B5EF4-FFF2-40B4-BE49-F238E27FC236}">
                    <a16:creationId xmlns:a16="http://schemas.microsoft.com/office/drawing/2014/main" id="{073B7F63-6B8F-3C47-98E4-91D899F23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00" name="AutoShape 375">
                <a:extLst>
                  <a:ext uri="{FF2B5EF4-FFF2-40B4-BE49-F238E27FC236}">
                    <a16:creationId xmlns:a16="http://schemas.microsoft.com/office/drawing/2014/main" id="{341A6BBC-F5C1-4A4B-B98C-F7FBC232C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4" name="Freeform 376">
              <a:extLst>
                <a:ext uri="{FF2B5EF4-FFF2-40B4-BE49-F238E27FC236}">
                  <a16:creationId xmlns:a16="http://schemas.microsoft.com/office/drawing/2014/main" id="{FD7BA052-11AD-0746-9E1F-ED093C0C7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5" name="Group 377">
              <a:extLst>
                <a:ext uri="{FF2B5EF4-FFF2-40B4-BE49-F238E27FC236}">
                  <a16:creationId xmlns:a16="http://schemas.microsoft.com/office/drawing/2014/main" id="{94849104-ED73-4A4E-9499-FE17A0BEE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7" name="AutoShape 378">
                <a:extLst>
                  <a:ext uri="{FF2B5EF4-FFF2-40B4-BE49-F238E27FC236}">
                    <a16:creationId xmlns:a16="http://schemas.microsoft.com/office/drawing/2014/main" id="{6AF22F59-81FC-284E-9ED3-B8543A67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98" name="AutoShape 379">
                <a:extLst>
                  <a:ext uri="{FF2B5EF4-FFF2-40B4-BE49-F238E27FC236}">
                    <a16:creationId xmlns:a16="http://schemas.microsoft.com/office/drawing/2014/main" id="{59F0C798-93FE-2E49-A5BB-F37B2B375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86" name="Rectangle 380">
              <a:extLst>
                <a:ext uri="{FF2B5EF4-FFF2-40B4-BE49-F238E27FC236}">
                  <a16:creationId xmlns:a16="http://schemas.microsoft.com/office/drawing/2014/main" id="{D7204B38-E79D-704F-9D1A-7946FE0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7" name="Freeform 381">
              <a:extLst>
                <a:ext uri="{FF2B5EF4-FFF2-40B4-BE49-F238E27FC236}">
                  <a16:creationId xmlns:a16="http://schemas.microsoft.com/office/drawing/2014/main" id="{B297E38E-B1EF-904E-B58B-D3DB57063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8" name="Freeform 382">
              <a:extLst>
                <a:ext uri="{FF2B5EF4-FFF2-40B4-BE49-F238E27FC236}">
                  <a16:creationId xmlns:a16="http://schemas.microsoft.com/office/drawing/2014/main" id="{D9CB8A91-EFB4-EF48-9D5A-800AA7662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9" name="Oval 383">
              <a:extLst>
                <a:ext uri="{FF2B5EF4-FFF2-40B4-BE49-F238E27FC236}">
                  <a16:creationId xmlns:a16="http://schemas.microsoft.com/office/drawing/2014/main" id="{8987F49C-0A2B-AD46-A559-3662A098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0" name="Freeform 384">
              <a:extLst>
                <a:ext uri="{FF2B5EF4-FFF2-40B4-BE49-F238E27FC236}">
                  <a16:creationId xmlns:a16="http://schemas.microsoft.com/office/drawing/2014/main" id="{56272E2A-B37E-7040-8FE7-B94468517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91" name="AutoShape 385">
              <a:extLst>
                <a:ext uri="{FF2B5EF4-FFF2-40B4-BE49-F238E27FC236}">
                  <a16:creationId xmlns:a16="http://schemas.microsoft.com/office/drawing/2014/main" id="{265AE34B-C24C-4244-B2E1-823D47AD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2" name="AutoShape 386">
              <a:extLst>
                <a:ext uri="{FF2B5EF4-FFF2-40B4-BE49-F238E27FC236}">
                  <a16:creationId xmlns:a16="http://schemas.microsoft.com/office/drawing/2014/main" id="{10E44DC8-F69D-5545-9E57-740FE438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3" name="Oval 387">
              <a:extLst>
                <a:ext uri="{FF2B5EF4-FFF2-40B4-BE49-F238E27FC236}">
                  <a16:creationId xmlns:a16="http://schemas.microsoft.com/office/drawing/2014/main" id="{FD342163-1DC9-1B48-BEA0-1620ABB4E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4" name="Oval 388">
              <a:extLst>
                <a:ext uri="{FF2B5EF4-FFF2-40B4-BE49-F238E27FC236}">
                  <a16:creationId xmlns:a16="http://schemas.microsoft.com/office/drawing/2014/main" id="{CA07F370-4D95-0740-89A3-264118D2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95" name="Oval 389">
              <a:extLst>
                <a:ext uri="{FF2B5EF4-FFF2-40B4-BE49-F238E27FC236}">
                  <a16:creationId xmlns:a16="http://schemas.microsoft.com/office/drawing/2014/main" id="{7A871C45-6926-0144-A9DA-1CB84647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96" name="Rectangle 390">
              <a:extLst>
                <a:ext uri="{FF2B5EF4-FFF2-40B4-BE49-F238E27FC236}">
                  <a16:creationId xmlns:a16="http://schemas.microsoft.com/office/drawing/2014/main" id="{93478FB3-BB83-904F-BDCC-D9C78F5D8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05" name="Group 391">
            <a:extLst>
              <a:ext uri="{FF2B5EF4-FFF2-40B4-BE49-F238E27FC236}">
                <a16:creationId xmlns:a16="http://schemas.microsoft.com/office/drawing/2014/main" id="{B94C15E5-CBA5-2940-8689-484338C5321F}"/>
              </a:ext>
            </a:extLst>
          </p:cNvPr>
          <p:cNvGrpSpPr>
            <a:grpSpLocks/>
          </p:cNvGrpSpPr>
          <p:nvPr/>
        </p:nvGrpSpPr>
        <p:grpSpPr bwMode="auto">
          <a:xfrm>
            <a:off x="8242300" y="5913484"/>
            <a:ext cx="231775" cy="441325"/>
            <a:chOff x="4140" y="429"/>
            <a:chExt cx="1425" cy="2396"/>
          </a:xfrm>
        </p:grpSpPr>
        <p:sp>
          <p:nvSpPr>
            <p:cNvPr id="906" name="Freeform 392">
              <a:extLst>
                <a:ext uri="{FF2B5EF4-FFF2-40B4-BE49-F238E27FC236}">
                  <a16:creationId xmlns:a16="http://schemas.microsoft.com/office/drawing/2014/main" id="{4F66A60C-4523-1247-B22F-E614C2323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7" name="Rectangle 393">
              <a:extLst>
                <a:ext uri="{FF2B5EF4-FFF2-40B4-BE49-F238E27FC236}">
                  <a16:creationId xmlns:a16="http://schemas.microsoft.com/office/drawing/2014/main" id="{61D620F7-773E-9447-BBE9-EADB205B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8" name="Freeform 394">
              <a:extLst>
                <a:ext uri="{FF2B5EF4-FFF2-40B4-BE49-F238E27FC236}">
                  <a16:creationId xmlns:a16="http://schemas.microsoft.com/office/drawing/2014/main" id="{68051943-1F78-7D4F-9003-02B33D51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9" name="Freeform 395">
              <a:extLst>
                <a:ext uri="{FF2B5EF4-FFF2-40B4-BE49-F238E27FC236}">
                  <a16:creationId xmlns:a16="http://schemas.microsoft.com/office/drawing/2014/main" id="{CFD52F3A-7D38-814B-ACF7-C2DABDAC0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0" name="Rectangle 396">
              <a:extLst>
                <a:ext uri="{FF2B5EF4-FFF2-40B4-BE49-F238E27FC236}">
                  <a16:creationId xmlns:a16="http://schemas.microsoft.com/office/drawing/2014/main" id="{ED4FE6BC-E863-0A40-A1BF-59B1EE6E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1" name="Group 397">
              <a:extLst>
                <a:ext uri="{FF2B5EF4-FFF2-40B4-BE49-F238E27FC236}">
                  <a16:creationId xmlns:a16="http://schemas.microsoft.com/office/drawing/2014/main" id="{B0820A9D-B93E-724D-B70E-1CA8666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6" name="AutoShape 398">
                <a:extLst>
                  <a:ext uri="{FF2B5EF4-FFF2-40B4-BE49-F238E27FC236}">
                    <a16:creationId xmlns:a16="http://schemas.microsoft.com/office/drawing/2014/main" id="{C731DD29-B1AF-B140-BF66-9AA1704AA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7" name="AutoShape 399">
                <a:extLst>
                  <a:ext uri="{FF2B5EF4-FFF2-40B4-BE49-F238E27FC236}">
                    <a16:creationId xmlns:a16="http://schemas.microsoft.com/office/drawing/2014/main" id="{69450BC6-9D04-5E41-AAFA-3248B298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2" name="Rectangle 400">
              <a:extLst>
                <a:ext uri="{FF2B5EF4-FFF2-40B4-BE49-F238E27FC236}">
                  <a16:creationId xmlns:a16="http://schemas.microsoft.com/office/drawing/2014/main" id="{1E68D328-8CD6-494C-8980-4A6209855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3" name="Group 401">
              <a:extLst>
                <a:ext uri="{FF2B5EF4-FFF2-40B4-BE49-F238E27FC236}">
                  <a16:creationId xmlns:a16="http://schemas.microsoft.com/office/drawing/2014/main" id="{80ABD857-57C1-6042-8F03-E798080B04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4" name="AutoShape 402">
                <a:extLst>
                  <a:ext uri="{FF2B5EF4-FFF2-40B4-BE49-F238E27FC236}">
                    <a16:creationId xmlns:a16="http://schemas.microsoft.com/office/drawing/2014/main" id="{F3B87B92-FEB0-5347-AD64-CA0F25689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5" name="AutoShape 403">
                <a:extLst>
                  <a:ext uri="{FF2B5EF4-FFF2-40B4-BE49-F238E27FC236}">
                    <a16:creationId xmlns:a16="http://schemas.microsoft.com/office/drawing/2014/main" id="{9936A920-B1F4-C14C-B5C6-409A7AFE8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4" name="Rectangle 404">
              <a:extLst>
                <a:ext uri="{FF2B5EF4-FFF2-40B4-BE49-F238E27FC236}">
                  <a16:creationId xmlns:a16="http://schemas.microsoft.com/office/drawing/2014/main" id="{0F04EEB4-7896-7D4A-BCDA-62B0C7B9F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15" name="Rectangle 405">
              <a:extLst>
                <a:ext uri="{FF2B5EF4-FFF2-40B4-BE49-F238E27FC236}">
                  <a16:creationId xmlns:a16="http://schemas.microsoft.com/office/drawing/2014/main" id="{5909BD1D-CACF-D748-A5B9-4C7904EEC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16" name="Group 406">
              <a:extLst>
                <a:ext uri="{FF2B5EF4-FFF2-40B4-BE49-F238E27FC236}">
                  <a16:creationId xmlns:a16="http://schemas.microsoft.com/office/drawing/2014/main" id="{F985F348-C548-C043-912F-5350B438D3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" name="AutoShape 407">
                <a:extLst>
                  <a:ext uri="{FF2B5EF4-FFF2-40B4-BE49-F238E27FC236}">
                    <a16:creationId xmlns:a16="http://schemas.microsoft.com/office/drawing/2014/main" id="{F70F083E-0DB4-B64D-BC78-036B8F2D4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3" name="AutoShape 408">
                <a:extLst>
                  <a:ext uri="{FF2B5EF4-FFF2-40B4-BE49-F238E27FC236}">
                    <a16:creationId xmlns:a16="http://schemas.microsoft.com/office/drawing/2014/main" id="{EDA150B8-1FBA-3A43-8152-77EF2D3FD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7" name="Freeform 409">
              <a:extLst>
                <a:ext uri="{FF2B5EF4-FFF2-40B4-BE49-F238E27FC236}">
                  <a16:creationId xmlns:a16="http://schemas.microsoft.com/office/drawing/2014/main" id="{A4EE2C33-4CEF-F64E-8D2C-C9DFC11B0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8" name="Group 410">
              <a:extLst>
                <a:ext uri="{FF2B5EF4-FFF2-40B4-BE49-F238E27FC236}">
                  <a16:creationId xmlns:a16="http://schemas.microsoft.com/office/drawing/2014/main" id="{D5237434-45E3-9B43-B435-70ECE4BC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0" name="AutoShape 411">
                <a:extLst>
                  <a:ext uri="{FF2B5EF4-FFF2-40B4-BE49-F238E27FC236}">
                    <a16:creationId xmlns:a16="http://schemas.microsoft.com/office/drawing/2014/main" id="{FE241821-A07C-5E45-9536-5C4C0DCB2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1" name="AutoShape 412">
                <a:extLst>
                  <a:ext uri="{FF2B5EF4-FFF2-40B4-BE49-F238E27FC236}">
                    <a16:creationId xmlns:a16="http://schemas.microsoft.com/office/drawing/2014/main" id="{A291E061-47B5-8B40-B857-3700BEC1C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19" name="Rectangle 413">
              <a:extLst>
                <a:ext uri="{FF2B5EF4-FFF2-40B4-BE49-F238E27FC236}">
                  <a16:creationId xmlns:a16="http://schemas.microsoft.com/office/drawing/2014/main" id="{DD501FF1-6533-124E-B747-F46FD473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0" name="Freeform 414">
              <a:extLst>
                <a:ext uri="{FF2B5EF4-FFF2-40B4-BE49-F238E27FC236}">
                  <a16:creationId xmlns:a16="http://schemas.microsoft.com/office/drawing/2014/main" id="{DCD7A571-3F8E-5B4C-AE78-445B1D4AE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1" name="Freeform 415">
              <a:extLst>
                <a:ext uri="{FF2B5EF4-FFF2-40B4-BE49-F238E27FC236}">
                  <a16:creationId xmlns:a16="http://schemas.microsoft.com/office/drawing/2014/main" id="{938BC4F2-A426-3F45-8FD9-7FA2DBEC0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2" name="Oval 416">
              <a:extLst>
                <a:ext uri="{FF2B5EF4-FFF2-40B4-BE49-F238E27FC236}">
                  <a16:creationId xmlns:a16="http://schemas.microsoft.com/office/drawing/2014/main" id="{AF98DFA3-988A-EC49-B271-BC58A872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3" name="Freeform 417">
              <a:extLst>
                <a:ext uri="{FF2B5EF4-FFF2-40B4-BE49-F238E27FC236}">
                  <a16:creationId xmlns:a16="http://schemas.microsoft.com/office/drawing/2014/main" id="{A196ACD0-B52A-594C-BD08-5F7FA59E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4" name="AutoShape 418">
              <a:extLst>
                <a:ext uri="{FF2B5EF4-FFF2-40B4-BE49-F238E27FC236}">
                  <a16:creationId xmlns:a16="http://schemas.microsoft.com/office/drawing/2014/main" id="{31CD3BB6-E02C-FF4B-963F-83FAE08F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5" name="AutoShape 419">
              <a:extLst>
                <a:ext uri="{FF2B5EF4-FFF2-40B4-BE49-F238E27FC236}">
                  <a16:creationId xmlns:a16="http://schemas.microsoft.com/office/drawing/2014/main" id="{348C19C6-E3E4-6244-86AE-3030DDC92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6" name="Oval 420">
              <a:extLst>
                <a:ext uri="{FF2B5EF4-FFF2-40B4-BE49-F238E27FC236}">
                  <a16:creationId xmlns:a16="http://schemas.microsoft.com/office/drawing/2014/main" id="{427211E2-1972-7141-998C-496F47DB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7" name="Oval 421">
              <a:extLst>
                <a:ext uri="{FF2B5EF4-FFF2-40B4-BE49-F238E27FC236}">
                  <a16:creationId xmlns:a16="http://schemas.microsoft.com/office/drawing/2014/main" id="{A4986518-BD9B-5B44-985C-6F2FB20BB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8" name="Oval 422">
              <a:extLst>
                <a:ext uri="{FF2B5EF4-FFF2-40B4-BE49-F238E27FC236}">
                  <a16:creationId xmlns:a16="http://schemas.microsoft.com/office/drawing/2014/main" id="{410B6E44-7449-9E43-AFBD-60C7C42E2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29" name="Rectangle 423">
              <a:extLst>
                <a:ext uri="{FF2B5EF4-FFF2-40B4-BE49-F238E27FC236}">
                  <a16:creationId xmlns:a16="http://schemas.microsoft.com/office/drawing/2014/main" id="{B13CD25C-C312-244E-B0BF-CD83F0BBA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938" name="Group 424">
            <a:extLst>
              <a:ext uri="{FF2B5EF4-FFF2-40B4-BE49-F238E27FC236}">
                <a16:creationId xmlns:a16="http://schemas.microsoft.com/office/drawing/2014/main" id="{E9EBF6A3-E9F0-8746-A258-7B6F1E3DA995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5749972"/>
            <a:ext cx="231775" cy="441325"/>
            <a:chOff x="4140" y="429"/>
            <a:chExt cx="1425" cy="2396"/>
          </a:xfrm>
        </p:grpSpPr>
        <p:sp>
          <p:nvSpPr>
            <p:cNvPr id="939" name="Freeform 425">
              <a:extLst>
                <a:ext uri="{FF2B5EF4-FFF2-40B4-BE49-F238E27FC236}">
                  <a16:creationId xmlns:a16="http://schemas.microsoft.com/office/drawing/2014/main" id="{317EF1EB-033C-B541-875F-F971EF4C9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0" name="Rectangle 426">
              <a:extLst>
                <a:ext uri="{FF2B5EF4-FFF2-40B4-BE49-F238E27FC236}">
                  <a16:creationId xmlns:a16="http://schemas.microsoft.com/office/drawing/2014/main" id="{7DE336F4-7D1A-AD4C-B804-3C17B5F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1" name="Freeform 427">
              <a:extLst>
                <a:ext uri="{FF2B5EF4-FFF2-40B4-BE49-F238E27FC236}">
                  <a16:creationId xmlns:a16="http://schemas.microsoft.com/office/drawing/2014/main" id="{2EF9F335-3899-2649-A235-1B2F287E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2" name="Freeform 428">
              <a:extLst>
                <a:ext uri="{FF2B5EF4-FFF2-40B4-BE49-F238E27FC236}">
                  <a16:creationId xmlns:a16="http://schemas.microsoft.com/office/drawing/2014/main" id="{38F111C0-EACA-674A-B70B-E58450D35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43" name="Rectangle 429">
              <a:extLst>
                <a:ext uri="{FF2B5EF4-FFF2-40B4-BE49-F238E27FC236}">
                  <a16:creationId xmlns:a16="http://schemas.microsoft.com/office/drawing/2014/main" id="{8FAFAE77-82D3-6944-9183-612E8FADA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4" name="Group 430">
              <a:extLst>
                <a:ext uri="{FF2B5EF4-FFF2-40B4-BE49-F238E27FC236}">
                  <a16:creationId xmlns:a16="http://schemas.microsoft.com/office/drawing/2014/main" id="{C9C3B06D-1446-984E-8533-C1D0EC6B4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69" name="AutoShape 431">
                <a:extLst>
                  <a:ext uri="{FF2B5EF4-FFF2-40B4-BE49-F238E27FC236}">
                    <a16:creationId xmlns:a16="http://schemas.microsoft.com/office/drawing/2014/main" id="{B80496C4-049D-954C-A5E2-DFF3BE40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70" name="AutoShape 432">
                <a:extLst>
                  <a:ext uri="{FF2B5EF4-FFF2-40B4-BE49-F238E27FC236}">
                    <a16:creationId xmlns:a16="http://schemas.microsoft.com/office/drawing/2014/main" id="{E94FA028-F9BF-5049-A877-C2D7FDCD9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5" name="Rectangle 433">
              <a:extLst>
                <a:ext uri="{FF2B5EF4-FFF2-40B4-BE49-F238E27FC236}">
                  <a16:creationId xmlns:a16="http://schemas.microsoft.com/office/drawing/2014/main" id="{1C7D30E0-62C3-8547-BC1B-55D6857A2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6" name="Group 434">
              <a:extLst>
                <a:ext uri="{FF2B5EF4-FFF2-40B4-BE49-F238E27FC236}">
                  <a16:creationId xmlns:a16="http://schemas.microsoft.com/office/drawing/2014/main" id="{CAA280D4-E674-2E4D-847F-F365F1274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67" name="AutoShape 435">
                <a:extLst>
                  <a:ext uri="{FF2B5EF4-FFF2-40B4-BE49-F238E27FC236}">
                    <a16:creationId xmlns:a16="http://schemas.microsoft.com/office/drawing/2014/main" id="{738D85AC-043C-754D-A78E-BACC8A482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8" name="AutoShape 436">
                <a:extLst>
                  <a:ext uri="{FF2B5EF4-FFF2-40B4-BE49-F238E27FC236}">
                    <a16:creationId xmlns:a16="http://schemas.microsoft.com/office/drawing/2014/main" id="{B76D4B9D-F7C8-E14E-9522-B51842A2D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47" name="Rectangle 437">
              <a:extLst>
                <a:ext uri="{FF2B5EF4-FFF2-40B4-BE49-F238E27FC236}">
                  <a16:creationId xmlns:a16="http://schemas.microsoft.com/office/drawing/2014/main" id="{A121AF39-D190-9942-9112-F9B7373DD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48" name="Rectangle 438">
              <a:extLst>
                <a:ext uri="{FF2B5EF4-FFF2-40B4-BE49-F238E27FC236}">
                  <a16:creationId xmlns:a16="http://schemas.microsoft.com/office/drawing/2014/main" id="{9946FEDB-0B41-A441-8DFF-6C8F29D59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49" name="Group 439">
              <a:extLst>
                <a:ext uri="{FF2B5EF4-FFF2-40B4-BE49-F238E27FC236}">
                  <a16:creationId xmlns:a16="http://schemas.microsoft.com/office/drawing/2014/main" id="{087E5FE7-6DA0-E046-A8AD-270F21B72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65" name="AutoShape 440">
                <a:extLst>
                  <a:ext uri="{FF2B5EF4-FFF2-40B4-BE49-F238E27FC236}">
                    <a16:creationId xmlns:a16="http://schemas.microsoft.com/office/drawing/2014/main" id="{039CD5C6-4A2D-F248-8B0E-32167F372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6" name="AutoShape 441">
                <a:extLst>
                  <a:ext uri="{FF2B5EF4-FFF2-40B4-BE49-F238E27FC236}">
                    <a16:creationId xmlns:a16="http://schemas.microsoft.com/office/drawing/2014/main" id="{E70B0960-3C6E-5040-8F34-E0B99EDAF3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0" name="Freeform 442">
              <a:extLst>
                <a:ext uri="{FF2B5EF4-FFF2-40B4-BE49-F238E27FC236}">
                  <a16:creationId xmlns:a16="http://schemas.microsoft.com/office/drawing/2014/main" id="{17BD7AC4-5373-C941-88AB-B26440D32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1" name="Group 443">
              <a:extLst>
                <a:ext uri="{FF2B5EF4-FFF2-40B4-BE49-F238E27FC236}">
                  <a16:creationId xmlns:a16="http://schemas.microsoft.com/office/drawing/2014/main" id="{C7BD3591-3619-7E4C-9B6A-55A758416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3" name="AutoShape 444">
                <a:extLst>
                  <a:ext uri="{FF2B5EF4-FFF2-40B4-BE49-F238E27FC236}">
                    <a16:creationId xmlns:a16="http://schemas.microsoft.com/office/drawing/2014/main" id="{C694EDB9-4E43-7042-9083-DC97B66D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64" name="AutoShape 445">
                <a:extLst>
                  <a:ext uri="{FF2B5EF4-FFF2-40B4-BE49-F238E27FC236}">
                    <a16:creationId xmlns:a16="http://schemas.microsoft.com/office/drawing/2014/main" id="{2AB5642F-0A02-6B42-AF90-50B0A1811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52" name="Rectangle 446">
              <a:extLst>
                <a:ext uri="{FF2B5EF4-FFF2-40B4-BE49-F238E27FC236}">
                  <a16:creationId xmlns:a16="http://schemas.microsoft.com/office/drawing/2014/main" id="{2AFCC6E7-BFA9-B440-8D4B-84D103A08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3" name="Freeform 447">
              <a:extLst>
                <a:ext uri="{FF2B5EF4-FFF2-40B4-BE49-F238E27FC236}">
                  <a16:creationId xmlns:a16="http://schemas.microsoft.com/office/drawing/2014/main" id="{82204651-13E9-F04B-82D6-6A223B2E1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4" name="Freeform 448">
              <a:extLst>
                <a:ext uri="{FF2B5EF4-FFF2-40B4-BE49-F238E27FC236}">
                  <a16:creationId xmlns:a16="http://schemas.microsoft.com/office/drawing/2014/main" id="{6922DA35-3C04-774C-8ACF-153A173C6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5" name="Oval 449">
              <a:extLst>
                <a:ext uri="{FF2B5EF4-FFF2-40B4-BE49-F238E27FC236}">
                  <a16:creationId xmlns:a16="http://schemas.microsoft.com/office/drawing/2014/main" id="{C23E4235-11FF-984D-A57A-C75AD1460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6" name="Freeform 450">
              <a:extLst>
                <a:ext uri="{FF2B5EF4-FFF2-40B4-BE49-F238E27FC236}">
                  <a16:creationId xmlns:a16="http://schemas.microsoft.com/office/drawing/2014/main" id="{59166102-C946-C84E-A8E6-A50DC889B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7" name="AutoShape 451">
              <a:extLst>
                <a:ext uri="{FF2B5EF4-FFF2-40B4-BE49-F238E27FC236}">
                  <a16:creationId xmlns:a16="http://schemas.microsoft.com/office/drawing/2014/main" id="{DB6EAA21-8AC6-7643-85FF-FFC300E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8" name="AutoShape 452">
              <a:extLst>
                <a:ext uri="{FF2B5EF4-FFF2-40B4-BE49-F238E27FC236}">
                  <a16:creationId xmlns:a16="http://schemas.microsoft.com/office/drawing/2014/main" id="{15D9F3D2-6ED8-4C4F-BB56-E545BDE0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59" name="Oval 453">
              <a:extLst>
                <a:ext uri="{FF2B5EF4-FFF2-40B4-BE49-F238E27FC236}">
                  <a16:creationId xmlns:a16="http://schemas.microsoft.com/office/drawing/2014/main" id="{D05548EE-6B5D-D146-AE13-3B37C643B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0" name="Oval 454">
              <a:extLst>
                <a:ext uri="{FF2B5EF4-FFF2-40B4-BE49-F238E27FC236}">
                  <a16:creationId xmlns:a16="http://schemas.microsoft.com/office/drawing/2014/main" id="{BA9CDE26-F880-424F-ACDF-5A5386DB0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61" name="Oval 455">
              <a:extLst>
                <a:ext uri="{FF2B5EF4-FFF2-40B4-BE49-F238E27FC236}">
                  <a16:creationId xmlns:a16="http://schemas.microsoft.com/office/drawing/2014/main" id="{ADD01E69-6DBA-9443-B258-925348F54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62" name="Rectangle 456">
              <a:extLst>
                <a:ext uri="{FF2B5EF4-FFF2-40B4-BE49-F238E27FC236}">
                  <a16:creationId xmlns:a16="http://schemas.microsoft.com/office/drawing/2014/main" id="{60515F24-76C5-D241-9374-EDF99057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425A84F-46B8-754A-9724-6E2F7CE21E32}"/>
              </a:ext>
            </a:extLst>
          </p:cNvPr>
          <p:cNvGrpSpPr/>
          <p:nvPr/>
        </p:nvGrpSpPr>
        <p:grpSpPr>
          <a:xfrm>
            <a:off x="7928343" y="3253082"/>
            <a:ext cx="616281" cy="869387"/>
            <a:chOff x="10910965" y="2513124"/>
            <a:chExt cx="586768" cy="904023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8936A3DE-03D8-EE46-B893-03954ECF8D9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6D7E9975-BFAD-8342-A28D-A44C4EE2D551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A99EF4C-F055-BE41-BC0C-7222F834FC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62BE39BD-E7EF-F549-B80A-D6DB578AC9F3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263E7FDF-996A-D047-B0F4-86BAA87A454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D22A11-B9BD-7D47-BC69-0B40AFC1DDE5}"/>
              </a:ext>
            </a:extLst>
          </p:cNvPr>
          <p:cNvCxnSpPr>
            <a:cxnSpLocks/>
          </p:cNvCxnSpPr>
          <p:nvPr/>
        </p:nvCxnSpPr>
        <p:spPr>
          <a:xfrm>
            <a:off x="3769031" y="4119717"/>
            <a:ext cx="13076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1" name="Group 457">
            <a:extLst>
              <a:ext uri="{FF2B5EF4-FFF2-40B4-BE49-F238E27FC236}">
                <a16:creationId xmlns:a16="http://schemas.microsoft.com/office/drawing/2014/main" id="{C6E45B59-E267-7B45-B2BC-74C688AEE131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744959"/>
            <a:ext cx="231775" cy="441325"/>
            <a:chOff x="4140" y="429"/>
            <a:chExt cx="1425" cy="2396"/>
          </a:xfrm>
        </p:grpSpPr>
        <p:sp>
          <p:nvSpPr>
            <p:cNvPr id="972" name="Freeform 458">
              <a:extLst>
                <a:ext uri="{FF2B5EF4-FFF2-40B4-BE49-F238E27FC236}">
                  <a16:creationId xmlns:a16="http://schemas.microsoft.com/office/drawing/2014/main" id="{7DD04F7D-0DF7-5F46-95E0-951160D15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3" name="Rectangle 459">
              <a:extLst>
                <a:ext uri="{FF2B5EF4-FFF2-40B4-BE49-F238E27FC236}">
                  <a16:creationId xmlns:a16="http://schemas.microsoft.com/office/drawing/2014/main" id="{A482EC7C-40E6-5541-87E2-CC0AD47E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74" name="Freeform 460">
              <a:extLst>
                <a:ext uri="{FF2B5EF4-FFF2-40B4-BE49-F238E27FC236}">
                  <a16:creationId xmlns:a16="http://schemas.microsoft.com/office/drawing/2014/main" id="{09B2489F-DA46-8142-BD8E-C1442F216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5" name="Freeform 461">
              <a:extLst>
                <a:ext uri="{FF2B5EF4-FFF2-40B4-BE49-F238E27FC236}">
                  <a16:creationId xmlns:a16="http://schemas.microsoft.com/office/drawing/2014/main" id="{8560579B-50AA-8744-885F-62D076AE4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6" name="Rectangle 462">
              <a:extLst>
                <a:ext uri="{FF2B5EF4-FFF2-40B4-BE49-F238E27FC236}">
                  <a16:creationId xmlns:a16="http://schemas.microsoft.com/office/drawing/2014/main" id="{981079A7-2423-4D45-ABF9-335D31DA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7" name="Group 463">
              <a:extLst>
                <a:ext uri="{FF2B5EF4-FFF2-40B4-BE49-F238E27FC236}">
                  <a16:creationId xmlns:a16="http://schemas.microsoft.com/office/drawing/2014/main" id="{F60D08F5-01A8-1B47-9530-A60B84910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02" name="AutoShape 464">
                <a:extLst>
                  <a:ext uri="{FF2B5EF4-FFF2-40B4-BE49-F238E27FC236}">
                    <a16:creationId xmlns:a16="http://schemas.microsoft.com/office/drawing/2014/main" id="{3FACCA5F-6077-7140-A10F-814A4CEC8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3" name="AutoShape 465">
                <a:extLst>
                  <a:ext uri="{FF2B5EF4-FFF2-40B4-BE49-F238E27FC236}">
                    <a16:creationId xmlns:a16="http://schemas.microsoft.com/office/drawing/2014/main" id="{F7CA1427-C3CB-EB4A-9376-38E19F4B8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78" name="Rectangle 466">
              <a:extLst>
                <a:ext uri="{FF2B5EF4-FFF2-40B4-BE49-F238E27FC236}">
                  <a16:creationId xmlns:a16="http://schemas.microsoft.com/office/drawing/2014/main" id="{837C26C6-C274-5F4E-89AD-0D0A0063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79" name="Group 467">
              <a:extLst>
                <a:ext uri="{FF2B5EF4-FFF2-40B4-BE49-F238E27FC236}">
                  <a16:creationId xmlns:a16="http://schemas.microsoft.com/office/drawing/2014/main" id="{866E97C1-381B-D941-9CAC-1F7B6414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0" name="AutoShape 468">
                <a:extLst>
                  <a:ext uri="{FF2B5EF4-FFF2-40B4-BE49-F238E27FC236}">
                    <a16:creationId xmlns:a16="http://schemas.microsoft.com/office/drawing/2014/main" id="{089E79CA-EA5F-F845-8135-381DDCE2B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01" name="AutoShape 469">
                <a:extLst>
                  <a:ext uri="{FF2B5EF4-FFF2-40B4-BE49-F238E27FC236}">
                    <a16:creationId xmlns:a16="http://schemas.microsoft.com/office/drawing/2014/main" id="{CEC382CF-D42E-C148-B554-D931AF3DA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0" name="Rectangle 470">
              <a:extLst>
                <a:ext uri="{FF2B5EF4-FFF2-40B4-BE49-F238E27FC236}">
                  <a16:creationId xmlns:a16="http://schemas.microsoft.com/office/drawing/2014/main" id="{39C56472-C924-2940-B17A-5BD33A2B2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1" name="Rectangle 471">
              <a:extLst>
                <a:ext uri="{FF2B5EF4-FFF2-40B4-BE49-F238E27FC236}">
                  <a16:creationId xmlns:a16="http://schemas.microsoft.com/office/drawing/2014/main" id="{48693300-7BC2-F24F-A5EA-5EFC928E3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982" name="Group 472">
              <a:extLst>
                <a:ext uri="{FF2B5EF4-FFF2-40B4-BE49-F238E27FC236}">
                  <a16:creationId xmlns:a16="http://schemas.microsoft.com/office/drawing/2014/main" id="{1BF7C429-6C5C-D54E-BD8C-1990AE08D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98" name="AutoShape 473">
                <a:extLst>
                  <a:ext uri="{FF2B5EF4-FFF2-40B4-BE49-F238E27FC236}">
                    <a16:creationId xmlns:a16="http://schemas.microsoft.com/office/drawing/2014/main" id="{E12DA08F-762F-8A42-B411-55A6A7304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9" name="AutoShape 474">
                <a:extLst>
                  <a:ext uri="{FF2B5EF4-FFF2-40B4-BE49-F238E27FC236}">
                    <a16:creationId xmlns:a16="http://schemas.microsoft.com/office/drawing/2014/main" id="{4E5DD8A3-DB1E-5E48-9B40-9CDB93E2F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3" name="Freeform 475">
              <a:extLst>
                <a:ext uri="{FF2B5EF4-FFF2-40B4-BE49-F238E27FC236}">
                  <a16:creationId xmlns:a16="http://schemas.microsoft.com/office/drawing/2014/main" id="{6338E658-2064-FE4D-8C90-608F5603D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4" name="Group 476">
              <a:extLst>
                <a:ext uri="{FF2B5EF4-FFF2-40B4-BE49-F238E27FC236}">
                  <a16:creationId xmlns:a16="http://schemas.microsoft.com/office/drawing/2014/main" id="{F51EBDA0-8B91-7542-8465-DBEA29905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96" name="AutoShape 477">
                <a:extLst>
                  <a:ext uri="{FF2B5EF4-FFF2-40B4-BE49-F238E27FC236}">
                    <a16:creationId xmlns:a16="http://schemas.microsoft.com/office/drawing/2014/main" id="{EF24BF5B-102B-C340-948F-D8918718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97" name="AutoShape 478">
                <a:extLst>
                  <a:ext uri="{FF2B5EF4-FFF2-40B4-BE49-F238E27FC236}">
                    <a16:creationId xmlns:a16="http://schemas.microsoft.com/office/drawing/2014/main" id="{140E04CF-3812-F045-8D17-168F7B463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985" name="Rectangle 479">
              <a:extLst>
                <a:ext uri="{FF2B5EF4-FFF2-40B4-BE49-F238E27FC236}">
                  <a16:creationId xmlns:a16="http://schemas.microsoft.com/office/drawing/2014/main" id="{A84A63E1-DEDD-8D48-9DE3-A238F90EA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6" name="Freeform 480">
              <a:extLst>
                <a:ext uri="{FF2B5EF4-FFF2-40B4-BE49-F238E27FC236}">
                  <a16:creationId xmlns:a16="http://schemas.microsoft.com/office/drawing/2014/main" id="{AA0561AD-7E9C-4449-BC28-22FE95411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7" name="Freeform 481">
              <a:extLst>
                <a:ext uri="{FF2B5EF4-FFF2-40B4-BE49-F238E27FC236}">
                  <a16:creationId xmlns:a16="http://schemas.microsoft.com/office/drawing/2014/main" id="{4CD36BC2-CE3A-8647-BA74-07860429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8" name="Oval 482">
              <a:extLst>
                <a:ext uri="{FF2B5EF4-FFF2-40B4-BE49-F238E27FC236}">
                  <a16:creationId xmlns:a16="http://schemas.microsoft.com/office/drawing/2014/main" id="{20A57E2B-584E-DA4B-8D86-672777B3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89" name="Freeform 483">
              <a:extLst>
                <a:ext uri="{FF2B5EF4-FFF2-40B4-BE49-F238E27FC236}">
                  <a16:creationId xmlns:a16="http://schemas.microsoft.com/office/drawing/2014/main" id="{6FEFA449-FBC8-864C-B7D9-6DED5AB0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0" name="AutoShape 484">
              <a:extLst>
                <a:ext uri="{FF2B5EF4-FFF2-40B4-BE49-F238E27FC236}">
                  <a16:creationId xmlns:a16="http://schemas.microsoft.com/office/drawing/2014/main" id="{4546C8B6-EBDA-5247-B1B0-B48DEBAF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1" name="AutoShape 485">
              <a:extLst>
                <a:ext uri="{FF2B5EF4-FFF2-40B4-BE49-F238E27FC236}">
                  <a16:creationId xmlns:a16="http://schemas.microsoft.com/office/drawing/2014/main" id="{C05FEF15-30BC-3D4D-8D0F-14F59AB04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2" name="Oval 486">
              <a:extLst>
                <a:ext uri="{FF2B5EF4-FFF2-40B4-BE49-F238E27FC236}">
                  <a16:creationId xmlns:a16="http://schemas.microsoft.com/office/drawing/2014/main" id="{ECF2AD08-E62F-C24F-A0CB-5677D25F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3" name="Oval 487">
              <a:extLst>
                <a:ext uri="{FF2B5EF4-FFF2-40B4-BE49-F238E27FC236}">
                  <a16:creationId xmlns:a16="http://schemas.microsoft.com/office/drawing/2014/main" id="{CDAFBE24-E2D4-6545-BA87-78A5C4DCA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94" name="Oval 488">
              <a:extLst>
                <a:ext uri="{FF2B5EF4-FFF2-40B4-BE49-F238E27FC236}">
                  <a16:creationId xmlns:a16="http://schemas.microsoft.com/office/drawing/2014/main" id="{023AD650-7400-B34D-A1C1-EABEFBFD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95" name="Rectangle 489">
              <a:extLst>
                <a:ext uri="{FF2B5EF4-FFF2-40B4-BE49-F238E27FC236}">
                  <a16:creationId xmlns:a16="http://schemas.microsoft.com/office/drawing/2014/main" id="{114EA38E-5873-E449-9C8C-82E6AEF3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4B59543D-C5BA-F140-B187-9B5CD42038E3}"/>
              </a:ext>
            </a:extLst>
          </p:cNvPr>
          <p:cNvGrpSpPr/>
          <p:nvPr/>
        </p:nvGrpSpPr>
        <p:grpSpPr>
          <a:xfrm>
            <a:off x="4258034" y="5968846"/>
            <a:ext cx="476864" cy="255639"/>
            <a:chOff x="6859123" y="5156933"/>
            <a:chExt cx="456701" cy="22654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658633B4-7F85-9649-9D29-D4685E4D8FCE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4AEFBFC0-69F4-0442-A5A5-AA6B13A5C54B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72565081-DC08-D043-A503-2FB6F949E0F0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DEA8E45E-B3F3-194A-8A6B-678BE5CEA477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85A94CF9-243E-0C4E-A010-AF25D658F77B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AFCDC61C-4A1A-624B-86AF-7EC5B97EAFEE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CA58E5DA-8966-1E4E-B9CC-4D9206B7416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40B4CE1B-77BF-D040-87C6-2BE4B75297B8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1516B822-274C-9142-A594-3C026C13E15A}"/>
              </a:ext>
            </a:extLst>
          </p:cNvPr>
          <p:cNvGrpSpPr/>
          <p:nvPr/>
        </p:nvGrpSpPr>
        <p:grpSpPr>
          <a:xfrm rot="18977820">
            <a:off x="3960984" y="4842636"/>
            <a:ext cx="476864" cy="255639"/>
            <a:chOff x="6859123" y="5156933"/>
            <a:chExt cx="456701" cy="226548"/>
          </a:xfrm>
        </p:grpSpPr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FE73F339-8370-854D-865A-1DA3D42F8615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25FCEF18-6C08-1D44-8B43-B9FEC5A1CF34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69609594-6D6C-CE4D-8793-7FF98E89AD96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CA747F05-33BD-0A44-8A65-3557ACA73F90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37B61E4-4606-D744-BD80-B5276B042207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A86704E3-8936-8944-BEA9-BB9821A64A8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60BA1282-3FA8-494B-AA57-9F64ED26BC74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7D842007-7272-0E4C-9DDC-59436F73AB80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5D4499A7-8331-374E-915F-6FB1150582B0}"/>
              </a:ext>
            </a:extLst>
          </p:cNvPr>
          <p:cNvGrpSpPr/>
          <p:nvPr/>
        </p:nvGrpSpPr>
        <p:grpSpPr>
          <a:xfrm>
            <a:off x="6120416" y="4464220"/>
            <a:ext cx="476864" cy="255639"/>
            <a:chOff x="6859123" y="5156933"/>
            <a:chExt cx="456701" cy="226548"/>
          </a:xfrm>
        </p:grpSpPr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DDEEE95-0C6B-F045-B62F-C3DAD3AD7FF1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5B7AA8AC-B89C-5B40-B520-2EC3B1B81D47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3EC321B7-E2DC-344E-9763-169EF6E841EF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C94C832-11CE-A645-9806-C75AAA76D484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E60FF87F-4770-CA45-B8F3-84AAC6B9A4B3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3B3B5EF-ECA9-B64A-93C4-85466210C7F4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13028A7-6DC0-CF47-8C1B-CEF037BDA1AC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5F1AD6B8-9E8D-D448-AA1C-C19CC1452529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BC753510-FFCF-4444-A7BB-044870E26DD3}"/>
              </a:ext>
            </a:extLst>
          </p:cNvPr>
          <p:cNvGrpSpPr/>
          <p:nvPr/>
        </p:nvGrpSpPr>
        <p:grpSpPr>
          <a:xfrm rot="18857641">
            <a:off x="6110083" y="5317919"/>
            <a:ext cx="476864" cy="255639"/>
            <a:chOff x="6859123" y="5156933"/>
            <a:chExt cx="456701" cy="226548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A08E0DBC-4F5A-1745-BA9E-B4688EEBE8B2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86CCF497-BBF5-1847-A54B-1D274EC1FBF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44666C01-A459-0044-A0B0-3D22A107A0E3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5D8ECE7-4B34-8F48-B62B-54865BA7462D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85079C21-AA1B-2545-9071-BEE571A459AD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2D916BAD-87C0-6146-AB10-6650F08C5C71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3F49550F-F63A-B945-A97E-B7A0741AB2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2FDE63AE-3F8B-3D44-969E-074AE7DEAA97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8" name="Freeform 272">
            <a:extLst>
              <a:ext uri="{FF2B5EF4-FFF2-40B4-BE49-F238E27FC236}">
                <a16:creationId xmlns:a16="http://schemas.microsoft.com/office/drawing/2014/main" id="{CAFA60B5-CA3B-CE47-99B6-49C8AA15A522}"/>
              </a:ext>
            </a:extLst>
          </p:cNvPr>
          <p:cNvSpPr>
            <a:spLocks/>
          </p:cNvSpPr>
          <p:nvPr/>
        </p:nvSpPr>
        <p:spPr bwMode="auto">
          <a:xfrm>
            <a:off x="4455129" y="3198255"/>
            <a:ext cx="3305175" cy="2857500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connsiteX0" fmla="*/ 0 w 10000"/>
              <a:gd name="connsiteY0" fmla="*/ 0 h 10000"/>
              <a:gd name="connsiteX1" fmla="*/ 0 w 10000"/>
              <a:gd name="connsiteY1" fmla="*/ 2933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374 w 10000"/>
              <a:gd name="connsiteY2" fmla="*/ 2938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  <a:gd name="connsiteX0" fmla="*/ 0 w 10000"/>
              <a:gd name="connsiteY0" fmla="*/ 0 h 10000"/>
              <a:gd name="connsiteX1" fmla="*/ 11 w 10000"/>
              <a:gd name="connsiteY1" fmla="*/ 2958 h 10000"/>
              <a:gd name="connsiteX2" fmla="*/ 2299 w 10000"/>
              <a:gd name="connsiteY2" fmla="*/ 2963 h 10000"/>
              <a:gd name="connsiteX3" fmla="*/ 951 w 10000"/>
              <a:gd name="connsiteY3" fmla="*/ 4533 h 10000"/>
              <a:gd name="connsiteX4" fmla="*/ 8674 w 10000"/>
              <a:gd name="connsiteY4" fmla="*/ 4700 h 10000"/>
              <a:gd name="connsiteX5" fmla="*/ 4265 w 10000"/>
              <a:gd name="connsiteY5" fmla="*/ 10000 h 10000"/>
              <a:gd name="connsiteX6" fmla="*/ 10000 w 10000"/>
              <a:gd name="connsiteY6" fmla="*/ 10000 h 10000"/>
              <a:gd name="connsiteX7" fmla="*/ 10000 w 10000"/>
              <a:gd name="connsiteY7" fmla="*/ 756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4" y="986"/>
                  <a:pt x="7" y="1972"/>
                  <a:pt x="11" y="2958"/>
                </a:cubicBezTo>
                <a:lnTo>
                  <a:pt x="2299" y="2963"/>
                </a:lnTo>
                <a:lnTo>
                  <a:pt x="951" y="4533"/>
                </a:lnTo>
                <a:lnTo>
                  <a:pt x="8674" y="4700"/>
                </a:lnTo>
                <a:lnTo>
                  <a:pt x="4265" y="10000"/>
                </a:lnTo>
                <a:lnTo>
                  <a:pt x="10000" y="10000"/>
                </a:lnTo>
                <a:lnTo>
                  <a:pt x="10000" y="7567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4C2353-8341-1E42-98B2-810BFB992383}"/>
              </a:ext>
            </a:extLst>
          </p:cNvPr>
          <p:cNvGrpSpPr/>
          <p:nvPr/>
        </p:nvGrpSpPr>
        <p:grpSpPr>
          <a:xfrm>
            <a:off x="2825750" y="3227434"/>
            <a:ext cx="5111145" cy="2933700"/>
            <a:chOff x="2825750" y="3227434"/>
            <a:chExt cx="5111145" cy="2933700"/>
          </a:xfrm>
        </p:grpSpPr>
        <p:grpSp>
          <p:nvGrpSpPr>
            <p:cNvPr id="860" name="Group 324">
              <a:extLst>
                <a:ext uri="{FF2B5EF4-FFF2-40B4-BE49-F238E27FC236}">
                  <a16:creationId xmlns:a16="http://schemas.microsoft.com/office/drawing/2014/main" id="{407BA615-EDD2-8A40-BE5B-0B090D0927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4820" y="5350527"/>
              <a:ext cx="92075" cy="271462"/>
              <a:chOff x="10104" y="10005"/>
              <a:chExt cx="137" cy="411"/>
            </a:xfrm>
          </p:grpSpPr>
          <p:sp>
            <p:nvSpPr>
              <p:cNvPr id="861" name="Oval 325">
                <a:extLst>
                  <a:ext uri="{FF2B5EF4-FFF2-40B4-BE49-F238E27FC236}">
                    <a16:creationId xmlns:a16="http://schemas.microsoft.com/office/drawing/2014/main" id="{8B751E56-0C4B-D14C-945C-749546AA5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005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2" name="Oval 326">
                <a:extLst>
                  <a:ext uri="{FF2B5EF4-FFF2-40B4-BE49-F238E27FC236}">
                    <a16:creationId xmlns:a16="http://schemas.microsoft.com/office/drawing/2014/main" id="{342DEC42-734D-D54D-A9B5-89D44C467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04" y="10278"/>
                <a:ext cx="137" cy="138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4" name="Freeform 318">
              <a:extLst>
                <a:ext uri="{FF2B5EF4-FFF2-40B4-BE49-F238E27FC236}">
                  <a16:creationId xmlns:a16="http://schemas.microsoft.com/office/drawing/2014/main" id="{07189EA4-F824-494B-B957-3F54E942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750" y="3227434"/>
              <a:ext cx="5067300" cy="2933700"/>
            </a:xfrm>
            <a:custGeom>
              <a:avLst/>
              <a:gdLst>
                <a:gd name="T0" fmla="*/ 2147483647 w 7980"/>
                <a:gd name="T1" fmla="*/ 2147483647 h 4620"/>
                <a:gd name="T2" fmla="*/ 2147483647 w 7980"/>
                <a:gd name="T3" fmla="*/ 2147483647 h 4620"/>
                <a:gd name="T4" fmla="*/ 0 w 7980"/>
                <a:gd name="T5" fmla="*/ 2147483647 h 4620"/>
                <a:gd name="T6" fmla="*/ 2147483647 w 7980"/>
                <a:gd name="T7" fmla="*/ 2147483647 h 4620"/>
                <a:gd name="T8" fmla="*/ 2147483647 w 7980"/>
                <a:gd name="T9" fmla="*/ 2147483647 h 4620"/>
                <a:gd name="T10" fmla="*/ 2147483647 w 7980"/>
                <a:gd name="T11" fmla="*/ 0 h 46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9981 w 10000"/>
                <a:gd name="connsiteY0" fmla="*/ 7403 h 10000"/>
                <a:gd name="connsiteX1" fmla="*/ 10000 w 10000"/>
                <a:gd name="connsiteY1" fmla="*/ 10000 h 10000"/>
                <a:gd name="connsiteX2" fmla="*/ 0 w 10000"/>
                <a:gd name="connsiteY2" fmla="*/ 9968 h 10000"/>
                <a:gd name="connsiteX3" fmla="*/ 4154 w 10000"/>
                <a:gd name="connsiteY3" fmla="*/ 3214 h 10000"/>
                <a:gd name="connsiteX4" fmla="*/ 2965 w 10000"/>
                <a:gd name="connsiteY4" fmla="*/ 3221 h 10000"/>
                <a:gd name="connsiteX5" fmla="*/ 2951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81" y="7403"/>
                  </a:moveTo>
                  <a:cubicBezTo>
                    <a:pt x="9987" y="8269"/>
                    <a:pt x="9994" y="9134"/>
                    <a:pt x="10000" y="10000"/>
                  </a:cubicBezTo>
                  <a:lnTo>
                    <a:pt x="0" y="9968"/>
                  </a:lnTo>
                  <a:lnTo>
                    <a:pt x="4154" y="3214"/>
                  </a:lnTo>
                  <a:lnTo>
                    <a:pt x="2965" y="3221"/>
                  </a:lnTo>
                  <a:cubicBezTo>
                    <a:pt x="2965" y="2171"/>
                    <a:pt x="2951" y="1050"/>
                    <a:pt x="2951" y="0"/>
                  </a:cubicBezTo>
                </a:path>
              </a:pathLst>
            </a:custGeom>
            <a:noFill/>
            <a:ln w="38100" cmpd="sng">
              <a:solidFill>
                <a:srgbClr val="FF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A84814-4EB2-8F4D-8E06-375531045ECD}"/>
              </a:ext>
            </a:extLst>
          </p:cNvPr>
          <p:cNvGrpSpPr/>
          <p:nvPr/>
        </p:nvGrpSpPr>
        <p:grpSpPr>
          <a:xfrm>
            <a:off x="2352785" y="3322684"/>
            <a:ext cx="5785267" cy="2890693"/>
            <a:chOff x="2437534" y="3327145"/>
            <a:chExt cx="5785267" cy="2890693"/>
          </a:xfrm>
        </p:grpSpPr>
        <p:grpSp>
          <p:nvGrpSpPr>
            <p:cNvPr id="857" name="Group 321">
              <a:extLst>
                <a:ext uri="{FF2B5EF4-FFF2-40B4-BE49-F238E27FC236}">
                  <a16:creationId xmlns:a16="http://schemas.microsoft.com/office/drawing/2014/main" id="{96A8E8FE-EFA0-384B-BEBD-786291E65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534" y="5122909"/>
              <a:ext cx="92465" cy="271463"/>
              <a:chOff x="10192" y="10005"/>
              <a:chExt cx="140" cy="411"/>
            </a:xfrm>
          </p:grpSpPr>
          <p:sp>
            <p:nvSpPr>
              <p:cNvPr id="858" name="Oval 322">
                <a:extLst>
                  <a:ext uri="{FF2B5EF4-FFF2-40B4-BE49-F238E27FC236}">
                    <a16:creationId xmlns:a16="http://schemas.microsoft.com/office/drawing/2014/main" id="{657A2D62-DEBC-024A-A3D2-BBFF1F270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5" y="10005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Oval 323">
                <a:extLst>
                  <a:ext uri="{FF2B5EF4-FFF2-40B4-BE49-F238E27FC236}">
                    <a16:creationId xmlns:a16="http://schemas.microsoft.com/office/drawing/2014/main" id="{BE20FDB8-C5B5-B94B-A64D-36960F832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2" y="10278"/>
                <a:ext cx="137" cy="138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55" name="Freeform 319">
              <a:extLst>
                <a:ext uri="{FF2B5EF4-FFF2-40B4-BE49-F238E27FC236}">
                  <a16:creationId xmlns:a16="http://schemas.microsoft.com/office/drawing/2014/main" id="{EAE73056-B5F0-9442-A833-AEE6F289A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226" y="3327145"/>
              <a:ext cx="5743575" cy="2890693"/>
            </a:xfrm>
            <a:custGeom>
              <a:avLst/>
              <a:gdLst>
                <a:gd name="T0" fmla="*/ 0 w 9045"/>
                <a:gd name="T1" fmla="*/ 2147483647 h 4545"/>
                <a:gd name="T2" fmla="*/ 0 w 9045"/>
                <a:gd name="T3" fmla="*/ 2147483647 h 4545"/>
                <a:gd name="T4" fmla="*/ 2147483647 w 9045"/>
                <a:gd name="T5" fmla="*/ 2147483647 h 4545"/>
                <a:gd name="T6" fmla="*/ 2147483647 w 9045"/>
                <a:gd name="T7" fmla="*/ 2147483647 h 4545"/>
                <a:gd name="T8" fmla="*/ 2147483647 w 9045"/>
                <a:gd name="T9" fmla="*/ 2147483647 h 4545"/>
                <a:gd name="T10" fmla="*/ 2147483647 w 9045"/>
                <a:gd name="T11" fmla="*/ 2147483647 h 4545"/>
                <a:gd name="T12" fmla="*/ 2147483647 w 9045"/>
                <a:gd name="T13" fmla="*/ 2147483647 h 4545"/>
                <a:gd name="T14" fmla="*/ 2147483647 w 9045"/>
                <a:gd name="T15" fmla="*/ 0 h 4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connsiteX0" fmla="*/ 0 w 10000"/>
                <a:gd name="connsiteY0" fmla="*/ 6337 h 10028"/>
                <a:gd name="connsiteX1" fmla="*/ 0 w 10000"/>
                <a:gd name="connsiteY1" fmla="*/ 10028 h 10028"/>
                <a:gd name="connsiteX2" fmla="*/ 978 w 10000"/>
                <a:gd name="connsiteY2" fmla="*/ 10000 h 10028"/>
                <a:gd name="connsiteX3" fmla="*/ 3881 w 10000"/>
                <a:gd name="connsiteY3" fmla="*/ 4422 h 10028"/>
                <a:gd name="connsiteX4" fmla="*/ 7894 w 10000"/>
                <a:gd name="connsiteY4" fmla="*/ 4521 h 10028"/>
                <a:gd name="connsiteX5" fmla="*/ 9005 w 10000"/>
                <a:gd name="connsiteY5" fmla="*/ 2244 h 10028"/>
                <a:gd name="connsiteX6" fmla="*/ 10000 w 10000"/>
                <a:gd name="connsiteY6" fmla="*/ 2244 h 10028"/>
                <a:gd name="connsiteX7" fmla="*/ 9967 w 10000"/>
                <a:gd name="connsiteY7" fmla="*/ 0 h 10028"/>
                <a:gd name="connsiteX0" fmla="*/ 0 w 10000"/>
                <a:gd name="connsiteY0" fmla="*/ 6337 h 10000"/>
                <a:gd name="connsiteX1" fmla="*/ 6 w 10000"/>
                <a:gd name="connsiteY1" fmla="*/ 9979 h 10000"/>
                <a:gd name="connsiteX2" fmla="*/ 978 w 10000"/>
                <a:gd name="connsiteY2" fmla="*/ 10000 h 10000"/>
                <a:gd name="connsiteX3" fmla="*/ 3881 w 10000"/>
                <a:gd name="connsiteY3" fmla="*/ 4422 h 10000"/>
                <a:gd name="connsiteX4" fmla="*/ 7894 w 10000"/>
                <a:gd name="connsiteY4" fmla="*/ 4521 h 10000"/>
                <a:gd name="connsiteX5" fmla="*/ 9005 w 10000"/>
                <a:gd name="connsiteY5" fmla="*/ 2244 h 10000"/>
                <a:gd name="connsiteX6" fmla="*/ 10000 w 10000"/>
                <a:gd name="connsiteY6" fmla="*/ 2244 h 10000"/>
                <a:gd name="connsiteX7" fmla="*/ 9967 w 10000"/>
                <a:gd name="connsiteY7" fmla="*/ 0 h 10000"/>
                <a:gd name="connsiteX0" fmla="*/ 0 w 10000"/>
                <a:gd name="connsiteY0" fmla="*/ 6337 h 10016"/>
                <a:gd name="connsiteX1" fmla="*/ 0 w 10000"/>
                <a:gd name="connsiteY1" fmla="*/ 10016 h 10016"/>
                <a:gd name="connsiteX2" fmla="*/ 978 w 10000"/>
                <a:gd name="connsiteY2" fmla="*/ 10000 h 10016"/>
                <a:gd name="connsiteX3" fmla="*/ 3881 w 10000"/>
                <a:gd name="connsiteY3" fmla="*/ 4422 h 10016"/>
                <a:gd name="connsiteX4" fmla="*/ 7894 w 10000"/>
                <a:gd name="connsiteY4" fmla="*/ 4521 h 10016"/>
                <a:gd name="connsiteX5" fmla="*/ 9005 w 10000"/>
                <a:gd name="connsiteY5" fmla="*/ 2244 h 10016"/>
                <a:gd name="connsiteX6" fmla="*/ 10000 w 10000"/>
                <a:gd name="connsiteY6" fmla="*/ 2244 h 10016"/>
                <a:gd name="connsiteX7" fmla="*/ 9967 w 10000"/>
                <a:gd name="connsiteY7" fmla="*/ 0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16">
                  <a:moveTo>
                    <a:pt x="0" y="6337"/>
                  </a:moveTo>
                  <a:lnTo>
                    <a:pt x="0" y="10016"/>
                  </a:lnTo>
                  <a:lnTo>
                    <a:pt x="978" y="10000"/>
                  </a:lnTo>
                  <a:lnTo>
                    <a:pt x="3881" y="4422"/>
                  </a:lnTo>
                  <a:lnTo>
                    <a:pt x="7894" y="4521"/>
                  </a:lnTo>
                  <a:lnTo>
                    <a:pt x="9005" y="2244"/>
                  </a:lnTo>
                  <a:lnTo>
                    <a:pt x="10000" y="2244"/>
                  </a:lnTo>
                  <a:lnTo>
                    <a:pt x="9967" y="0"/>
                  </a:ln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26D03E-1B92-E348-844D-C23EB11A6728}"/>
              </a:ext>
            </a:extLst>
          </p:cNvPr>
          <p:cNvGrpSpPr/>
          <p:nvPr/>
        </p:nvGrpSpPr>
        <p:grpSpPr>
          <a:xfrm>
            <a:off x="2549524" y="3308080"/>
            <a:ext cx="5828945" cy="2729229"/>
            <a:chOff x="2549524" y="3308080"/>
            <a:chExt cx="5828945" cy="2729229"/>
          </a:xfrm>
        </p:grpSpPr>
        <p:sp>
          <p:nvSpPr>
            <p:cNvPr id="856" name="Freeform 320">
              <a:extLst>
                <a:ext uri="{FF2B5EF4-FFF2-40B4-BE49-F238E27FC236}">
                  <a16:creationId xmlns:a16="http://schemas.microsoft.com/office/drawing/2014/main" id="{80105AF2-C1A5-E84F-BA91-D808D14D1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4" y="3370309"/>
              <a:ext cx="5787725" cy="2667000"/>
            </a:xfrm>
            <a:custGeom>
              <a:avLst/>
              <a:gdLst>
                <a:gd name="T0" fmla="*/ 0 w 9120"/>
                <a:gd name="T1" fmla="*/ 2147483647 h 4201"/>
                <a:gd name="T2" fmla="*/ 0 w 9120"/>
                <a:gd name="T3" fmla="*/ 2147483647 h 4201"/>
                <a:gd name="T4" fmla="*/ 2147483647 w 9120"/>
                <a:gd name="T5" fmla="*/ 2147483647 h 4201"/>
                <a:gd name="T6" fmla="*/ 2147483647 w 9120"/>
                <a:gd name="T7" fmla="*/ 2147483647 h 4201"/>
                <a:gd name="T8" fmla="*/ 2147483647 w 9120"/>
                <a:gd name="T9" fmla="*/ 2147483647 h 4201"/>
                <a:gd name="T10" fmla="*/ 2147483647 w 9120"/>
                <a:gd name="T11" fmla="*/ 0 h 4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0 w 9994"/>
                <a:gd name="connsiteY0" fmla="*/ 6715 h 10000"/>
                <a:gd name="connsiteX1" fmla="*/ 0 w 9994"/>
                <a:gd name="connsiteY1" fmla="*/ 10000 h 10000"/>
                <a:gd name="connsiteX2" fmla="*/ 5362 w 9994"/>
                <a:gd name="connsiteY2" fmla="*/ 10000 h 10000"/>
                <a:gd name="connsiteX3" fmla="*/ 8832 w 9994"/>
                <a:gd name="connsiteY3" fmla="*/ 2502 h 10000"/>
                <a:gd name="connsiteX4" fmla="*/ 9994 w 9994"/>
                <a:gd name="connsiteY4" fmla="*/ 2505 h 10000"/>
                <a:gd name="connsiteX5" fmla="*/ 9984 w 9994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4" h="10000">
                  <a:moveTo>
                    <a:pt x="0" y="6715"/>
                  </a:moveTo>
                  <a:lnTo>
                    <a:pt x="0" y="10000"/>
                  </a:lnTo>
                  <a:lnTo>
                    <a:pt x="5362" y="10000"/>
                  </a:lnTo>
                  <a:lnTo>
                    <a:pt x="8832" y="2502"/>
                  </a:lnTo>
                  <a:lnTo>
                    <a:pt x="9994" y="2505"/>
                  </a:lnTo>
                  <a:cubicBezTo>
                    <a:pt x="9989" y="1648"/>
                    <a:pt x="9989" y="857"/>
                    <a:pt x="9984" y="0"/>
                  </a:cubicBezTo>
                </a:path>
              </a:pathLst>
            </a:custGeom>
            <a:noFill/>
            <a:ln w="38100" cmpd="sng">
              <a:solidFill>
                <a:srgbClr val="00B05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207C71-6CD5-544B-8519-3A3DCC4703F2}"/>
                </a:ext>
              </a:extLst>
            </p:cNvPr>
            <p:cNvSpPr/>
            <p:nvPr/>
          </p:nvSpPr>
          <p:spPr>
            <a:xfrm>
              <a:off x="8286088" y="3308080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9652FEC3-4BD4-274E-A52B-3C77A8ED251B}"/>
                </a:ext>
              </a:extLst>
            </p:cNvPr>
            <p:cNvSpPr/>
            <p:nvPr/>
          </p:nvSpPr>
          <p:spPr>
            <a:xfrm>
              <a:off x="8290207" y="3467541"/>
              <a:ext cx="88262" cy="8826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530F87D0-D169-7740-904C-F6E74D29E96F}"/>
              </a:ext>
            </a:extLst>
          </p:cNvPr>
          <p:cNvSpPr/>
          <p:nvPr/>
        </p:nvSpPr>
        <p:spPr>
          <a:xfrm>
            <a:off x="5476775" y="4215866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B439597C-D72F-F94A-933D-5ED9634D8F28}"/>
              </a:ext>
            </a:extLst>
          </p:cNvPr>
          <p:cNvSpPr/>
          <p:nvPr/>
        </p:nvSpPr>
        <p:spPr>
          <a:xfrm>
            <a:off x="5725428" y="4965032"/>
            <a:ext cx="1530417" cy="78927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Slide Number Placeholder 2">
            <a:extLst>
              <a:ext uri="{FF2B5EF4-FFF2-40B4-BE49-F238E27FC236}">
                <a16:creationId xmlns:a16="http://schemas.microsoft.com/office/drawing/2014/main" id="{37102000-08EB-2645-9400-410F30EEE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1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  <p:bldP spid="176" grpId="0"/>
      <p:bldP spid="808" grpId="0" animBg="1"/>
      <p:bldP spid="3" grpId="0" animBg="1"/>
      <p:bldP spid="3" grpId="1" animBg="1"/>
      <p:bldP spid="280" grpId="0" animBg="1"/>
      <p:bldP spid="28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C333110-16C5-1F49-87A1-51E13B44D652}"/>
              </a:ext>
            </a:extLst>
          </p:cNvPr>
          <p:cNvGrpSpPr/>
          <p:nvPr/>
        </p:nvGrpSpPr>
        <p:grpSpPr>
          <a:xfrm>
            <a:off x="9193161" y="2984089"/>
            <a:ext cx="357600" cy="634183"/>
            <a:chOff x="10910965" y="2513124"/>
            <a:chExt cx="586768" cy="90402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39C72B5-C664-444F-8783-AE333F94F96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E55ED2F-C650-8E4E-9989-622310E7946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F1AA6DE-FC27-734F-AC8C-66592ADC486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C86220-936C-4748-A868-3C32EF03968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D04054C-E979-0042-B411-8DB50C4331E3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B8BDB9D2-287F-754F-8C7F-712CB3612986}"/>
              </a:ext>
            </a:extLst>
          </p:cNvPr>
          <p:cNvGrpSpPr/>
          <p:nvPr/>
        </p:nvGrpSpPr>
        <p:grpSpPr>
          <a:xfrm>
            <a:off x="6047012" y="2820091"/>
            <a:ext cx="357600" cy="634183"/>
            <a:chOff x="10910965" y="2513124"/>
            <a:chExt cx="586768" cy="90402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E3BC656-1F15-3541-918F-24CF2A2E071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53E85B6-B0C8-D24B-BE44-7D9478E30C3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A45F3A6-BF61-9045-BFD6-D3A2D0CD2A9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2530D69-F493-4E48-8140-12C10649D56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F1EE9AD-9FC6-B545-993A-ACB9A560CEC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F0637CA-B847-8F48-B8C9-B75401E386A2}"/>
              </a:ext>
            </a:extLst>
          </p:cNvPr>
          <p:cNvGrpSpPr/>
          <p:nvPr/>
        </p:nvGrpSpPr>
        <p:grpSpPr>
          <a:xfrm>
            <a:off x="7166228" y="1579986"/>
            <a:ext cx="357600" cy="634183"/>
            <a:chOff x="10910965" y="2513124"/>
            <a:chExt cx="586768" cy="904023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5C5448A-6ED9-EE42-9728-2323C1ED468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FC0DCC4-367A-2146-B613-0903C21C5B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280A75E-CB9B-DC4F-8F63-B45DE54CC16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2F34DC55-4A05-B149-B892-06B26874236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03A8014-0C89-5D42-802F-09680D5C4DF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2" name="Line 113">
            <a:extLst>
              <a:ext uri="{FF2B5EF4-FFF2-40B4-BE49-F238E27FC236}">
                <a16:creationId xmlns:a16="http://schemas.microsoft.com/office/drawing/2014/main" id="{8838B4E2-A532-6E47-AEF4-14729C32AA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57399" y="2242311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EE32A2E-E3E8-974C-B050-845CA4991CE8}"/>
              </a:ext>
            </a:extLst>
          </p:cNvPr>
          <p:cNvGrpSpPr/>
          <p:nvPr/>
        </p:nvGrpSpPr>
        <p:grpSpPr>
          <a:xfrm>
            <a:off x="9453716" y="1637069"/>
            <a:ext cx="357600" cy="634183"/>
            <a:chOff x="10910965" y="2513124"/>
            <a:chExt cx="586768" cy="90402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6EA49ED-3E71-C441-8297-25F11265AF5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F0F817C-C846-4644-98B9-F36EADACB99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1F970CA-AFE5-E347-9CDE-8D770C9134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77C5D55-32C2-4046-A869-1FCF51BBAAC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0E802AC-6B6D-7B4A-99A0-CADB71BF6C3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442D49DD-B625-2044-ABE8-08653B990DD9}"/>
              </a:ext>
            </a:extLst>
          </p:cNvPr>
          <p:cNvGrpSpPr/>
          <p:nvPr/>
        </p:nvGrpSpPr>
        <p:grpSpPr>
          <a:xfrm>
            <a:off x="6869826" y="2671431"/>
            <a:ext cx="660225" cy="290099"/>
            <a:chOff x="7493876" y="2774731"/>
            <a:chExt cx="1481958" cy="894622"/>
          </a:xfrm>
        </p:grpSpPr>
        <p:sp>
          <p:nvSpPr>
            <p:cNvPr id="651" name="Freeform 650">
              <a:extLst>
                <a:ext uri="{FF2B5EF4-FFF2-40B4-BE49-F238E27FC236}">
                  <a16:creationId xmlns:a16="http://schemas.microsoft.com/office/drawing/2014/main" id="{781B9C8F-C42E-ED4B-9E19-C8CBB56BEB8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0E0D9018-D5B2-7742-90EB-23615AD8382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C96D0382-34DE-5449-8232-4288C333AA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4" name="Freeform 653">
                <a:extLst>
                  <a:ext uri="{FF2B5EF4-FFF2-40B4-BE49-F238E27FC236}">
                    <a16:creationId xmlns:a16="http://schemas.microsoft.com/office/drawing/2014/main" id="{70D03A71-40DE-3E45-9F13-8165D05F01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5" name="Freeform 654">
                <a:extLst>
                  <a:ext uri="{FF2B5EF4-FFF2-40B4-BE49-F238E27FC236}">
                    <a16:creationId xmlns:a16="http://schemas.microsoft.com/office/drawing/2014/main" id="{B53D6BC3-8B2A-9E43-8D61-E57784BA4A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:a16="http://schemas.microsoft.com/office/drawing/2014/main" id="{164ECF6A-F4B9-DF4F-BF3F-242C8FCB06F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:a16="http://schemas.microsoft.com/office/drawing/2014/main" id="{E70C37A1-A0CF-3241-B2FE-E09E92D6CF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AD4E15D3-6EC7-F447-8715-221D41005AD8}"/>
              </a:ext>
            </a:extLst>
          </p:cNvPr>
          <p:cNvGrpSpPr/>
          <p:nvPr/>
        </p:nvGrpSpPr>
        <p:grpSpPr>
          <a:xfrm>
            <a:off x="7928680" y="2356760"/>
            <a:ext cx="660225" cy="290099"/>
            <a:chOff x="7493876" y="2774731"/>
            <a:chExt cx="1481958" cy="894622"/>
          </a:xfrm>
        </p:grpSpPr>
        <p:sp>
          <p:nvSpPr>
            <p:cNvPr id="643" name="Freeform 642">
              <a:extLst>
                <a:ext uri="{FF2B5EF4-FFF2-40B4-BE49-F238E27FC236}">
                  <a16:creationId xmlns:a16="http://schemas.microsoft.com/office/drawing/2014/main" id="{C2E154AC-5367-E44D-9F74-38EDFB2ED3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44" name="Oval 643">
              <a:extLst>
                <a:ext uri="{FF2B5EF4-FFF2-40B4-BE49-F238E27FC236}">
                  <a16:creationId xmlns:a16="http://schemas.microsoft.com/office/drawing/2014/main" id="{8DD3EE1C-49D5-524C-93C0-63A60B66E8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:a16="http://schemas.microsoft.com/office/drawing/2014/main" id="{90B4AB50-5DF3-044D-A589-BE7AA79D59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6" name="Freeform 645">
                <a:extLst>
                  <a:ext uri="{FF2B5EF4-FFF2-40B4-BE49-F238E27FC236}">
                    <a16:creationId xmlns:a16="http://schemas.microsoft.com/office/drawing/2014/main" id="{E4E59325-7458-9D4F-8AB8-BD8A22B5AE4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7" name="Freeform 646">
                <a:extLst>
                  <a:ext uri="{FF2B5EF4-FFF2-40B4-BE49-F238E27FC236}">
                    <a16:creationId xmlns:a16="http://schemas.microsoft.com/office/drawing/2014/main" id="{B3D13B56-8A0D-4B4A-8192-AF51A57C2E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:a16="http://schemas.microsoft.com/office/drawing/2014/main" id="{2C8E2625-2E7C-F743-B981-73684DBE633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9" name="Freeform 648">
                <a:extLst>
                  <a:ext uri="{FF2B5EF4-FFF2-40B4-BE49-F238E27FC236}">
                    <a16:creationId xmlns:a16="http://schemas.microsoft.com/office/drawing/2014/main" id="{2A860CE2-3114-8741-8DB0-78E922B0428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3BA91B66-EDC3-974E-B9D9-8E4503135515}"/>
              </a:ext>
            </a:extLst>
          </p:cNvPr>
          <p:cNvGrpSpPr/>
          <p:nvPr/>
        </p:nvGrpSpPr>
        <p:grpSpPr>
          <a:xfrm>
            <a:off x="8246995" y="2882143"/>
            <a:ext cx="660225" cy="290099"/>
            <a:chOff x="7493876" y="2774731"/>
            <a:chExt cx="1481958" cy="894622"/>
          </a:xfrm>
        </p:grpSpPr>
        <p:sp>
          <p:nvSpPr>
            <p:cNvPr id="635" name="Freeform 634">
              <a:extLst>
                <a:ext uri="{FF2B5EF4-FFF2-40B4-BE49-F238E27FC236}">
                  <a16:creationId xmlns:a16="http://schemas.microsoft.com/office/drawing/2014/main" id="{5B8B67F8-FC77-7B4B-86F0-B0D0CD4C191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6" name="Oval 635">
              <a:extLst>
                <a:ext uri="{FF2B5EF4-FFF2-40B4-BE49-F238E27FC236}">
                  <a16:creationId xmlns:a16="http://schemas.microsoft.com/office/drawing/2014/main" id="{24DB41F0-B458-2740-8144-D8993DA5DFD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2A22D03D-2357-944F-A71A-94B46AED72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8" name="Freeform 637">
                <a:extLst>
                  <a:ext uri="{FF2B5EF4-FFF2-40B4-BE49-F238E27FC236}">
                    <a16:creationId xmlns:a16="http://schemas.microsoft.com/office/drawing/2014/main" id="{E4CD4DE0-BD74-6742-9AB5-70B9AAC5E0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:a16="http://schemas.microsoft.com/office/drawing/2014/main" id="{888F54AE-EE96-1643-8D6C-7B9B965689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:a16="http://schemas.microsoft.com/office/drawing/2014/main" id="{A9967105-8A41-8646-A119-3F7E30AAD3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1" name="Freeform 640">
                <a:extLst>
                  <a:ext uri="{FF2B5EF4-FFF2-40B4-BE49-F238E27FC236}">
                    <a16:creationId xmlns:a16="http://schemas.microsoft.com/office/drawing/2014/main" id="{F0349917-BFEB-DD4E-95A0-2C5BFAD63B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0556E247-D59A-2842-82DE-FE8E6F79E019}"/>
              </a:ext>
            </a:extLst>
          </p:cNvPr>
          <p:cNvGrpSpPr/>
          <p:nvPr/>
        </p:nvGrpSpPr>
        <p:grpSpPr>
          <a:xfrm>
            <a:off x="7203643" y="3367614"/>
            <a:ext cx="660225" cy="290099"/>
            <a:chOff x="7493876" y="2774731"/>
            <a:chExt cx="1481958" cy="894622"/>
          </a:xfrm>
        </p:grpSpPr>
        <p:sp>
          <p:nvSpPr>
            <p:cNvPr id="627" name="Freeform 626">
              <a:extLst>
                <a:ext uri="{FF2B5EF4-FFF2-40B4-BE49-F238E27FC236}">
                  <a16:creationId xmlns:a16="http://schemas.microsoft.com/office/drawing/2014/main" id="{445667BF-2880-A44B-92FF-0150E2B89E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8FE549B8-413C-AB43-AED4-55FEDF4BD68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9" name="Group 628">
              <a:extLst>
                <a:ext uri="{FF2B5EF4-FFF2-40B4-BE49-F238E27FC236}">
                  <a16:creationId xmlns:a16="http://schemas.microsoft.com/office/drawing/2014/main" id="{6310970C-CD76-5940-AC70-64BBFBC43C8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5FD9D70B-CD96-5747-B734-9870835D7C5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:a16="http://schemas.microsoft.com/office/drawing/2014/main" id="{06B65913-DCAC-AD4F-9F10-966CCC1448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:a16="http://schemas.microsoft.com/office/drawing/2014/main" id="{EF0534C2-36B5-7849-AFFA-5AC31B60CA1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3361B307-3719-A84A-8AD5-A3B61CE63C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Costs of congestion: scenario 3</a:t>
            </a:r>
            <a:endParaRPr lang="en-US" sz="4400" b="0" dirty="0"/>
          </a:p>
        </p:txBody>
      </p:sp>
      <p:sp>
        <p:nvSpPr>
          <p:cNvPr id="470" name="Rectangle 3">
            <a:extLst>
              <a:ext uri="{FF2B5EF4-FFF2-40B4-BE49-F238E27FC236}">
                <a16:creationId xmlns:a16="http://schemas.microsoft.com/office/drawing/2014/main" id="{B3E01DA9-25FD-B546-AB8A-84DD0375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114925"/>
            <a:ext cx="8267700" cy="409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1" name="Rectangle 4">
            <a:extLst>
              <a:ext uri="{FF2B5EF4-FFF2-40B4-BE49-F238E27FC236}">
                <a16:creationId xmlns:a16="http://schemas.microsoft.com/office/drawing/2014/main" id="{50204642-54CB-0C46-8699-86390164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4329113"/>
            <a:ext cx="9650409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another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cost” of congestion: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packet dropped, any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upstream transmission capacity and buffering used for that packet was wasted!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2" name="Line 8">
            <a:extLst>
              <a:ext uri="{FF2B5EF4-FFF2-40B4-BE49-F238E27FC236}">
                <a16:creationId xmlns:a16="http://schemas.microsoft.com/office/drawing/2014/main" id="{54B69D69-DB5C-FF44-9A78-3EF27FA8D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6675" y="2219117"/>
            <a:ext cx="546573" cy="550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3" name="Line 9">
            <a:extLst>
              <a:ext uri="{FF2B5EF4-FFF2-40B4-BE49-F238E27FC236}">
                <a16:creationId xmlns:a16="http://schemas.microsoft.com/office/drawing/2014/main" id="{17302533-B643-1D44-BB74-F2288C9D8A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219117"/>
            <a:ext cx="260376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1" name="Line 60">
            <a:extLst>
              <a:ext uri="{FF2B5EF4-FFF2-40B4-BE49-F238E27FC236}">
                <a16:creationId xmlns:a16="http://schemas.microsoft.com/office/drawing/2014/main" id="{8E9B5F3E-D7D4-784B-A561-225983C51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4029" y="3477375"/>
            <a:ext cx="865049" cy="77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9" name="Line 110">
            <a:extLst>
              <a:ext uri="{FF2B5EF4-FFF2-40B4-BE49-F238E27FC236}">
                <a16:creationId xmlns:a16="http://schemas.microsoft.com/office/drawing/2014/main" id="{81308001-6AF2-8841-BE13-23C6875DBD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2872" y="2491642"/>
            <a:ext cx="43037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0" name="Line 111">
            <a:extLst>
              <a:ext uri="{FF2B5EF4-FFF2-40B4-BE49-F238E27FC236}">
                <a16:creationId xmlns:a16="http://schemas.microsoft.com/office/drawing/2014/main" id="{E766695C-AC11-DB4D-88D9-ADEE97B162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49437" y="2503239"/>
            <a:ext cx="460499" cy="579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" name="Line 112">
            <a:extLst>
              <a:ext uri="{FF2B5EF4-FFF2-40B4-BE49-F238E27FC236}">
                <a16:creationId xmlns:a16="http://schemas.microsoft.com/office/drawing/2014/main" id="{3C681570-FA16-4C40-9E6E-770D751E7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15007" y="2230714"/>
            <a:ext cx="768214" cy="82337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16" name="Group 227">
            <a:extLst>
              <a:ext uri="{FF2B5EF4-FFF2-40B4-BE49-F238E27FC236}">
                <a16:creationId xmlns:a16="http://schemas.microsoft.com/office/drawing/2014/main" id="{C5844755-7AB4-394A-8C3D-0EAB4297B7CC}"/>
              </a:ext>
            </a:extLst>
          </p:cNvPr>
          <p:cNvGrpSpPr>
            <a:grpSpLocks/>
          </p:cNvGrpSpPr>
          <p:nvPr/>
        </p:nvGrpSpPr>
        <p:grpSpPr bwMode="auto">
          <a:xfrm>
            <a:off x="8295103" y="2407263"/>
            <a:ext cx="186693" cy="155869"/>
            <a:chOff x="11283" y="10423"/>
            <a:chExt cx="475" cy="374"/>
          </a:xfrm>
        </p:grpSpPr>
        <p:sp>
          <p:nvSpPr>
            <p:cNvPr id="517" name="Rectangle 228">
              <a:extLst>
                <a:ext uri="{FF2B5EF4-FFF2-40B4-BE49-F238E27FC236}">
                  <a16:creationId xmlns:a16="http://schemas.microsoft.com/office/drawing/2014/main" id="{F2C17F9B-7965-ED45-A4D3-EFFC3FD5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8" name="Line 229">
              <a:extLst>
                <a:ext uri="{FF2B5EF4-FFF2-40B4-BE49-F238E27FC236}">
                  <a16:creationId xmlns:a16="http://schemas.microsoft.com/office/drawing/2014/main" id="{2A6B3E53-1684-DF43-A05E-A2C80EF94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9" name="Line 230">
              <a:extLst>
                <a:ext uri="{FF2B5EF4-FFF2-40B4-BE49-F238E27FC236}">
                  <a16:creationId xmlns:a16="http://schemas.microsoft.com/office/drawing/2014/main" id="{D8396C95-BBB2-5D46-A8D2-775CD554A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0" name="Line 231">
              <a:extLst>
                <a:ext uri="{FF2B5EF4-FFF2-40B4-BE49-F238E27FC236}">
                  <a16:creationId xmlns:a16="http://schemas.microsoft.com/office/drawing/2014/main" id="{C157781C-8502-014B-A415-7383087D3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1" name="Line 232">
              <a:extLst>
                <a:ext uri="{FF2B5EF4-FFF2-40B4-BE49-F238E27FC236}">
                  <a16:creationId xmlns:a16="http://schemas.microsoft.com/office/drawing/2014/main" id="{11C3D78E-49BA-C343-B6BB-91EC56F70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Line 233">
              <a:extLst>
                <a:ext uri="{FF2B5EF4-FFF2-40B4-BE49-F238E27FC236}">
                  <a16:creationId xmlns:a16="http://schemas.microsoft.com/office/drawing/2014/main" id="{18778F4C-DAAF-B04E-9D01-34E52E4B7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3" name="Line 234">
              <a:extLst>
                <a:ext uri="{FF2B5EF4-FFF2-40B4-BE49-F238E27FC236}">
                  <a16:creationId xmlns:a16="http://schemas.microsoft.com/office/drawing/2014/main" id="{37A63491-BBEE-3E44-BBF3-79A4DB88B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30" name="Line 235">
            <a:extLst>
              <a:ext uri="{FF2B5EF4-FFF2-40B4-BE49-F238E27FC236}">
                <a16:creationId xmlns:a16="http://schemas.microsoft.com/office/drawing/2014/main" id="{502BD3B4-B453-4343-B3CD-F6AE3C5CA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7410" y="1813227"/>
            <a:ext cx="163542" cy="1932"/>
          </a:xfrm>
          <a:prstGeom prst="line">
            <a:avLst/>
          </a:prstGeom>
          <a:noFill/>
          <a:ln w="38100">
            <a:solidFill>
              <a:srgbClr val="FF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1" name="Group 236">
            <a:extLst>
              <a:ext uri="{FF2B5EF4-FFF2-40B4-BE49-F238E27FC236}">
                <a16:creationId xmlns:a16="http://schemas.microsoft.com/office/drawing/2014/main" id="{BD40F4B4-9FA4-B242-890F-C7DC5C1F1E4B}"/>
              </a:ext>
            </a:extLst>
          </p:cNvPr>
          <p:cNvGrpSpPr>
            <a:grpSpLocks/>
          </p:cNvGrpSpPr>
          <p:nvPr/>
        </p:nvGrpSpPr>
        <p:grpSpPr bwMode="auto">
          <a:xfrm>
            <a:off x="7363760" y="1608349"/>
            <a:ext cx="53797" cy="172019"/>
            <a:chOff x="10104" y="10005"/>
            <a:chExt cx="137" cy="411"/>
          </a:xfrm>
        </p:grpSpPr>
        <p:sp>
          <p:nvSpPr>
            <p:cNvPr id="532" name="Oval 237">
              <a:extLst>
                <a:ext uri="{FF2B5EF4-FFF2-40B4-BE49-F238E27FC236}">
                  <a16:creationId xmlns:a16="http://schemas.microsoft.com/office/drawing/2014/main" id="{9F31E068-8077-0E41-BA3C-C53046677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238">
              <a:extLst>
                <a:ext uri="{FF2B5EF4-FFF2-40B4-BE49-F238E27FC236}">
                  <a16:creationId xmlns:a16="http://schemas.microsoft.com/office/drawing/2014/main" id="{B99DFC93-E1C9-6B48-9E97-F404126B9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8" name="Group 255">
            <a:extLst>
              <a:ext uri="{FF2B5EF4-FFF2-40B4-BE49-F238E27FC236}">
                <a16:creationId xmlns:a16="http://schemas.microsoft.com/office/drawing/2014/main" id="{AA469380-A079-C241-8EF0-12E5E2FF123A}"/>
              </a:ext>
            </a:extLst>
          </p:cNvPr>
          <p:cNvGrpSpPr>
            <a:grpSpLocks/>
          </p:cNvGrpSpPr>
          <p:nvPr/>
        </p:nvGrpSpPr>
        <p:grpSpPr bwMode="auto">
          <a:xfrm rot="7844936">
            <a:off x="8457757" y="2928960"/>
            <a:ext cx="204878" cy="142023"/>
            <a:chOff x="11283" y="10423"/>
            <a:chExt cx="475" cy="374"/>
          </a:xfrm>
        </p:grpSpPr>
        <p:sp>
          <p:nvSpPr>
            <p:cNvPr id="549" name="Rectangle 256">
              <a:extLst>
                <a:ext uri="{FF2B5EF4-FFF2-40B4-BE49-F238E27FC236}">
                  <a16:creationId xmlns:a16="http://schemas.microsoft.com/office/drawing/2014/main" id="{27D5FDD2-8596-9B4B-B4F5-2748842EF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Line 257">
              <a:extLst>
                <a:ext uri="{FF2B5EF4-FFF2-40B4-BE49-F238E27FC236}">
                  <a16:creationId xmlns:a16="http://schemas.microsoft.com/office/drawing/2014/main" id="{5EA4070D-C55C-3C46-971A-495141BBF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1" name="Line 258">
              <a:extLst>
                <a:ext uri="{FF2B5EF4-FFF2-40B4-BE49-F238E27FC236}">
                  <a16:creationId xmlns:a16="http://schemas.microsoft.com/office/drawing/2014/main" id="{E7415EB7-9A38-A34B-BC52-23820D089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2" name="Line 259">
              <a:extLst>
                <a:ext uri="{FF2B5EF4-FFF2-40B4-BE49-F238E27FC236}">
                  <a16:creationId xmlns:a16="http://schemas.microsoft.com/office/drawing/2014/main" id="{E1B69AC3-E7AE-F84B-AE13-9E4B698B4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Line 260">
              <a:extLst>
                <a:ext uri="{FF2B5EF4-FFF2-40B4-BE49-F238E27FC236}">
                  <a16:creationId xmlns:a16="http://schemas.microsoft.com/office/drawing/2014/main" id="{14297734-2A75-5D4A-905C-558B07A25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4" name="Line 261">
              <a:extLst>
                <a:ext uri="{FF2B5EF4-FFF2-40B4-BE49-F238E27FC236}">
                  <a16:creationId xmlns:a16="http://schemas.microsoft.com/office/drawing/2014/main" id="{FAD2D458-99B5-D64F-9787-A3907B853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5" name="Line 262">
              <a:extLst>
                <a:ext uri="{FF2B5EF4-FFF2-40B4-BE49-F238E27FC236}">
                  <a16:creationId xmlns:a16="http://schemas.microsoft.com/office/drawing/2014/main" id="{ED7690F6-614B-474E-9678-ABBBF355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56" name="Line 263">
            <a:extLst>
              <a:ext uri="{FF2B5EF4-FFF2-40B4-BE49-F238E27FC236}">
                <a16:creationId xmlns:a16="http://schemas.microsoft.com/office/drawing/2014/main" id="{24DFA125-06DC-CE4E-A7FC-5EC2D00675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64006" y="3471578"/>
            <a:ext cx="1172766" cy="115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7" name="Line 264">
            <a:extLst>
              <a:ext uri="{FF2B5EF4-FFF2-40B4-BE49-F238E27FC236}">
                <a16:creationId xmlns:a16="http://schemas.microsoft.com/office/drawing/2014/main" id="{5FF66E32-B896-A043-9D26-2F80DC2B7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29823" y="3059889"/>
            <a:ext cx="367969" cy="4174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8" name="Freeform 265">
            <a:extLst>
              <a:ext uri="{FF2B5EF4-FFF2-40B4-BE49-F238E27FC236}">
                <a16:creationId xmlns:a16="http://schemas.microsoft.com/office/drawing/2014/main" id="{E2E6E031-8D15-5A42-B00A-1F4F08AF6A0B}"/>
              </a:ext>
            </a:extLst>
          </p:cNvPr>
          <p:cNvSpPr>
            <a:spLocks/>
          </p:cNvSpPr>
          <p:nvPr/>
        </p:nvSpPr>
        <p:spPr bwMode="auto">
          <a:xfrm>
            <a:off x="7391735" y="1631543"/>
            <a:ext cx="1956042" cy="1814908"/>
          </a:xfrm>
          <a:custGeom>
            <a:avLst/>
            <a:gdLst>
              <a:gd name="T0" fmla="*/ 0 w 5205"/>
              <a:gd name="T1" fmla="*/ 0 h 4500"/>
              <a:gd name="T2" fmla="*/ 0 w 5205"/>
              <a:gd name="T3" fmla="*/ 2147483647 h 4500"/>
              <a:gd name="T4" fmla="*/ 2147483647 w 5205"/>
              <a:gd name="T5" fmla="*/ 2147483647 h 4500"/>
              <a:gd name="T6" fmla="*/ 2147483647 w 5205"/>
              <a:gd name="T7" fmla="*/ 2147483647 h 4500"/>
              <a:gd name="T8" fmla="*/ 2147483647 w 5205"/>
              <a:gd name="T9" fmla="*/ 2147483647 h 4500"/>
              <a:gd name="T10" fmla="*/ 2147483647 w 5205"/>
              <a:gd name="T11" fmla="*/ 2147483647 h 4500"/>
              <a:gd name="T12" fmla="*/ 2147483647 w 5205"/>
              <a:gd name="T13" fmla="*/ 2147483647 h 4500"/>
              <a:gd name="T14" fmla="*/ 2147483647 w 5205"/>
              <a:gd name="T15" fmla="*/ 2147483647 h 45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205" h="4500">
                <a:moveTo>
                  <a:pt x="0" y="0"/>
                </a:moveTo>
                <a:lnTo>
                  <a:pt x="0" y="1320"/>
                </a:lnTo>
                <a:lnTo>
                  <a:pt x="1230" y="1350"/>
                </a:lnTo>
                <a:lnTo>
                  <a:pt x="495" y="2040"/>
                </a:lnTo>
                <a:lnTo>
                  <a:pt x="4515" y="2115"/>
                </a:lnTo>
                <a:lnTo>
                  <a:pt x="2220" y="4500"/>
                </a:lnTo>
                <a:lnTo>
                  <a:pt x="5205" y="4500"/>
                </a:lnTo>
                <a:lnTo>
                  <a:pt x="5205" y="3405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280">
            <a:extLst>
              <a:ext uri="{FF2B5EF4-FFF2-40B4-BE49-F238E27FC236}">
                <a16:creationId xmlns:a16="http://schemas.microsoft.com/office/drawing/2014/main" id="{6DC31668-B2DC-E241-A69F-970AD2E5CEA7}"/>
              </a:ext>
            </a:extLst>
          </p:cNvPr>
          <p:cNvGrpSpPr>
            <a:grpSpLocks/>
          </p:cNvGrpSpPr>
          <p:nvPr/>
        </p:nvGrpSpPr>
        <p:grpSpPr bwMode="auto">
          <a:xfrm>
            <a:off x="7312115" y="3392332"/>
            <a:ext cx="187213" cy="156558"/>
            <a:chOff x="11283" y="10423"/>
            <a:chExt cx="475" cy="374"/>
          </a:xfrm>
        </p:grpSpPr>
        <p:sp>
          <p:nvSpPr>
            <p:cNvPr id="574" name="Rectangle 281">
              <a:extLst>
                <a:ext uri="{FF2B5EF4-FFF2-40B4-BE49-F238E27FC236}">
                  <a16:creationId xmlns:a16="http://schemas.microsoft.com/office/drawing/2014/main" id="{11A3D544-AE22-3748-9FE3-D90EFDC5B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Line 282">
              <a:extLst>
                <a:ext uri="{FF2B5EF4-FFF2-40B4-BE49-F238E27FC236}">
                  <a16:creationId xmlns:a16="http://schemas.microsoft.com/office/drawing/2014/main" id="{BEC4224F-ED50-4947-9082-B57164E48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Line 283">
              <a:extLst>
                <a:ext uri="{FF2B5EF4-FFF2-40B4-BE49-F238E27FC236}">
                  <a16:creationId xmlns:a16="http://schemas.microsoft.com/office/drawing/2014/main" id="{8DD52BC5-C333-1F4D-ABBB-944B9DB24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7" name="Line 284">
              <a:extLst>
                <a:ext uri="{FF2B5EF4-FFF2-40B4-BE49-F238E27FC236}">
                  <a16:creationId xmlns:a16="http://schemas.microsoft.com/office/drawing/2014/main" id="{D000FA71-709B-0E4B-8BEF-C45BC3FE7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8" name="Line 285">
              <a:extLst>
                <a:ext uri="{FF2B5EF4-FFF2-40B4-BE49-F238E27FC236}">
                  <a16:creationId xmlns:a16="http://schemas.microsoft.com/office/drawing/2014/main" id="{B41DB283-7D57-A045-B70B-0D8C09746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9" name="Line 286">
              <a:extLst>
                <a:ext uri="{FF2B5EF4-FFF2-40B4-BE49-F238E27FC236}">
                  <a16:creationId xmlns:a16="http://schemas.microsoft.com/office/drawing/2014/main" id="{9E5F402E-8251-7646-ADF1-C8D024D1C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0" name="Line 287">
              <a:extLst>
                <a:ext uri="{FF2B5EF4-FFF2-40B4-BE49-F238E27FC236}">
                  <a16:creationId xmlns:a16="http://schemas.microsoft.com/office/drawing/2014/main" id="{66CC75A1-C65C-3049-963E-0DFA47653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5" name="Line 302">
            <a:extLst>
              <a:ext uri="{FF2B5EF4-FFF2-40B4-BE49-F238E27FC236}">
                <a16:creationId xmlns:a16="http://schemas.microsoft.com/office/drawing/2014/main" id="{D6A409AC-791D-264B-9A6A-29925F812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5926" y="2963248"/>
            <a:ext cx="514296" cy="51412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96" name="Group 303">
            <a:extLst>
              <a:ext uri="{FF2B5EF4-FFF2-40B4-BE49-F238E27FC236}">
                <a16:creationId xmlns:a16="http://schemas.microsoft.com/office/drawing/2014/main" id="{0E0CC657-EE01-1444-92BE-C1D54E3F7BBC}"/>
              </a:ext>
            </a:extLst>
          </p:cNvPr>
          <p:cNvGrpSpPr>
            <a:grpSpLocks/>
          </p:cNvGrpSpPr>
          <p:nvPr/>
        </p:nvGrpSpPr>
        <p:grpSpPr bwMode="auto">
          <a:xfrm rot="8027572">
            <a:off x="7091324" y="2716351"/>
            <a:ext cx="204878" cy="142023"/>
            <a:chOff x="11283" y="10423"/>
            <a:chExt cx="475" cy="374"/>
          </a:xfrm>
        </p:grpSpPr>
        <p:sp>
          <p:nvSpPr>
            <p:cNvPr id="597" name="Rectangle 304">
              <a:extLst>
                <a:ext uri="{FF2B5EF4-FFF2-40B4-BE49-F238E27FC236}">
                  <a16:creationId xmlns:a16="http://schemas.microsoft.com/office/drawing/2014/main" id="{A259E52C-F06C-7042-9819-4B87037A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" y="10423"/>
              <a:ext cx="475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8" name="Line 305">
              <a:extLst>
                <a:ext uri="{FF2B5EF4-FFF2-40B4-BE49-F238E27FC236}">
                  <a16:creationId xmlns:a16="http://schemas.microsoft.com/office/drawing/2014/main" id="{FCA29A28-11AF-7744-92A7-70BFDC111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9" name="Line 306">
              <a:extLst>
                <a:ext uri="{FF2B5EF4-FFF2-40B4-BE49-F238E27FC236}">
                  <a16:creationId xmlns:a16="http://schemas.microsoft.com/office/drawing/2014/main" id="{CB933097-E020-C042-8313-287B98167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21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0" name="Line 307">
              <a:extLst>
                <a:ext uri="{FF2B5EF4-FFF2-40B4-BE49-F238E27FC236}">
                  <a16:creationId xmlns:a16="http://schemas.microsoft.com/office/drawing/2014/main" id="{420119F4-8030-9C41-BBBE-13596216B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56" y="10502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1" name="Line 308">
              <a:extLst>
                <a:ext uri="{FF2B5EF4-FFF2-40B4-BE49-F238E27FC236}">
                  <a16:creationId xmlns:a16="http://schemas.microsoft.com/office/drawing/2014/main" id="{DAD30011-10E5-FA44-A6C7-171D1805C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1" y="10495"/>
              <a:ext cx="1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2" name="Line 309">
              <a:extLst>
                <a:ext uri="{FF2B5EF4-FFF2-40B4-BE49-F238E27FC236}">
                  <a16:creationId xmlns:a16="http://schemas.microsoft.com/office/drawing/2014/main" id="{D6E1DBA8-2139-534A-812C-2D3021B42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" y="10495"/>
              <a:ext cx="2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3" name="Line 310">
              <a:extLst>
                <a:ext uri="{FF2B5EF4-FFF2-40B4-BE49-F238E27FC236}">
                  <a16:creationId xmlns:a16="http://schemas.microsoft.com/office/drawing/2014/main" id="{E5BA2CAF-CE82-1046-A87A-25F846197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0" y="10495"/>
              <a:ext cx="3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4" name="Freeform 311">
            <a:extLst>
              <a:ext uri="{FF2B5EF4-FFF2-40B4-BE49-F238E27FC236}">
                <a16:creationId xmlns:a16="http://schemas.microsoft.com/office/drawing/2014/main" id="{0E044273-3CF1-1F44-AE22-0090B74B4B91}"/>
              </a:ext>
            </a:extLst>
          </p:cNvPr>
          <p:cNvSpPr>
            <a:spLocks/>
          </p:cNvSpPr>
          <p:nvPr/>
        </p:nvSpPr>
        <p:spPr bwMode="auto">
          <a:xfrm>
            <a:off x="6421244" y="1656669"/>
            <a:ext cx="2999696" cy="1863229"/>
          </a:xfrm>
          <a:custGeom>
            <a:avLst/>
            <a:gdLst>
              <a:gd name="T0" fmla="*/ 2147483647 w 7980"/>
              <a:gd name="T1" fmla="*/ 2147483647 h 4620"/>
              <a:gd name="T2" fmla="*/ 2147483647 w 7980"/>
              <a:gd name="T3" fmla="*/ 2147483647 h 4620"/>
              <a:gd name="T4" fmla="*/ 0 w 7980"/>
              <a:gd name="T5" fmla="*/ 2147483647 h 4620"/>
              <a:gd name="T6" fmla="*/ 2147483647 w 7980"/>
              <a:gd name="T7" fmla="*/ 2147483647 h 4620"/>
              <a:gd name="T8" fmla="*/ 2147483647 w 7980"/>
              <a:gd name="T9" fmla="*/ 2147483647 h 4620"/>
              <a:gd name="T10" fmla="*/ 2147483647 w 7980"/>
              <a:gd name="T11" fmla="*/ 0 h 4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980" h="4620">
                <a:moveTo>
                  <a:pt x="7965" y="3420"/>
                </a:moveTo>
                <a:lnTo>
                  <a:pt x="7980" y="4620"/>
                </a:lnTo>
                <a:lnTo>
                  <a:pt x="0" y="4605"/>
                </a:lnTo>
                <a:lnTo>
                  <a:pt x="3315" y="1485"/>
                </a:lnTo>
                <a:lnTo>
                  <a:pt x="2355" y="1455"/>
                </a:lnTo>
                <a:lnTo>
                  <a:pt x="2355" y="0"/>
                </a:lnTo>
              </a:path>
            </a:pathLst>
          </a:custGeom>
          <a:noFill/>
          <a:ln w="38100" cmpd="sng">
            <a:solidFill>
              <a:srgbClr val="FF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5" name="Freeform 312">
            <a:extLst>
              <a:ext uri="{FF2B5EF4-FFF2-40B4-BE49-F238E27FC236}">
                <a16:creationId xmlns:a16="http://schemas.microsoft.com/office/drawing/2014/main" id="{9835AE55-355E-3449-A433-1E30954185D2}"/>
              </a:ext>
            </a:extLst>
          </p:cNvPr>
          <p:cNvSpPr>
            <a:spLocks/>
          </p:cNvSpPr>
          <p:nvPr/>
        </p:nvSpPr>
        <p:spPr bwMode="auto">
          <a:xfrm>
            <a:off x="6184539" y="1716586"/>
            <a:ext cx="3399942" cy="1832304"/>
          </a:xfrm>
          <a:custGeom>
            <a:avLst/>
            <a:gdLst>
              <a:gd name="T0" fmla="*/ 0 w 9045"/>
              <a:gd name="T1" fmla="*/ 2147483647 h 4545"/>
              <a:gd name="T2" fmla="*/ 0 w 9045"/>
              <a:gd name="T3" fmla="*/ 2147483647 h 4545"/>
              <a:gd name="T4" fmla="*/ 2147483647 w 9045"/>
              <a:gd name="T5" fmla="*/ 2147483647 h 4545"/>
              <a:gd name="T6" fmla="*/ 2147483647 w 9045"/>
              <a:gd name="T7" fmla="*/ 2147483647 h 4545"/>
              <a:gd name="T8" fmla="*/ 2147483647 w 9045"/>
              <a:gd name="T9" fmla="*/ 2147483647 h 4545"/>
              <a:gd name="T10" fmla="*/ 2147483647 w 9045"/>
              <a:gd name="T11" fmla="*/ 2147483647 h 4545"/>
              <a:gd name="T12" fmla="*/ 2147483647 w 9045"/>
              <a:gd name="T13" fmla="*/ 2147483647 h 4545"/>
              <a:gd name="T14" fmla="*/ 2147483647 w 9045"/>
              <a:gd name="T15" fmla="*/ 0 h 454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045" h="4545">
                <a:moveTo>
                  <a:pt x="0" y="2880"/>
                </a:moveTo>
                <a:lnTo>
                  <a:pt x="0" y="4530"/>
                </a:lnTo>
                <a:lnTo>
                  <a:pt x="885" y="4545"/>
                </a:lnTo>
                <a:lnTo>
                  <a:pt x="3510" y="2010"/>
                </a:lnTo>
                <a:lnTo>
                  <a:pt x="7140" y="2055"/>
                </a:lnTo>
                <a:lnTo>
                  <a:pt x="8145" y="1020"/>
                </a:lnTo>
                <a:lnTo>
                  <a:pt x="9045" y="1020"/>
                </a:lnTo>
                <a:lnTo>
                  <a:pt x="9015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6" name="Freeform 313">
            <a:extLst>
              <a:ext uri="{FF2B5EF4-FFF2-40B4-BE49-F238E27FC236}">
                <a16:creationId xmlns:a16="http://schemas.microsoft.com/office/drawing/2014/main" id="{6222373D-283A-3B4A-B1F6-7CDE8C98C64E}"/>
              </a:ext>
            </a:extLst>
          </p:cNvPr>
          <p:cNvSpPr>
            <a:spLocks/>
          </p:cNvSpPr>
          <p:nvPr/>
        </p:nvSpPr>
        <p:spPr bwMode="auto">
          <a:xfrm>
            <a:off x="6257703" y="1747511"/>
            <a:ext cx="3430069" cy="1693141"/>
          </a:xfrm>
          <a:custGeom>
            <a:avLst/>
            <a:gdLst>
              <a:gd name="T0" fmla="*/ 0 w 9120"/>
              <a:gd name="T1" fmla="*/ 2147483647 h 4201"/>
              <a:gd name="T2" fmla="*/ 0 w 9120"/>
              <a:gd name="T3" fmla="*/ 2147483647 h 4201"/>
              <a:gd name="T4" fmla="*/ 2147483647 w 9120"/>
              <a:gd name="T5" fmla="*/ 2147483647 h 4201"/>
              <a:gd name="T6" fmla="*/ 2147483647 w 9120"/>
              <a:gd name="T7" fmla="*/ 2147483647 h 4201"/>
              <a:gd name="T8" fmla="*/ 2147483647 w 9120"/>
              <a:gd name="T9" fmla="*/ 2147483647 h 4201"/>
              <a:gd name="T10" fmla="*/ 2147483647 w 9120"/>
              <a:gd name="T11" fmla="*/ 0 h 4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120" h="4201">
                <a:moveTo>
                  <a:pt x="0" y="2821"/>
                </a:moveTo>
                <a:lnTo>
                  <a:pt x="0" y="4201"/>
                </a:lnTo>
                <a:lnTo>
                  <a:pt x="4890" y="4201"/>
                </a:lnTo>
                <a:lnTo>
                  <a:pt x="8055" y="1051"/>
                </a:lnTo>
                <a:lnTo>
                  <a:pt x="9120" y="1080"/>
                </a:lnTo>
                <a:lnTo>
                  <a:pt x="9105" y="0"/>
                </a:lnTo>
              </a:path>
            </a:pathLst>
          </a:custGeom>
          <a:noFill/>
          <a:ln w="38100" cmpd="sng">
            <a:solidFill>
              <a:srgbClr val="00B05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7" name="Group 314">
            <a:extLst>
              <a:ext uri="{FF2B5EF4-FFF2-40B4-BE49-F238E27FC236}">
                <a16:creationId xmlns:a16="http://schemas.microsoft.com/office/drawing/2014/main" id="{7CED4D5D-1774-B94F-AB74-7B6F1F74FA06}"/>
              </a:ext>
            </a:extLst>
          </p:cNvPr>
          <p:cNvGrpSpPr>
            <a:grpSpLocks/>
          </p:cNvGrpSpPr>
          <p:nvPr/>
        </p:nvGrpSpPr>
        <p:grpSpPr bwMode="auto">
          <a:xfrm>
            <a:off x="6156566" y="2860810"/>
            <a:ext cx="53796" cy="172019"/>
            <a:chOff x="10104" y="10005"/>
            <a:chExt cx="137" cy="411"/>
          </a:xfrm>
        </p:grpSpPr>
        <p:sp>
          <p:nvSpPr>
            <p:cNvPr id="608" name="Oval 315">
              <a:extLst>
                <a:ext uri="{FF2B5EF4-FFF2-40B4-BE49-F238E27FC236}">
                  <a16:creationId xmlns:a16="http://schemas.microsoft.com/office/drawing/2014/main" id="{695435D0-43FA-5946-96EF-D369E25A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Oval 316">
              <a:extLst>
                <a:ext uri="{FF2B5EF4-FFF2-40B4-BE49-F238E27FC236}">
                  <a16:creationId xmlns:a16="http://schemas.microsoft.com/office/drawing/2014/main" id="{85BDA995-131F-0641-914D-C85C2FA16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0" name="Group 317">
            <a:extLst>
              <a:ext uri="{FF2B5EF4-FFF2-40B4-BE49-F238E27FC236}">
                <a16:creationId xmlns:a16="http://schemas.microsoft.com/office/drawing/2014/main" id="{0FFCB242-31DD-7443-A923-107E105D8A00}"/>
              </a:ext>
            </a:extLst>
          </p:cNvPr>
          <p:cNvGrpSpPr>
            <a:grpSpLocks/>
          </p:cNvGrpSpPr>
          <p:nvPr/>
        </p:nvGrpSpPr>
        <p:grpSpPr bwMode="auto">
          <a:xfrm>
            <a:off x="9388663" y="3009635"/>
            <a:ext cx="53796" cy="173953"/>
            <a:chOff x="10104" y="10005"/>
            <a:chExt cx="137" cy="411"/>
          </a:xfrm>
        </p:grpSpPr>
        <p:sp>
          <p:nvSpPr>
            <p:cNvPr id="611" name="Oval 318">
              <a:extLst>
                <a:ext uri="{FF2B5EF4-FFF2-40B4-BE49-F238E27FC236}">
                  <a16:creationId xmlns:a16="http://schemas.microsoft.com/office/drawing/2014/main" id="{F25BDD80-1612-BD46-B423-42AE33DB4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2" name="Oval 319">
              <a:extLst>
                <a:ext uri="{FF2B5EF4-FFF2-40B4-BE49-F238E27FC236}">
                  <a16:creationId xmlns:a16="http://schemas.microsoft.com/office/drawing/2014/main" id="{0B1DEF04-FA4A-924B-9F2F-610BC29F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13" name="Group 320">
            <a:extLst>
              <a:ext uri="{FF2B5EF4-FFF2-40B4-BE49-F238E27FC236}">
                <a16:creationId xmlns:a16="http://schemas.microsoft.com/office/drawing/2014/main" id="{0B529F14-3F08-E440-B6EC-F5B67289F089}"/>
              </a:ext>
            </a:extLst>
          </p:cNvPr>
          <p:cNvGrpSpPr>
            <a:grpSpLocks/>
          </p:cNvGrpSpPr>
          <p:nvPr/>
        </p:nvGrpSpPr>
        <p:grpSpPr bwMode="auto">
          <a:xfrm>
            <a:off x="9653341" y="1703056"/>
            <a:ext cx="53797" cy="173953"/>
            <a:chOff x="10104" y="10005"/>
            <a:chExt cx="137" cy="411"/>
          </a:xfrm>
        </p:grpSpPr>
        <p:sp>
          <p:nvSpPr>
            <p:cNvPr id="614" name="Oval 321">
              <a:extLst>
                <a:ext uri="{FF2B5EF4-FFF2-40B4-BE49-F238E27FC236}">
                  <a16:creationId xmlns:a16="http://schemas.microsoft.com/office/drawing/2014/main" id="{6437B6FC-D8DB-9746-A099-12114F7BD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005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5" name="Oval 322">
              <a:extLst>
                <a:ext uri="{FF2B5EF4-FFF2-40B4-BE49-F238E27FC236}">
                  <a16:creationId xmlns:a16="http://schemas.microsoft.com/office/drawing/2014/main" id="{0FDD47FB-2A41-0B4E-85FF-3CBB4DBDB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04" y="10278"/>
              <a:ext cx="137" cy="138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BFFE77-548F-9846-9A06-08C1230178E0}"/>
              </a:ext>
            </a:extLst>
          </p:cNvPr>
          <p:cNvGrpSpPr/>
          <p:nvPr/>
        </p:nvGrpSpPr>
        <p:grpSpPr>
          <a:xfrm>
            <a:off x="1505725" y="1423988"/>
            <a:ext cx="3115488" cy="2380952"/>
            <a:chOff x="1505725" y="1423988"/>
            <a:chExt cx="3115488" cy="2380952"/>
          </a:xfrm>
        </p:grpSpPr>
        <p:sp>
          <p:nvSpPr>
            <p:cNvPr id="616" name="Line 330">
              <a:extLst>
                <a:ext uri="{FF2B5EF4-FFF2-40B4-BE49-F238E27FC236}">
                  <a16:creationId xmlns:a16="http://schemas.microsoft.com/office/drawing/2014/main" id="{9BFD01DA-5202-CF44-9ED5-2B470718D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125" y="1520825"/>
              <a:ext cx="0" cy="1860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Line 331">
              <a:extLst>
                <a:ext uri="{FF2B5EF4-FFF2-40B4-BE49-F238E27FC236}">
                  <a16:creationId xmlns:a16="http://schemas.microsoft.com/office/drawing/2014/main" id="{ACC222AF-8E70-314C-9EA2-B9677C72D9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7250" y="3373438"/>
              <a:ext cx="2333625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8" name="Freeform 333">
              <a:extLst>
                <a:ext uri="{FF2B5EF4-FFF2-40B4-BE49-F238E27FC236}">
                  <a16:creationId xmlns:a16="http://schemas.microsoft.com/office/drawing/2014/main" id="{6D089360-38AC-4243-B6DB-EF4A57135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013" y="2607303"/>
              <a:ext cx="2489200" cy="759348"/>
            </a:xfrm>
            <a:custGeom>
              <a:avLst/>
              <a:gdLst>
                <a:gd name="T0" fmla="*/ 0 w 1568"/>
                <a:gd name="T1" fmla="*/ 2147483647 h 380"/>
                <a:gd name="T2" fmla="*/ 2147483647 w 1568"/>
                <a:gd name="T3" fmla="*/ 2147483647 h 380"/>
                <a:gd name="T4" fmla="*/ 2147483647 w 1568"/>
                <a:gd name="T5" fmla="*/ 2147483647 h 380"/>
                <a:gd name="T6" fmla="*/ 2147483647 w 1568"/>
                <a:gd name="T7" fmla="*/ 2147483647 h 380"/>
                <a:gd name="T8" fmla="*/ 0 60000 65536"/>
                <a:gd name="T9" fmla="*/ 0 60000 65536"/>
                <a:gd name="T10" fmla="*/ 0 60000 65536"/>
                <a:gd name="T11" fmla="*/ 0 60000 65536"/>
                <a:gd name="connsiteX0" fmla="*/ 0 w 10000"/>
                <a:gd name="connsiteY0" fmla="*/ 9512 h 9512"/>
                <a:gd name="connsiteX1" fmla="*/ 4152 w 10000"/>
                <a:gd name="connsiteY1" fmla="*/ 12 h 9512"/>
                <a:gd name="connsiteX2" fmla="*/ 5829 w 10000"/>
                <a:gd name="connsiteY2" fmla="*/ 8065 h 9512"/>
                <a:gd name="connsiteX3" fmla="*/ 10000 w 10000"/>
                <a:gd name="connsiteY3" fmla="*/ 8802 h 9512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662 h 10000"/>
                <a:gd name="connsiteX0" fmla="*/ 0 w 10000"/>
                <a:gd name="connsiteY0" fmla="*/ 10000 h 10158"/>
                <a:gd name="connsiteX1" fmla="*/ 4152 w 10000"/>
                <a:gd name="connsiteY1" fmla="*/ 13 h 10158"/>
                <a:gd name="connsiteX2" fmla="*/ 5829 w 10000"/>
                <a:gd name="connsiteY2" fmla="*/ 8479 h 10158"/>
                <a:gd name="connsiteX3" fmla="*/ 10000 w 10000"/>
                <a:gd name="connsiteY3" fmla="*/ 9968 h 10158"/>
                <a:gd name="connsiteX0" fmla="*/ 0 w 10000"/>
                <a:gd name="connsiteY0" fmla="*/ 10000 h 10000"/>
                <a:gd name="connsiteX1" fmla="*/ 4152 w 10000"/>
                <a:gd name="connsiteY1" fmla="*/ 13 h 10000"/>
                <a:gd name="connsiteX2" fmla="*/ 5829 w 10000"/>
                <a:gd name="connsiteY2" fmla="*/ 8479 h 10000"/>
                <a:gd name="connsiteX3" fmla="*/ 10000 w 10000"/>
                <a:gd name="connsiteY3" fmla="*/ 9968 h 10000"/>
                <a:gd name="connsiteX0" fmla="*/ 0 w 10000"/>
                <a:gd name="connsiteY0" fmla="*/ 9898 h 9898"/>
                <a:gd name="connsiteX1" fmla="*/ 5094 w 10000"/>
                <a:gd name="connsiteY1" fmla="*/ 13 h 9898"/>
                <a:gd name="connsiteX2" fmla="*/ 5829 w 10000"/>
                <a:gd name="connsiteY2" fmla="*/ 8377 h 9898"/>
                <a:gd name="connsiteX3" fmla="*/ 10000 w 10000"/>
                <a:gd name="connsiteY3" fmla="*/ 9866 h 9898"/>
                <a:gd name="connsiteX0" fmla="*/ 0 w 10000"/>
                <a:gd name="connsiteY0" fmla="*/ 9991 h 10073"/>
                <a:gd name="connsiteX1" fmla="*/ 5094 w 10000"/>
                <a:gd name="connsiteY1" fmla="*/ 4 h 10073"/>
                <a:gd name="connsiteX2" fmla="*/ 6347 w 10000"/>
                <a:gd name="connsiteY2" fmla="*/ 8866 h 10073"/>
                <a:gd name="connsiteX3" fmla="*/ 10000 w 10000"/>
                <a:gd name="connsiteY3" fmla="*/ 9959 h 10073"/>
                <a:gd name="connsiteX0" fmla="*/ 0 w 10000"/>
                <a:gd name="connsiteY0" fmla="*/ 9992 h 10012"/>
                <a:gd name="connsiteX1" fmla="*/ 5094 w 10000"/>
                <a:gd name="connsiteY1" fmla="*/ 5 h 10012"/>
                <a:gd name="connsiteX2" fmla="*/ 6331 w 10000"/>
                <a:gd name="connsiteY2" fmla="*/ 8661 h 10012"/>
                <a:gd name="connsiteX3" fmla="*/ 10000 w 10000"/>
                <a:gd name="connsiteY3" fmla="*/ 9960 h 10012"/>
                <a:gd name="connsiteX0" fmla="*/ 0 w 10000"/>
                <a:gd name="connsiteY0" fmla="*/ 9992 h 10001"/>
                <a:gd name="connsiteX1" fmla="*/ 5094 w 10000"/>
                <a:gd name="connsiteY1" fmla="*/ 5 h 10001"/>
                <a:gd name="connsiteX2" fmla="*/ 6661 w 10000"/>
                <a:gd name="connsiteY2" fmla="*/ 8610 h 10001"/>
                <a:gd name="connsiteX3" fmla="*/ 10000 w 10000"/>
                <a:gd name="connsiteY3" fmla="*/ 9960 h 1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1">
                  <a:moveTo>
                    <a:pt x="0" y="9992"/>
                  </a:moveTo>
                  <a:cubicBezTo>
                    <a:pt x="695" y="8315"/>
                    <a:pt x="3984" y="235"/>
                    <a:pt x="5094" y="5"/>
                  </a:cubicBezTo>
                  <a:cubicBezTo>
                    <a:pt x="6204" y="-225"/>
                    <a:pt x="5488" y="6933"/>
                    <a:pt x="6661" y="8610"/>
                  </a:cubicBezTo>
                  <a:cubicBezTo>
                    <a:pt x="7835" y="10287"/>
                    <a:pt x="8882" y="9997"/>
                    <a:pt x="10000" y="996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9" name="Line 334">
              <a:extLst>
                <a:ext uri="{FF2B5EF4-FFF2-40B4-BE49-F238E27FC236}">
                  <a16:creationId xmlns:a16="http://schemas.microsoft.com/office/drawing/2014/main" id="{AF5D54D6-CC93-6E42-8712-1BDF48F23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1363" y="1673225"/>
              <a:ext cx="125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0" name="Line 335">
              <a:extLst>
                <a:ext uri="{FF2B5EF4-FFF2-40B4-BE49-F238E27FC236}">
                  <a16:creationId xmlns:a16="http://schemas.microsoft.com/office/drawing/2014/main" id="{5F83D767-834B-CD45-B9C0-86188156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3381375"/>
              <a:ext cx="0" cy="134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1" name="Text Box 336">
              <a:extLst>
                <a:ext uri="{FF2B5EF4-FFF2-40B4-BE49-F238E27FC236}">
                  <a16:creationId xmlns:a16="http://schemas.microsoft.com/office/drawing/2014/main" id="{4D3494C0-DD1C-794E-97BA-6E4472E2F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725" y="1423988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2" name="Text Box 337">
              <a:extLst>
                <a:ext uri="{FF2B5EF4-FFF2-40B4-BE49-F238E27FC236}">
                  <a16:creationId xmlns:a16="http://schemas.microsoft.com/office/drawing/2014/main" id="{CE6E8577-4BD8-EE4D-8020-05E336E0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512" y="3433763"/>
              <a:ext cx="46358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3" name="Text Box 338">
              <a:extLst>
                <a:ext uri="{FF2B5EF4-FFF2-40B4-BE49-F238E27FC236}">
                  <a16:creationId xmlns:a16="http://schemas.microsoft.com/office/drawing/2014/main" id="{05367630-23E9-2744-A1A7-0C85EC93DB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416844" y="2351882"/>
              <a:ext cx="8080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624" name="Text Box 339">
              <a:extLst>
                <a:ext uri="{FF2B5EF4-FFF2-40B4-BE49-F238E27FC236}">
                  <a16:creationId xmlns:a16="http://schemas.microsoft.com/office/drawing/2014/main" id="{5131AB9A-BD62-7E48-B700-9F673321A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001" y="3343275"/>
              <a:ext cx="5629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ja-JP" sz="24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0" name="Slide Number Placeholder 2">
            <a:extLst>
              <a:ext uri="{FF2B5EF4-FFF2-40B4-BE49-F238E27FC236}">
                <a16:creationId xmlns:a16="http://schemas.microsoft.com/office/drawing/2014/main" id="{B2D434D1-E742-A043-86CE-3BB54BC2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D93F93-E319-3741-8000-8E2CEB6310B7}"/>
              </a:ext>
            </a:extLst>
          </p:cNvPr>
          <p:cNvSpPr/>
          <p:nvPr/>
        </p:nvSpPr>
        <p:spPr>
          <a:xfrm>
            <a:off x="1206500" y="6053719"/>
            <a:ext cx="2298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Example of congestion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8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611</Words>
  <Application>Microsoft Macintosh PowerPoint</Application>
  <PresentationFormat>Widescreen</PresentationFormat>
  <Paragraphs>152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Comic Sans MS</vt:lpstr>
      <vt:lpstr>Gill Sans MT</vt:lpstr>
      <vt:lpstr>Symbol</vt:lpstr>
      <vt:lpstr>Tahoma</vt:lpstr>
      <vt:lpstr>Wingdings</vt:lpstr>
      <vt:lpstr>Wingdings 3</vt:lpstr>
      <vt:lpstr>Office Theme</vt:lpstr>
      <vt:lpstr>IT694 Computer Networks Week7 – Lec1</vt:lpstr>
      <vt:lpstr>Principles of congestion control</vt:lpstr>
      <vt:lpstr>PowerPoint Presentation</vt:lpstr>
      <vt:lpstr>Causes of congestion: scenario I </vt:lpstr>
      <vt:lpstr>PowerPoint Presentation</vt:lpstr>
      <vt:lpstr>Causes of congestion: Scenario 2</vt:lpstr>
      <vt:lpstr>Causes/costs of congestion: scenario 2a</vt:lpstr>
      <vt:lpstr>Causes/costs of congestion: scenario 2b</vt:lpstr>
      <vt:lpstr>Causes/costs of congestion: insights</vt:lpstr>
      <vt:lpstr>Causes/costs of congestion: scenario 3</vt:lpstr>
      <vt:lpstr>Costs of congestion: scenario 3</vt:lpstr>
    </vt:vector>
  </TitlesOfParts>
  <Company>HP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– Lec 1</dc:title>
  <dc:creator>Kalyan</dc:creator>
  <cp:lastModifiedBy>Microsoft Office User</cp:lastModifiedBy>
  <cp:revision>10</cp:revision>
  <dcterms:created xsi:type="dcterms:W3CDTF">2023-08-29T01:18:05Z</dcterms:created>
  <dcterms:modified xsi:type="dcterms:W3CDTF">2025-02-19T04:01:35Z</dcterms:modified>
</cp:coreProperties>
</file>