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1214" r:id="rId2"/>
    <p:sldId id="1081" r:id="rId3"/>
    <p:sldId id="1213" r:id="rId4"/>
    <p:sldId id="1082" r:id="rId5"/>
    <p:sldId id="1083" r:id="rId6"/>
    <p:sldId id="1084" r:id="rId7"/>
    <p:sldId id="1085" r:id="rId8"/>
    <p:sldId id="1087" r:id="rId9"/>
    <p:sldId id="1088" r:id="rId10"/>
    <p:sldId id="1095" r:id="rId11"/>
    <p:sldId id="1215" r:id="rId12"/>
    <p:sldId id="283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9"/>
    <p:restoredTop sz="96457"/>
  </p:normalViewPr>
  <p:slideViewPr>
    <p:cSldViewPr snapToGrid="0" snapToObjects="1">
      <p:cViewPr varScale="1">
        <p:scale>
          <a:sx n="127" d="100"/>
          <a:sy n="127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4E1C8-98A9-F747-821D-FFBF296EB0AA}" type="datetimeFigureOut">
              <a:rPr lang="en-US" smtClean="0"/>
              <a:t>3/18/25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6CE9DD-C04B-884D-BFF0-3438BA96B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44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0710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6053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960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6119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206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429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177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0727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109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350D4-D2AB-C34B-A861-C9FD7C880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C76768-2C2D-464C-998C-B6AABC9C1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8AFE8-C304-0F48-BD6B-0A8478DBD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2656-3151-9B49-9FCA-9DF0A3862E6C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F5991-4D8A-7B44-828C-470E47F4B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0EC87-3261-EE4D-B166-57128BBA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BAF8-3F77-6A46-88D3-6EA8A795A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1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BE1CB-85C5-DB4B-A64F-66BBEC8D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C1A0E-6528-824A-BD6D-707F09C4E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F2E21-82E6-2F40-B3F0-39FE69A2C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2656-3151-9B49-9FCA-9DF0A3862E6C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EE9A5-F4F6-FA48-9041-34F6BE48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0FDD2-0CF2-9240-BF7A-26506800D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BAF8-3F77-6A46-88D3-6EA8A795A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67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9C76C-987A-CD4C-A91A-AA909393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A34FD-B48C-8F4C-B74A-410042299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0F707-77B6-0D4D-B340-6D82ED561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2656-3151-9B49-9FCA-9DF0A3862E6C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073E4-F3B1-6A4B-85A5-F54FF4AF1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79E91-9FEC-D044-A239-FDCE239D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BAF8-3F77-6A46-88D3-6EA8A795A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5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1E0C9-1BF6-9E44-A352-115A5B005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85B75-D2DC-FB47-BA96-B4DABC8E9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06CF2-DC95-C64B-BC8D-55D5F8FA1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CB7DC-5800-174F-AF62-059DDDD0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2656-3151-9B49-9FCA-9DF0A3862E6C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A8795-40B9-5944-B1F9-D59021E22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9920B-6755-274F-937F-F2136F4A8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BAF8-3F77-6A46-88D3-6EA8A795A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77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4702A-16FF-D248-880B-6B3B4318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CF92D-8E24-D447-9704-8C97C5127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A078F-BE3A-4A4E-B384-9E0450A4A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12EDB-065E-1046-83AB-425EDE287C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569AEE-E018-BA43-8C67-1CCE41AD7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C978B8-C0BD-1249-A21B-28D36C8B1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2656-3151-9B49-9FCA-9DF0A3862E6C}" type="datetimeFigureOut">
              <a:rPr lang="en-US" smtClean="0"/>
              <a:t>3/18/25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4BFB0-59BE-8D4B-913C-76B5B217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6C7F6-285C-5848-A251-EF8EBEEFF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BAF8-3F77-6A46-88D3-6EA8A795A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7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AE30-A0D7-9E48-86BF-4182FF73D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E18B53-ED08-E84E-BF66-3CFB6A175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2656-3151-9B49-9FCA-9DF0A3862E6C}" type="datetimeFigureOut">
              <a:rPr lang="en-US" smtClean="0"/>
              <a:t>3/18/25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75535-9A59-A04F-B670-5125BA0E5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B4B01-D30C-CF44-AF29-9D680E3B2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BAF8-3F77-6A46-88D3-6EA8A795A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009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E12242-847A-2348-AC1E-4344ECC2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2656-3151-9B49-9FCA-9DF0A3862E6C}" type="datetimeFigureOut">
              <a:rPr lang="en-US" smtClean="0"/>
              <a:t>3/18/25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91536-7B63-4F47-A831-8F9AFB36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9353F-E74D-7A41-837E-BA233112A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BAF8-3F77-6A46-88D3-6EA8A795A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757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151C1-5913-6E4F-BE6A-5210A72F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637EF-A722-7442-927D-3B79E108C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7BBC6-52D8-D545-9011-F23E7D39B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98040-4205-8C41-AE44-37F46D764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2656-3151-9B49-9FCA-9DF0A3862E6C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AB605-0611-5049-9154-2A44CFB9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D369E-7D05-6B41-B7F2-6452915C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BAF8-3F77-6A46-88D3-6EA8A795A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34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F4A69-55C6-0F45-96B0-BADBA8F30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99349-F3F5-CF49-82C7-C115BC387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E3B50-FC79-194F-9535-C30A4F0ED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DBA2D-54D5-424D-B89A-571825B7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2656-3151-9B49-9FCA-9DF0A3862E6C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AAAA2-8831-1747-A9B4-80203604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9DBC2-C6F0-524F-96E7-E78BEA87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BAF8-3F77-6A46-88D3-6EA8A795A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40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4872-4BDD-EE46-9473-D276F02AF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E3C17-2C34-3944-A0E2-EE2267989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8082C-F0F8-E54C-A219-962E058F1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2656-3151-9B49-9FCA-9DF0A3862E6C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CDF8A-43C2-374D-AE5B-A2E979BB9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B4F31-A385-4F44-B035-467CC212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BAF8-3F77-6A46-88D3-6EA8A795A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45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939DB8-63A1-BC45-87DB-B4AF9E3A9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C6F13-3ECB-6942-B29C-8A7A767B0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CD19C-CE7E-764C-99C0-961C458BD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2656-3151-9B49-9FCA-9DF0A3862E6C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ECA96-7E7C-8D4C-9D62-5C3E8AE75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214AC-575C-554A-8E58-181946A3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BAF8-3F77-6A46-88D3-6EA8A795A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DF077-9A12-324E-9B74-95619D5CC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0C970-3E16-2541-B2AC-2782F0710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BDAF2-0D23-F241-8A94-FCDBAD19B3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A2656-3151-9B49-9FCA-9DF0A3862E6C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4FDFD-96E6-2C48-A723-D552F95EC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CB10D-73E6-1640-82B6-1D6A11658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DBAF8-3F77-6A46-88D3-6EA8A795A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90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5AEAE-55E1-C240-929F-1F27FF1ED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IT694 Computer Networks</a:t>
            </a:r>
            <a:br>
              <a:rPr lang="en-US" dirty="0"/>
            </a:br>
            <a:r>
              <a:rPr lang="en-US" dirty="0"/>
              <a:t>Week 9-Lec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11040-D338-3B40-BD28-0B8E8986F3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IP addressing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444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673C0F-EEA6-3549-BFCE-D83173D8E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790" y="1409001"/>
            <a:ext cx="5557988" cy="4841896"/>
          </a:xfrm>
        </p:spPr>
        <p:txBody>
          <a:bodyPr>
            <a:normAutofit/>
          </a:bodyPr>
          <a:lstStyle/>
          <a:p>
            <a:pPr indent="-293688"/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IP address: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32-bit identifier associated with each host or router </a:t>
            </a:r>
            <a:r>
              <a:rPr lang="en-US" altLang="en-US" i="1" dirty="0">
                <a:solidFill>
                  <a:srgbClr val="0000A3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interface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</a:p>
          <a:p>
            <a:pPr indent="-293688"/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interface: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connection between host/router and physical link</a:t>
            </a:r>
          </a:p>
          <a:p>
            <a:pPr marL="522288" lvl="1" indent="-298450"/>
            <a:r>
              <a:rPr lang="en-US" altLang="en-US" sz="2800" dirty="0">
                <a:ea typeface="ＭＳ Ｐゴシック" panose="020B0600070205080204" pitchFamily="34" charset="-128"/>
              </a:rPr>
              <a:t>router’</a:t>
            </a:r>
            <a:r>
              <a:rPr lang="en-US" altLang="ja-JP" sz="2800" dirty="0">
                <a:ea typeface="ＭＳ Ｐゴシック" panose="020B0600070205080204" pitchFamily="34" charset="-128"/>
              </a:rPr>
              <a:t>s typically have multiple interfaces</a:t>
            </a:r>
          </a:p>
          <a:p>
            <a:pPr marL="522288" lvl="1" indent="-298450"/>
            <a:r>
              <a:rPr lang="en-US" altLang="en-US" sz="2800" dirty="0">
                <a:ea typeface="ＭＳ Ｐゴシック" panose="020B0600070205080204" pitchFamily="34" charset="-128"/>
              </a:rPr>
              <a:t>host typically has one or two interfaces </a:t>
            </a:r>
            <a:r>
              <a:rPr lang="en-US" altLang="en-US" dirty="0">
                <a:ea typeface="ＭＳ Ｐゴシック" panose="020B0600070205080204" pitchFamily="34" charset="-128"/>
              </a:rPr>
              <a:t>(e.g., wired Ethernet, wireless 802.11)</a:t>
            </a:r>
          </a:p>
          <a:p>
            <a:pPr marL="298450" indent="0">
              <a:buNone/>
            </a:pPr>
            <a:endParaRPr lang="en-US" altLang="en-US" sz="3200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IP addressing: introduction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:a16="http://schemas.microsoft.com/office/drawing/2014/main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:a16="http://schemas.microsoft.com/office/drawing/2014/main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:a16="http://schemas.microsoft.com/office/drawing/2014/main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:a16="http://schemas.microsoft.com/office/drawing/2014/main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:a16="http://schemas.microsoft.com/office/drawing/2014/main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:a16="http://schemas.microsoft.com/office/drawing/2014/main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:a16="http://schemas.microsoft.com/office/drawing/2014/main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:a16="http://schemas.microsoft.com/office/drawing/2014/main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:a16="http://schemas.microsoft.com/office/drawing/2014/main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:a16="http://schemas.microsoft.com/office/drawing/2014/main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D9023E0-376B-B146-94EA-438BC342A185}"/>
              </a:ext>
            </a:extLst>
          </p:cNvPr>
          <p:cNvGrpSpPr/>
          <p:nvPr/>
        </p:nvGrpSpPr>
        <p:grpSpPr>
          <a:xfrm>
            <a:off x="6858453" y="5763539"/>
            <a:ext cx="5043488" cy="947504"/>
            <a:chOff x="6727825" y="5192036"/>
            <a:chExt cx="5043488" cy="822325"/>
          </a:xfrm>
        </p:grpSpPr>
        <p:sp>
          <p:nvSpPr>
            <p:cNvPr id="96" name="Text Box 60">
              <a:extLst>
                <a:ext uri="{FF2B5EF4-FFF2-40B4-BE49-F238E27FC236}">
                  <a16:creationId xmlns:a16="http://schemas.microsoft.com/office/drawing/2014/main" id="{A066F6CC-B2A4-4A44-A6F3-7443C298B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7825" y="5192036"/>
              <a:ext cx="50434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223.1.1.1 = 11011111 00000001 00000001 00000001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Freeform 61">
              <a:extLst>
                <a:ext uri="{FF2B5EF4-FFF2-40B4-BE49-F238E27FC236}">
                  <a16:creationId xmlns:a16="http://schemas.microsoft.com/office/drawing/2014/main" id="{9A73E928-E5EB-C34D-88B7-58A021715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5750" y="5447623"/>
              <a:ext cx="892175" cy="92075"/>
            </a:xfrm>
            <a:custGeom>
              <a:avLst/>
              <a:gdLst>
                <a:gd name="T0" fmla="*/ 0 w 562"/>
                <a:gd name="T1" fmla="*/ 0 h 58"/>
                <a:gd name="T2" fmla="*/ 0 w 562"/>
                <a:gd name="T3" fmla="*/ 2147483647 h 58"/>
                <a:gd name="T4" fmla="*/ 2147483647 w 562"/>
                <a:gd name="T5" fmla="*/ 2147483647 h 58"/>
                <a:gd name="T6" fmla="*/ 2147483647 w 562"/>
                <a:gd name="T7" fmla="*/ 2147483647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8"/>
                <a:gd name="T14" fmla="*/ 562 w 562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8">
                  <a:moveTo>
                    <a:pt x="0" y="0"/>
                  </a:moveTo>
                  <a:lnTo>
                    <a:pt x="0" y="58"/>
                  </a:lnTo>
                  <a:lnTo>
                    <a:pt x="562" y="58"/>
                  </a:lnTo>
                  <a:lnTo>
                    <a:pt x="562" y="16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" name="Freeform 62">
              <a:extLst>
                <a:ext uri="{FF2B5EF4-FFF2-40B4-BE49-F238E27FC236}">
                  <a16:creationId xmlns:a16="http://schemas.microsoft.com/office/drawing/2014/main" id="{6E3CCDCB-8017-6145-9139-4CD2DE6C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7775" y="5466673"/>
              <a:ext cx="892175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Freeform 63">
              <a:extLst>
                <a:ext uri="{FF2B5EF4-FFF2-40B4-BE49-F238E27FC236}">
                  <a16:creationId xmlns:a16="http://schemas.microsoft.com/office/drawing/2014/main" id="{4CAD5E46-231E-D24C-B38B-034B68E2C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2975" y="5469848"/>
              <a:ext cx="869950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0" name="Freeform 64">
              <a:extLst>
                <a:ext uri="{FF2B5EF4-FFF2-40B4-BE49-F238E27FC236}">
                  <a16:creationId xmlns:a16="http://schemas.microsoft.com/office/drawing/2014/main" id="{B6CE1C10-59DE-0245-A89C-98BE0ADAB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8175" y="5473023"/>
              <a:ext cx="869950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1" name="Text Box 65">
              <a:extLst>
                <a:ext uri="{FF2B5EF4-FFF2-40B4-BE49-F238E27FC236}">
                  <a16:creationId xmlns:a16="http://schemas.microsoft.com/office/drawing/2014/main" id="{D8583DB0-93E6-B34D-8D84-B23CC6B14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4188" y="5668286"/>
              <a:ext cx="5222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66">
              <a:extLst>
                <a:ext uri="{FF2B5EF4-FFF2-40B4-BE49-F238E27FC236}">
                  <a16:creationId xmlns:a16="http://schemas.microsoft.com/office/drawing/2014/main" id="{5A50F148-C8B4-0A47-A5A3-A5F1D09A1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7175" y="5677811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" name="Text Box 67">
              <a:extLst>
                <a:ext uri="{FF2B5EF4-FFF2-40B4-BE49-F238E27FC236}">
                  <a16:creationId xmlns:a16="http://schemas.microsoft.com/office/drawing/2014/main" id="{801EE6AC-16BB-1F4E-9CEA-3B85212BD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4563" y="5677811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" name="Text Box 68">
              <a:extLst>
                <a:ext uri="{FF2B5EF4-FFF2-40B4-BE49-F238E27FC236}">
                  <a16:creationId xmlns:a16="http://schemas.microsoft.com/office/drawing/2014/main" id="{2C7F9B6A-D7EB-C04D-A00B-14BBA0AFEF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5388" y="5677811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5" name="Group 73">
            <a:extLst>
              <a:ext uri="{FF2B5EF4-FFF2-40B4-BE49-F238E27FC236}">
                <a16:creationId xmlns:a16="http://schemas.microsoft.com/office/drawing/2014/main" id="{BEA334FB-481B-E049-A8E8-9D0AC1C04FEA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id="106" name="Picture 74" descr="desktop_computer_stylized_medium">
              <a:extLst>
                <a:ext uri="{FF2B5EF4-FFF2-40B4-BE49-F238E27FC236}">
                  <a16:creationId xmlns:a16="http://schemas.microsoft.com/office/drawing/2014/main" id="{0FB216A8-4F98-AA46-B532-32518B83E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75">
              <a:extLst>
                <a:ext uri="{FF2B5EF4-FFF2-40B4-BE49-F238E27FC236}">
                  <a16:creationId xmlns:a16="http://schemas.microsoft.com/office/drawing/2014/main" id="{871AC4D7-8642-7D44-9317-417B5F8F85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8" name="Group 80">
            <a:extLst>
              <a:ext uri="{FF2B5EF4-FFF2-40B4-BE49-F238E27FC236}">
                <a16:creationId xmlns:a16="http://schemas.microsoft.com/office/drawing/2014/main" id="{0EF95EC3-C2D4-9E4C-9521-F92B5B88AB29}"/>
              </a:ext>
            </a:extLst>
          </p:cNvPr>
          <p:cNvGrpSpPr>
            <a:grpSpLocks/>
          </p:cNvGrpSpPr>
          <p:nvPr/>
        </p:nvGrpSpPr>
        <p:grpSpPr bwMode="auto"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id="109" name="Picture 81" descr="desktop_computer_stylized_medium">
              <a:extLst>
                <a:ext uri="{FF2B5EF4-FFF2-40B4-BE49-F238E27FC236}">
                  <a16:creationId xmlns:a16="http://schemas.microsoft.com/office/drawing/2014/main" id="{BE8FC295-C7B7-C84A-9639-AAA684958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31D155CD-E402-954B-8FA1-5955CB0585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83">
            <a:extLst>
              <a:ext uri="{FF2B5EF4-FFF2-40B4-BE49-F238E27FC236}">
                <a16:creationId xmlns:a16="http://schemas.microsoft.com/office/drawing/2014/main" id="{BF765BCF-419D-4F4C-A66F-45A7F9698141}"/>
              </a:ext>
            </a:extLst>
          </p:cNvPr>
          <p:cNvGrpSpPr>
            <a:grpSpLocks/>
          </p:cNvGrpSpPr>
          <p:nvPr/>
        </p:nvGrpSpPr>
        <p:grpSpPr bwMode="auto"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id="112" name="Picture 84" descr="desktop_computer_stylized_medium">
              <a:extLst>
                <a:ext uri="{FF2B5EF4-FFF2-40B4-BE49-F238E27FC236}">
                  <a16:creationId xmlns:a16="http://schemas.microsoft.com/office/drawing/2014/main" id="{84119354-B347-3240-8A47-9B56540D7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id="{8CC47AE7-EF7A-D54F-96D6-26C222D4F8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87">
            <a:extLst>
              <a:ext uri="{FF2B5EF4-FFF2-40B4-BE49-F238E27FC236}">
                <a16:creationId xmlns:a16="http://schemas.microsoft.com/office/drawing/2014/main" id="{9C4422EF-C252-1145-92D8-74A11BEA28D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id="115" name="Picture 88" descr="desktop_computer_stylized_medium">
              <a:extLst>
                <a:ext uri="{FF2B5EF4-FFF2-40B4-BE49-F238E27FC236}">
                  <a16:creationId xmlns:a16="http://schemas.microsoft.com/office/drawing/2014/main" id="{3A21162C-4ABF-5B4D-B741-3AA5F44AD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Freeform 89">
              <a:extLst>
                <a:ext uri="{FF2B5EF4-FFF2-40B4-BE49-F238E27FC236}">
                  <a16:creationId xmlns:a16="http://schemas.microsoft.com/office/drawing/2014/main" id="{8790702D-4218-6844-AB6C-19506FCB03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7" name="Group 90">
            <a:extLst>
              <a:ext uri="{FF2B5EF4-FFF2-40B4-BE49-F238E27FC236}">
                <a16:creationId xmlns:a16="http://schemas.microsoft.com/office/drawing/2014/main" id="{5150C92F-F48E-A84A-9BF4-E37FE68035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id="118" name="Picture 91" descr="desktop_computer_stylized_medium">
              <a:extLst>
                <a:ext uri="{FF2B5EF4-FFF2-40B4-BE49-F238E27FC236}">
                  <a16:creationId xmlns:a16="http://schemas.microsoft.com/office/drawing/2014/main" id="{EFC7BB82-D0BA-FF48-BCED-67929C19E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92">
              <a:extLst>
                <a:ext uri="{FF2B5EF4-FFF2-40B4-BE49-F238E27FC236}">
                  <a16:creationId xmlns:a16="http://schemas.microsoft.com/office/drawing/2014/main" id="{812216D8-CF55-8E49-93DB-7771EC121C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93">
            <a:extLst>
              <a:ext uri="{FF2B5EF4-FFF2-40B4-BE49-F238E27FC236}">
                <a16:creationId xmlns:a16="http://schemas.microsoft.com/office/drawing/2014/main" id="{737C2567-35F0-FD42-AC57-E3D8F89E42E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id="121" name="Picture 94" descr="desktop_computer_stylized_medium">
              <a:extLst>
                <a:ext uri="{FF2B5EF4-FFF2-40B4-BE49-F238E27FC236}">
                  <a16:creationId xmlns:a16="http://schemas.microsoft.com/office/drawing/2014/main" id="{1C8D42B4-68A5-5A41-9961-FA7E0721D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95">
              <a:extLst>
                <a:ext uri="{FF2B5EF4-FFF2-40B4-BE49-F238E27FC236}">
                  <a16:creationId xmlns:a16="http://schemas.microsoft.com/office/drawing/2014/main" id="{F4363C98-80EE-9645-8C79-355EF0EF3B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3" name="Group 96">
            <a:extLst>
              <a:ext uri="{FF2B5EF4-FFF2-40B4-BE49-F238E27FC236}">
                <a16:creationId xmlns:a16="http://schemas.microsoft.com/office/drawing/2014/main" id="{32AAD107-7119-2240-A3B7-72F4CCB7B2B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id="124" name="Picture 97" descr="desktop_computer_stylized_medium">
              <a:extLst>
                <a:ext uri="{FF2B5EF4-FFF2-40B4-BE49-F238E27FC236}">
                  <a16:creationId xmlns:a16="http://schemas.microsoft.com/office/drawing/2014/main" id="{FCC6FBDB-2C4D-F445-9734-8B3341F22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98">
              <a:extLst>
                <a:ext uri="{FF2B5EF4-FFF2-40B4-BE49-F238E27FC236}">
                  <a16:creationId xmlns:a16="http://schemas.microsoft.com/office/drawing/2014/main" id="{1A19AAE9-A155-8743-989B-46EA585FAA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47B10D1-844A-3F47-AF5F-3612AD0EAC49}"/>
              </a:ext>
            </a:extLst>
          </p:cNvPr>
          <p:cNvCxnSpPr/>
          <p:nvPr/>
        </p:nvCxnSpPr>
        <p:spPr>
          <a:xfrm>
            <a:off x="7706916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E275ECC-2545-5C4F-BE9E-6DF07FE50305}"/>
              </a:ext>
            </a:extLst>
          </p:cNvPr>
          <p:cNvCxnSpPr/>
          <p:nvPr/>
        </p:nvCxnSpPr>
        <p:spPr>
          <a:xfrm>
            <a:off x="7734301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73C8E6C-F7C0-D64D-A175-D3A8315B2420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EF0F843-DE7F-364D-8927-8C9FD555A1A1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7621971-34E0-CC48-A19B-037E3093111E}"/>
              </a:ext>
            </a:extLst>
          </p:cNvPr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6FB98C3C-BD15-1E4E-8161-5771358A56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DCCEC270-4E3D-3340-AFF2-3620AE4874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6728EBC2-F374-244F-8DF6-ECD78FFF8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7FC2F874-C457-C14E-83DC-0F8852485F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029F755-13C4-CD49-A357-AE486E655D3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3A5A8F28-09DA-664C-9D32-7EA01040A2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2ECA3380-F117-EF47-A645-2BCD02B473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5575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55EAAA2-638C-004F-963C-8953FB51B748}"/>
              </a:ext>
            </a:extLst>
          </p:cNvPr>
          <p:cNvSpPr txBox="1"/>
          <p:nvPr/>
        </p:nvSpPr>
        <p:spPr>
          <a:xfrm>
            <a:off x="6841671" y="5290457"/>
            <a:ext cx="4653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dotted-decimal IP address notation:</a:t>
            </a:r>
          </a:p>
        </p:txBody>
      </p:sp>
      <p:sp>
        <p:nvSpPr>
          <p:cNvPr id="71" name="Slide Number Placeholder 3">
            <a:extLst>
              <a:ext uri="{FF2B5EF4-FFF2-40B4-BE49-F238E27FC236}">
                <a16:creationId xmlns:a16="http://schemas.microsoft.com/office/drawing/2014/main" id="{94F87F8F-A53C-824C-9A6F-AF7997886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28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673C0F-EEA6-3549-BFCE-D83173D8E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790" y="1409001"/>
            <a:ext cx="5557988" cy="4841896"/>
          </a:xfrm>
        </p:spPr>
        <p:txBody>
          <a:bodyPr>
            <a:normAutofit/>
          </a:bodyPr>
          <a:lstStyle/>
          <a:p>
            <a:pPr indent="-293688"/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IP address: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32-bit identifier associated with each host or router </a:t>
            </a:r>
            <a:r>
              <a:rPr lang="en-US" altLang="en-US" i="1" dirty="0">
                <a:solidFill>
                  <a:srgbClr val="0000A3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interface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</a:p>
          <a:p>
            <a:pPr indent="-293688"/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interface: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connection between host/router and physical link</a:t>
            </a:r>
          </a:p>
          <a:p>
            <a:pPr marL="522288" lvl="1" indent="-298450"/>
            <a:r>
              <a:rPr lang="en-US" altLang="en-US" sz="2800" dirty="0">
                <a:ea typeface="ＭＳ Ｐゴシック" panose="020B0600070205080204" pitchFamily="34" charset="-128"/>
              </a:rPr>
              <a:t>router’</a:t>
            </a:r>
            <a:r>
              <a:rPr lang="en-US" altLang="ja-JP" sz="2800" dirty="0">
                <a:ea typeface="ＭＳ Ｐゴシック" panose="020B0600070205080204" pitchFamily="34" charset="-128"/>
              </a:rPr>
              <a:t>s typically have multiple interfaces</a:t>
            </a:r>
          </a:p>
          <a:p>
            <a:pPr marL="522288" lvl="1" indent="-298450"/>
            <a:r>
              <a:rPr lang="en-US" altLang="en-US" sz="2800" dirty="0">
                <a:ea typeface="ＭＳ Ｐゴシック" panose="020B0600070205080204" pitchFamily="34" charset="-128"/>
              </a:rPr>
              <a:t>host typically has one or two interfaces </a:t>
            </a:r>
            <a:r>
              <a:rPr lang="en-US" altLang="en-US" dirty="0">
                <a:ea typeface="ＭＳ Ｐゴシック" panose="020B0600070205080204" pitchFamily="34" charset="-128"/>
              </a:rPr>
              <a:t>(e.g., wired Ethernet, wireless 802.11)</a:t>
            </a:r>
          </a:p>
          <a:p>
            <a:pPr marL="298450" indent="0">
              <a:buNone/>
            </a:pPr>
            <a:endParaRPr lang="en-US" altLang="en-US" sz="3200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IP addressing: introduction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:a16="http://schemas.microsoft.com/office/drawing/2014/main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:a16="http://schemas.microsoft.com/office/drawing/2014/main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:a16="http://schemas.microsoft.com/office/drawing/2014/main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:a16="http://schemas.microsoft.com/office/drawing/2014/main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:a16="http://schemas.microsoft.com/office/drawing/2014/main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:a16="http://schemas.microsoft.com/office/drawing/2014/main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:a16="http://schemas.microsoft.com/office/drawing/2014/main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:a16="http://schemas.microsoft.com/office/drawing/2014/main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:a16="http://schemas.microsoft.com/office/drawing/2014/main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:a16="http://schemas.microsoft.com/office/drawing/2014/main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D9023E0-376B-B146-94EA-438BC342A185}"/>
              </a:ext>
            </a:extLst>
          </p:cNvPr>
          <p:cNvGrpSpPr/>
          <p:nvPr/>
        </p:nvGrpSpPr>
        <p:grpSpPr>
          <a:xfrm>
            <a:off x="6858453" y="5763539"/>
            <a:ext cx="5043488" cy="947504"/>
            <a:chOff x="6727825" y="5192036"/>
            <a:chExt cx="5043488" cy="822325"/>
          </a:xfrm>
        </p:grpSpPr>
        <p:sp>
          <p:nvSpPr>
            <p:cNvPr id="96" name="Text Box 60">
              <a:extLst>
                <a:ext uri="{FF2B5EF4-FFF2-40B4-BE49-F238E27FC236}">
                  <a16:creationId xmlns:a16="http://schemas.microsoft.com/office/drawing/2014/main" id="{A066F6CC-B2A4-4A44-A6F3-7443C298B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7825" y="5192036"/>
              <a:ext cx="50434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223.1.1.1 = 11011111 00000001 00000001 00000001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Freeform 61">
              <a:extLst>
                <a:ext uri="{FF2B5EF4-FFF2-40B4-BE49-F238E27FC236}">
                  <a16:creationId xmlns:a16="http://schemas.microsoft.com/office/drawing/2014/main" id="{9A73E928-E5EB-C34D-88B7-58A021715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5750" y="5447623"/>
              <a:ext cx="892175" cy="92075"/>
            </a:xfrm>
            <a:custGeom>
              <a:avLst/>
              <a:gdLst>
                <a:gd name="T0" fmla="*/ 0 w 562"/>
                <a:gd name="T1" fmla="*/ 0 h 58"/>
                <a:gd name="T2" fmla="*/ 0 w 562"/>
                <a:gd name="T3" fmla="*/ 2147483647 h 58"/>
                <a:gd name="T4" fmla="*/ 2147483647 w 562"/>
                <a:gd name="T5" fmla="*/ 2147483647 h 58"/>
                <a:gd name="T6" fmla="*/ 2147483647 w 562"/>
                <a:gd name="T7" fmla="*/ 2147483647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8"/>
                <a:gd name="T14" fmla="*/ 562 w 562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8">
                  <a:moveTo>
                    <a:pt x="0" y="0"/>
                  </a:moveTo>
                  <a:lnTo>
                    <a:pt x="0" y="58"/>
                  </a:lnTo>
                  <a:lnTo>
                    <a:pt x="562" y="58"/>
                  </a:lnTo>
                  <a:lnTo>
                    <a:pt x="562" y="16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" name="Freeform 62">
              <a:extLst>
                <a:ext uri="{FF2B5EF4-FFF2-40B4-BE49-F238E27FC236}">
                  <a16:creationId xmlns:a16="http://schemas.microsoft.com/office/drawing/2014/main" id="{6E3CCDCB-8017-6145-9139-4CD2DE6C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7775" y="5466673"/>
              <a:ext cx="892175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Freeform 63">
              <a:extLst>
                <a:ext uri="{FF2B5EF4-FFF2-40B4-BE49-F238E27FC236}">
                  <a16:creationId xmlns:a16="http://schemas.microsoft.com/office/drawing/2014/main" id="{4CAD5E46-231E-D24C-B38B-034B68E2C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2975" y="5469848"/>
              <a:ext cx="869950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0" name="Freeform 64">
              <a:extLst>
                <a:ext uri="{FF2B5EF4-FFF2-40B4-BE49-F238E27FC236}">
                  <a16:creationId xmlns:a16="http://schemas.microsoft.com/office/drawing/2014/main" id="{B6CE1C10-59DE-0245-A89C-98BE0ADAB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8175" y="5473023"/>
              <a:ext cx="869950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1" name="Text Box 65">
              <a:extLst>
                <a:ext uri="{FF2B5EF4-FFF2-40B4-BE49-F238E27FC236}">
                  <a16:creationId xmlns:a16="http://schemas.microsoft.com/office/drawing/2014/main" id="{D8583DB0-93E6-B34D-8D84-B23CC6B14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4188" y="5668286"/>
              <a:ext cx="5222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66">
              <a:extLst>
                <a:ext uri="{FF2B5EF4-FFF2-40B4-BE49-F238E27FC236}">
                  <a16:creationId xmlns:a16="http://schemas.microsoft.com/office/drawing/2014/main" id="{5A50F148-C8B4-0A47-A5A3-A5F1D09A1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7175" y="5677811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" name="Text Box 67">
              <a:extLst>
                <a:ext uri="{FF2B5EF4-FFF2-40B4-BE49-F238E27FC236}">
                  <a16:creationId xmlns:a16="http://schemas.microsoft.com/office/drawing/2014/main" id="{801EE6AC-16BB-1F4E-9CEA-3B85212BD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4563" y="5677811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" name="Text Box 68">
              <a:extLst>
                <a:ext uri="{FF2B5EF4-FFF2-40B4-BE49-F238E27FC236}">
                  <a16:creationId xmlns:a16="http://schemas.microsoft.com/office/drawing/2014/main" id="{2C7F9B6A-D7EB-C04D-A00B-14BBA0AFEF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5388" y="5677811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5" name="Group 73">
            <a:extLst>
              <a:ext uri="{FF2B5EF4-FFF2-40B4-BE49-F238E27FC236}">
                <a16:creationId xmlns:a16="http://schemas.microsoft.com/office/drawing/2014/main" id="{BEA334FB-481B-E049-A8E8-9D0AC1C04FEA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id="106" name="Picture 74" descr="desktop_computer_stylized_medium">
              <a:extLst>
                <a:ext uri="{FF2B5EF4-FFF2-40B4-BE49-F238E27FC236}">
                  <a16:creationId xmlns:a16="http://schemas.microsoft.com/office/drawing/2014/main" id="{0FB216A8-4F98-AA46-B532-32518B83E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75">
              <a:extLst>
                <a:ext uri="{FF2B5EF4-FFF2-40B4-BE49-F238E27FC236}">
                  <a16:creationId xmlns:a16="http://schemas.microsoft.com/office/drawing/2014/main" id="{871AC4D7-8642-7D44-9317-417B5F8F85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8" name="Group 80">
            <a:extLst>
              <a:ext uri="{FF2B5EF4-FFF2-40B4-BE49-F238E27FC236}">
                <a16:creationId xmlns:a16="http://schemas.microsoft.com/office/drawing/2014/main" id="{0EF95EC3-C2D4-9E4C-9521-F92B5B88AB29}"/>
              </a:ext>
            </a:extLst>
          </p:cNvPr>
          <p:cNvGrpSpPr>
            <a:grpSpLocks/>
          </p:cNvGrpSpPr>
          <p:nvPr/>
        </p:nvGrpSpPr>
        <p:grpSpPr bwMode="auto"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id="109" name="Picture 81" descr="desktop_computer_stylized_medium">
              <a:extLst>
                <a:ext uri="{FF2B5EF4-FFF2-40B4-BE49-F238E27FC236}">
                  <a16:creationId xmlns:a16="http://schemas.microsoft.com/office/drawing/2014/main" id="{BE8FC295-C7B7-C84A-9639-AAA684958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31D155CD-E402-954B-8FA1-5955CB0585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83">
            <a:extLst>
              <a:ext uri="{FF2B5EF4-FFF2-40B4-BE49-F238E27FC236}">
                <a16:creationId xmlns:a16="http://schemas.microsoft.com/office/drawing/2014/main" id="{BF765BCF-419D-4F4C-A66F-45A7F9698141}"/>
              </a:ext>
            </a:extLst>
          </p:cNvPr>
          <p:cNvGrpSpPr>
            <a:grpSpLocks/>
          </p:cNvGrpSpPr>
          <p:nvPr/>
        </p:nvGrpSpPr>
        <p:grpSpPr bwMode="auto"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id="112" name="Picture 84" descr="desktop_computer_stylized_medium">
              <a:extLst>
                <a:ext uri="{FF2B5EF4-FFF2-40B4-BE49-F238E27FC236}">
                  <a16:creationId xmlns:a16="http://schemas.microsoft.com/office/drawing/2014/main" id="{84119354-B347-3240-8A47-9B56540D7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id="{8CC47AE7-EF7A-D54F-96D6-26C222D4F8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87">
            <a:extLst>
              <a:ext uri="{FF2B5EF4-FFF2-40B4-BE49-F238E27FC236}">
                <a16:creationId xmlns:a16="http://schemas.microsoft.com/office/drawing/2014/main" id="{9C4422EF-C252-1145-92D8-74A11BEA28D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id="115" name="Picture 88" descr="desktop_computer_stylized_medium">
              <a:extLst>
                <a:ext uri="{FF2B5EF4-FFF2-40B4-BE49-F238E27FC236}">
                  <a16:creationId xmlns:a16="http://schemas.microsoft.com/office/drawing/2014/main" id="{3A21162C-4ABF-5B4D-B741-3AA5F44AD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Freeform 89">
              <a:extLst>
                <a:ext uri="{FF2B5EF4-FFF2-40B4-BE49-F238E27FC236}">
                  <a16:creationId xmlns:a16="http://schemas.microsoft.com/office/drawing/2014/main" id="{8790702D-4218-6844-AB6C-19506FCB03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7" name="Group 90">
            <a:extLst>
              <a:ext uri="{FF2B5EF4-FFF2-40B4-BE49-F238E27FC236}">
                <a16:creationId xmlns:a16="http://schemas.microsoft.com/office/drawing/2014/main" id="{5150C92F-F48E-A84A-9BF4-E37FE68035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id="118" name="Picture 91" descr="desktop_computer_stylized_medium">
              <a:extLst>
                <a:ext uri="{FF2B5EF4-FFF2-40B4-BE49-F238E27FC236}">
                  <a16:creationId xmlns:a16="http://schemas.microsoft.com/office/drawing/2014/main" id="{EFC7BB82-D0BA-FF48-BCED-67929C19E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92">
              <a:extLst>
                <a:ext uri="{FF2B5EF4-FFF2-40B4-BE49-F238E27FC236}">
                  <a16:creationId xmlns:a16="http://schemas.microsoft.com/office/drawing/2014/main" id="{812216D8-CF55-8E49-93DB-7771EC121C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93">
            <a:extLst>
              <a:ext uri="{FF2B5EF4-FFF2-40B4-BE49-F238E27FC236}">
                <a16:creationId xmlns:a16="http://schemas.microsoft.com/office/drawing/2014/main" id="{737C2567-35F0-FD42-AC57-E3D8F89E42E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id="121" name="Picture 94" descr="desktop_computer_stylized_medium">
              <a:extLst>
                <a:ext uri="{FF2B5EF4-FFF2-40B4-BE49-F238E27FC236}">
                  <a16:creationId xmlns:a16="http://schemas.microsoft.com/office/drawing/2014/main" id="{1C8D42B4-68A5-5A41-9961-FA7E0721D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95">
              <a:extLst>
                <a:ext uri="{FF2B5EF4-FFF2-40B4-BE49-F238E27FC236}">
                  <a16:creationId xmlns:a16="http://schemas.microsoft.com/office/drawing/2014/main" id="{F4363C98-80EE-9645-8C79-355EF0EF3B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3" name="Group 96">
            <a:extLst>
              <a:ext uri="{FF2B5EF4-FFF2-40B4-BE49-F238E27FC236}">
                <a16:creationId xmlns:a16="http://schemas.microsoft.com/office/drawing/2014/main" id="{32AAD107-7119-2240-A3B7-72F4CCB7B2B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id="124" name="Picture 97" descr="desktop_computer_stylized_medium">
              <a:extLst>
                <a:ext uri="{FF2B5EF4-FFF2-40B4-BE49-F238E27FC236}">
                  <a16:creationId xmlns:a16="http://schemas.microsoft.com/office/drawing/2014/main" id="{FCC6FBDB-2C4D-F445-9734-8B3341F22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98">
              <a:extLst>
                <a:ext uri="{FF2B5EF4-FFF2-40B4-BE49-F238E27FC236}">
                  <a16:creationId xmlns:a16="http://schemas.microsoft.com/office/drawing/2014/main" id="{1A19AAE9-A155-8743-989B-46EA585FAA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47B10D1-844A-3F47-AF5F-3612AD0EAC49}"/>
              </a:ext>
            </a:extLst>
          </p:cNvPr>
          <p:cNvCxnSpPr/>
          <p:nvPr/>
        </p:nvCxnSpPr>
        <p:spPr>
          <a:xfrm>
            <a:off x="7706916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E275ECC-2545-5C4F-BE9E-6DF07FE50305}"/>
              </a:ext>
            </a:extLst>
          </p:cNvPr>
          <p:cNvCxnSpPr/>
          <p:nvPr/>
        </p:nvCxnSpPr>
        <p:spPr>
          <a:xfrm>
            <a:off x="7734301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73C8E6C-F7C0-D64D-A175-D3A8315B2420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EF0F843-DE7F-364D-8927-8C9FD555A1A1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7621971-34E0-CC48-A19B-037E3093111E}"/>
              </a:ext>
            </a:extLst>
          </p:cNvPr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6FB98C3C-BD15-1E4E-8161-5771358A56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DCCEC270-4E3D-3340-AFF2-3620AE4874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6728EBC2-F374-244F-8DF6-ECD78FFF8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7FC2F874-C457-C14E-83DC-0F8852485F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029F755-13C4-CD49-A357-AE486E655D3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3A5A8F28-09DA-664C-9D32-7EA01040A2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2ECA3380-F117-EF47-A645-2BCD02B473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5575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55EAAA2-638C-004F-963C-8953FB51B748}"/>
              </a:ext>
            </a:extLst>
          </p:cNvPr>
          <p:cNvSpPr txBox="1"/>
          <p:nvPr/>
        </p:nvSpPr>
        <p:spPr>
          <a:xfrm>
            <a:off x="6841671" y="5290457"/>
            <a:ext cx="4653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dotted-decimal IP address notation: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0D91C5-7E6B-064E-B644-B3D97F483120}"/>
              </a:ext>
            </a:extLst>
          </p:cNvPr>
          <p:cNvSpPr/>
          <p:nvPr/>
        </p:nvSpPr>
        <p:spPr>
          <a:xfrm>
            <a:off x="587829" y="1257300"/>
            <a:ext cx="5878285" cy="519248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D0024F-77D0-A74A-A5B5-FFFF50D1DDEC}"/>
              </a:ext>
            </a:extLst>
          </p:cNvPr>
          <p:cNvSpPr/>
          <p:nvPr/>
        </p:nvSpPr>
        <p:spPr>
          <a:xfrm>
            <a:off x="6014358" y="5165271"/>
            <a:ext cx="5878285" cy="169272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Slide Number Placeholder 3">
            <a:extLst>
              <a:ext uri="{FF2B5EF4-FFF2-40B4-BE49-F238E27FC236}">
                <a16:creationId xmlns:a16="http://schemas.microsoft.com/office/drawing/2014/main" id="{CA2E5CF7-ABDF-1E4F-BC06-A54C4E2C8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85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IP addressing: introduction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:a16="http://schemas.microsoft.com/office/drawing/2014/main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:a16="http://schemas.microsoft.com/office/drawing/2014/main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:a16="http://schemas.microsoft.com/office/drawing/2014/main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:a16="http://schemas.microsoft.com/office/drawing/2014/main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:a16="http://schemas.microsoft.com/office/drawing/2014/main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:a16="http://schemas.microsoft.com/office/drawing/2014/main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:a16="http://schemas.microsoft.com/office/drawing/2014/main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:a16="http://schemas.microsoft.com/office/drawing/2014/main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:a16="http://schemas.microsoft.com/office/drawing/2014/main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:a16="http://schemas.microsoft.com/office/drawing/2014/main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5" name="Group 73">
            <a:extLst>
              <a:ext uri="{FF2B5EF4-FFF2-40B4-BE49-F238E27FC236}">
                <a16:creationId xmlns:a16="http://schemas.microsoft.com/office/drawing/2014/main" id="{BEA334FB-481B-E049-A8E8-9D0AC1C04FEA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id="106" name="Picture 74" descr="desktop_computer_stylized_medium">
              <a:extLst>
                <a:ext uri="{FF2B5EF4-FFF2-40B4-BE49-F238E27FC236}">
                  <a16:creationId xmlns:a16="http://schemas.microsoft.com/office/drawing/2014/main" id="{0FB216A8-4F98-AA46-B532-32518B83E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75">
              <a:extLst>
                <a:ext uri="{FF2B5EF4-FFF2-40B4-BE49-F238E27FC236}">
                  <a16:creationId xmlns:a16="http://schemas.microsoft.com/office/drawing/2014/main" id="{871AC4D7-8642-7D44-9317-417B5F8F85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8" name="Group 80">
            <a:extLst>
              <a:ext uri="{FF2B5EF4-FFF2-40B4-BE49-F238E27FC236}">
                <a16:creationId xmlns:a16="http://schemas.microsoft.com/office/drawing/2014/main" id="{0EF95EC3-C2D4-9E4C-9521-F92B5B88AB29}"/>
              </a:ext>
            </a:extLst>
          </p:cNvPr>
          <p:cNvGrpSpPr>
            <a:grpSpLocks/>
          </p:cNvGrpSpPr>
          <p:nvPr/>
        </p:nvGrpSpPr>
        <p:grpSpPr bwMode="auto"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id="109" name="Picture 81" descr="desktop_computer_stylized_medium">
              <a:extLst>
                <a:ext uri="{FF2B5EF4-FFF2-40B4-BE49-F238E27FC236}">
                  <a16:creationId xmlns:a16="http://schemas.microsoft.com/office/drawing/2014/main" id="{BE8FC295-C7B7-C84A-9639-AAA684958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31D155CD-E402-954B-8FA1-5955CB0585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83">
            <a:extLst>
              <a:ext uri="{FF2B5EF4-FFF2-40B4-BE49-F238E27FC236}">
                <a16:creationId xmlns:a16="http://schemas.microsoft.com/office/drawing/2014/main" id="{BF765BCF-419D-4F4C-A66F-45A7F9698141}"/>
              </a:ext>
            </a:extLst>
          </p:cNvPr>
          <p:cNvGrpSpPr>
            <a:grpSpLocks/>
          </p:cNvGrpSpPr>
          <p:nvPr/>
        </p:nvGrpSpPr>
        <p:grpSpPr bwMode="auto"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id="112" name="Picture 84" descr="desktop_computer_stylized_medium">
              <a:extLst>
                <a:ext uri="{FF2B5EF4-FFF2-40B4-BE49-F238E27FC236}">
                  <a16:creationId xmlns:a16="http://schemas.microsoft.com/office/drawing/2014/main" id="{84119354-B347-3240-8A47-9B56540D7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id="{8CC47AE7-EF7A-D54F-96D6-26C222D4F8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87">
            <a:extLst>
              <a:ext uri="{FF2B5EF4-FFF2-40B4-BE49-F238E27FC236}">
                <a16:creationId xmlns:a16="http://schemas.microsoft.com/office/drawing/2014/main" id="{9C4422EF-C252-1145-92D8-74A11BEA28D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id="115" name="Picture 88" descr="desktop_computer_stylized_medium">
              <a:extLst>
                <a:ext uri="{FF2B5EF4-FFF2-40B4-BE49-F238E27FC236}">
                  <a16:creationId xmlns:a16="http://schemas.microsoft.com/office/drawing/2014/main" id="{3A21162C-4ABF-5B4D-B741-3AA5F44AD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Freeform 89">
              <a:extLst>
                <a:ext uri="{FF2B5EF4-FFF2-40B4-BE49-F238E27FC236}">
                  <a16:creationId xmlns:a16="http://schemas.microsoft.com/office/drawing/2014/main" id="{8790702D-4218-6844-AB6C-19506FCB03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7" name="Group 90">
            <a:extLst>
              <a:ext uri="{FF2B5EF4-FFF2-40B4-BE49-F238E27FC236}">
                <a16:creationId xmlns:a16="http://schemas.microsoft.com/office/drawing/2014/main" id="{5150C92F-F48E-A84A-9BF4-E37FE68035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id="118" name="Picture 91" descr="desktop_computer_stylized_medium">
              <a:extLst>
                <a:ext uri="{FF2B5EF4-FFF2-40B4-BE49-F238E27FC236}">
                  <a16:creationId xmlns:a16="http://schemas.microsoft.com/office/drawing/2014/main" id="{EFC7BB82-D0BA-FF48-BCED-67929C19E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92">
              <a:extLst>
                <a:ext uri="{FF2B5EF4-FFF2-40B4-BE49-F238E27FC236}">
                  <a16:creationId xmlns:a16="http://schemas.microsoft.com/office/drawing/2014/main" id="{812216D8-CF55-8E49-93DB-7771EC121C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93">
            <a:extLst>
              <a:ext uri="{FF2B5EF4-FFF2-40B4-BE49-F238E27FC236}">
                <a16:creationId xmlns:a16="http://schemas.microsoft.com/office/drawing/2014/main" id="{737C2567-35F0-FD42-AC57-E3D8F89E42E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id="121" name="Picture 94" descr="desktop_computer_stylized_medium">
              <a:extLst>
                <a:ext uri="{FF2B5EF4-FFF2-40B4-BE49-F238E27FC236}">
                  <a16:creationId xmlns:a16="http://schemas.microsoft.com/office/drawing/2014/main" id="{1C8D42B4-68A5-5A41-9961-FA7E0721D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95">
              <a:extLst>
                <a:ext uri="{FF2B5EF4-FFF2-40B4-BE49-F238E27FC236}">
                  <a16:creationId xmlns:a16="http://schemas.microsoft.com/office/drawing/2014/main" id="{F4363C98-80EE-9645-8C79-355EF0EF3B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3" name="Group 96">
            <a:extLst>
              <a:ext uri="{FF2B5EF4-FFF2-40B4-BE49-F238E27FC236}">
                <a16:creationId xmlns:a16="http://schemas.microsoft.com/office/drawing/2014/main" id="{32AAD107-7119-2240-A3B7-72F4CCB7B2B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id="124" name="Picture 97" descr="desktop_computer_stylized_medium">
              <a:extLst>
                <a:ext uri="{FF2B5EF4-FFF2-40B4-BE49-F238E27FC236}">
                  <a16:creationId xmlns:a16="http://schemas.microsoft.com/office/drawing/2014/main" id="{FCC6FBDB-2C4D-F445-9734-8B3341F22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98">
              <a:extLst>
                <a:ext uri="{FF2B5EF4-FFF2-40B4-BE49-F238E27FC236}">
                  <a16:creationId xmlns:a16="http://schemas.microsoft.com/office/drawing/2014/main" id="{1A19AAE9-A155-8743-989B-46EA585FAA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47B10D1-844A-3F47-AF5F-3612AD0EAC49}"/>
              </a:ext>
            </a:extLst>
          </p:cNvPr>
          <p:cNvCxnSpPr/>
          <p:nvPr/>
        </p:nvCxnSpPr>
        <p:spPr>
          <a:xfrm>
            <a:off x="7698824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E275ECC-2545-5C4F-BE9E-6DF07FE50305}"/>
              </a:ext>
            </a:extLst>
          </p:cNvPr>
          <p:cNvCxnSpPr/>
          <p:nvPr/>
        </p:nvCxnSpPr>
        <p:spPr>
          <a:xfrm>
            <a:off x="7705979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1529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879206" y="1475622"/>
            <a:ext cx="3496144" cy="168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4032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Q: how are interfaces actually connected?</a:t>
            </a:r>
          </a:p>
        </p:txBody>
      </p:sp>
      <p:grpSp>
        <p:nvGrpSpPr>
          <p:cNvPr id="83" name="Group 14">
            <a:extLst>
              <a:ext uri="{FF2B5EF4-FFF2-40B4-BE49-F238E27FC236}">
                <a16:creationId xmlns:a16="http://schemas.microsoft.com/office/drawing/2014/main" id="{181797ED-C1D3-9C46-AF50-05AA834190C9}"/>
              </a:ext>
            </a:extLst>
          </p:cNvPr>
          <p:cNvGrpSpPr>
            <a:grpSpLocks/>
          </p:cNvGrpSpPr>
          <p:nvPr/>
        </p:nvGrpSpPr>
        <p:grpSpPr bwMode="auto">
          <a:xfrm>
            <a:off x="4691921" y="2355418"/>
            <a:ext cx="3185855" cy="1323439"/>
            <a:chOff x="4692210" y="2354697"/>
            <a:chExt cx="3185636" cy="1323881"/>
          </a:xfrm>
        </p:grpSpPr>
        <p:sp>
          <p:nvSpPr>
            <p:cNvPr id="84" name="TextBox 10">
              <a:extLst>
                <a:ext uri="{FF2B5EF4-FFF2-40B4-BE49-F238E27FC236}">
                  <a16:creationId xmlns:a16="http://schemas.microsoft.com/office/drawing/2014/main" id="{C857A02E-9CF0-0148-BC47-41B31887B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2210" y="2354697"/>
              <a:ext cx="2548153" cy="1323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A: 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wired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Ethernet interfaces connected by Ethernet switches</a:t>
              </a:r>
            </a:p>
          </p:txBody>
        </p:sp>
        <p:cxnSp>
          <p:nvCxnSpPr>
            <p:cNvPr id="85" name="Straight Connector 12">
              <a:extLst>
                <a:ext uri="{FF2B5EF4-FFF2-40B4-BE49-F238E27FC236}">
                  <a16:creationId xmlns:a16="http://schemas.microsoft.com/office/drawing/2014/main" id="{51DB36B2-E6A1-484F-B772-F98C78EA95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801407" y="2510599"/>
              <a:ext cx="2076439" cy="0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9" name="Group 15">
            <a:extLst>
              <a:ext uri="{FF2B5EF4-FFF2-40B4-BE49-F238E27FC236}">
                <a16:creationId xmlns:a16="http://schemas.microsoft.com/office/drawing/2014/main" id="{4247575D-10FD-6943-A644-EC2D2B6B26A5}"/>
              </a:ext>
            </a:extLst>
          </p:cNvPr>
          <p:cNvGrpSpPr>
            <a:grpSpLocks/>
          </p:cNvGrpSpPr>
          <p:nvPr/>
        </p:nvGrpSpPr>
        <p:grpSpPr bwMode="auto">
          <a:xfrm>
            <a:off x="7689955" y="3656040"/>
            <a:ext cx="4167265" cy="2436076"/>
            <a:chOff x="5036498" y="3790332"/>
            <a:chExt cx="4168379" cy="2435958"/>
          </a:xfrm>
        </p:grpSpPr>
        <p:pic>
          <p:nvPicPr>
            <p:cNvPr id="90" name="Picture 777" descr="access_point_stylized_small">
              <a:extLst>
                <a:ext uri="{FF2B5EF4-FFF2-40B4-BE49-F238E27FC236}">
                  <a16:creationId xmlns:a16="http://schemas.microsoft.com/office/drawing/2014/main" id="{7FB858BD-D76C-3C42-9F58-7CAE9F9A28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2411" y="3790332"/>
              <a:ext cx="587569" cy="486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6" name="TextBox 89">
              <a:extLst>
                <a:ext uri="{FF2B5EF4-FFF2-40B4-BE49-F238E27FC236}">
                  <a16:creationId xmlns:a16="http://schemas.microsoft.com/office/drawing/2014/main" id="{CBC18245-6191-C44B-A2ED-478F0C6B5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6498" y="5518438"/>
              <a:ext cx="4168379" cy="707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A: 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wireless WiFi interfaces connected by WiFi base station</a:t>
              </a:r>
            </a:p>
          </p:txBody>
        </p:sp>
        <p:cxnSp>
          <p:nvCxnSpPr>
            <p:cNvPr id="127" name="Straight Connector 90">
              <a:extLst>
                <a:ext uri="{FF2B5EF4-FFF2-40B4-BE49-F238E27FC236}">
                  <a16:creationId xmlns:a16="http://schemas.microsoft.com/office/drawing/2014/main" id="{56427654-2312-7947-B2CE-AE26D8B036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850795" y="4241577"/>
              <a:ext cx="0" cy="128909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09A41BCF-31EA-6747-9E6D-B126CC753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9751" y="4355476"/>
            <a:ext cx="432153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 now: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don</a:t>
            </a:r>
            <a:r>
              <a:rPr kumimoji="0" lang="fr-F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 need to worry about how one interface is connected to another (with no intervening router)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BF6DCAC-843D-3745-A7E3-15A8AB8BE438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CFED2BF4-CE70-1348-8E9F-782B4E45CDA9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7621971-34E0-CC48-A19B-037E3093111E}"/>
              </a:ext>
            </a:extLst>
          </p:cNvPr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6FB98C3C-BD15-1E4E-8161-5771358A56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DCCEC270-4E3D-3340-AFF2-3620AE4874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6728EBC2-F374-244F-8DF6-ECD78FFF8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7FC2F874-C457-C14E-83DC-0F8852485F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029F755-13C4-CD49-A357-AE486E655D3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3A5A8F28-09DA-664C-9D32-7EA01040A2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2ECA3380-F117-EF47-A645-2BCD02B473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9B5261-3EAB-2D49-8E78-BC9943D92A14}"/>
              </a:ext>
            </a:extLst>
          </p:cNvPr>
          <p:cNvGrpSpPr/>
          <p:nvPr/>
        </p:nvGrpSpPr>
        <p:grpSpPr>
          <a:xfrm>
            <a:off x="7865822" y="1784294"/>
            <a:ext cx="3069150" cy="1444428"/>
            <a:chOff x="7865822" y="1784294"/>
            <a:chExt cx="3069150" cy="144442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0DFEFA8-1282-FF40-BD4C-03D667AB1031}"/>
                </a:ext>
              </a:extLst>
            </p:cNvPr>
            <p:cNvCxnSpPr/>
            <p:nvPr/>
          </p:nvCxnSpPr>
          <p:spPr>
            <a:xfrm>
              <a:off x="8043483" y="1784294"/>
              <a:ext cx="0" cy="12178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200917B6-4D2A-1447-AC8E-DD9FD8DF7959}"/>
                </a:ext>
              </a:extLst>
            </p:cNvPr>
            <p:cNvGrpSpPr/>
            <p:nvPr/>
          </p:nvGrpSpPr>
          <p:grpSpPr>
            <a:xfrm>
              <a:off x="7865822" y="2488367"/>
              <a:ext cx="618612" cy="329734"/>
              <a:chOff x="3668110" y="2448910"/>
              <a:chExt cx="3794234" cy="2165130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B462ED61-9088-7C48-A139-A37BDD623520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2B4C0890-1563-5B4E-ACB5-504ACEF8EE0B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7163142D-79D9-CA47-86D6-423C0461A95C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37" name="Freeform 136">
                  <a:extLst>
                    <a:ext uri="{FF2B5EF4-FFF2-40B4-BE49-F238E27FC236}">
                      <a16:creationId xmlns:a16="http://schemas.microsoft.com/office/drawing/2014/main" id="{60D38385-0131-EF44-8639-0E7A18B271C1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Freeform 137">
                  <a:extLst>
                    <a:ext uri="{FF2B5EF4-FFF2-40B4-BE49-F238E27FC236}">
                      <a16:creationId xmlns:a16="http://schemas.microsoft.com/office/drawing/2014/main" id="{62C5F6DA-5794-D249-83AE-49E4169347F2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143">
                  <a:extLst>
                    <a:ext uri="{FF2B5EF4-FFF2-40B4-BE49-F238E27FC236}">
                      <a16:creationId xmlns:a16="http://schemas.microsoft.com/office/drawing/2014/main" id="{B2A3A623-A889-E445-8784-88B3A17C9560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Freeform 153">
                  <a:extLst>
                    <a:ext uri="{FF2B5EF4-FFF2-40B4-BE49-F238E27FC236}">
                      <a16:creationId xmlns:a16="http://schemas.microsoft.com/office/drawing/2014/main" id="{BABC54DF-BC7A-F74E-A41E-161A8BDBB36C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856FEB0-8BD1-0347-822A-8A65DF932CFB}"/>
                </a:ext>
              </a:extLst>
            </p:cNvPr>
            <p:cNvCxnSpPr>
              <a:cxnSpLocks/>
            </p:cNvCxnSpPr>
            <p:nvPr/>
          </p:nvCxnSpPr>
          <p:spPr>
            <a:xfrm>
              <a:off x="10631585" y="1932648"/>
              <a:ext cx="0" cy="12960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70EBB62F-C388-9D4B-879D-64A6164175C6}"/>
                </a:ext>
              </a:extLst>
            </p:cNvPr>
            <p:cNvGrpSpPr/>
            <p:nvPr/>
          </p:nvGrpSpPr>
          <p:grpSpPr>
            <a:xfrm>
              <a:off x="10316360" y="2442512"/>
              <a:ext cx="618612" cy="329734"/>
              <a:chOff x="3668110" y="2448910"/>
              <a:chExt cx="3794234" cy="2165130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63DB56F9-0FDE-6541-B8CC-3E2797805A5B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7BB629E8-44BE-7747-A8F6-8CD73A9AB7F3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29181AAA-C35B-0544-9F11-9BBCE39A6033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44355D4E-8E7E-194A-9B67-E192E2C8EFCC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9D3A264F-5E88-2248-B832-3FE41DE461C2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Freeform 172">
                  <a:extLst>
                    <a:ext uri="{FF2B5EF4-FFF2-40B4-BE49-F238E27FC236}">
                      <a16:creationId xmlns:a16="http://schemas.microsoft.com/office/drawing/2014/main" id="{21A4184B-F6E1-574A-AAE3-3B57512BD891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" name="Freeform 173">
                  <a:extLst>
                    <a:ext uri="{FF2B5EF4-FFF2-40B4-BE49-F238E27FC236}">
                      <a16:creationId xmlns:a16="http://schemas.microsoft.com/office/drawing/2014/main" id="{46A6325B-D7F7-6E4C-8D67-739D7B46C646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96" name="Rectangle 3">
            <a:extLst>
              <a:ext uri="{FF2B5EF4-FFF2-40B4-BE49-F238E27FC236}">
                <a16:creationId xmlns:a16="http://schemas.microsoft.com/office/drawing/2014/main" id="{A87F322D-3466-204B-B679-F084906FBD9F}"/>
              </a:ext>
            </a:extLst>
          </p:cNvPr>
          <p:cNvSpPr txBox="1">
            <a:spLocks noChangeArrowheads="1"/>
          </p:cNvSpPr>
          <p:nvPr/>
        </p:nvSpPr>
        <p:spPr>
          <a:xfrm>
            <a:off x="884650" y="2297495"/>
            <a:ext cx="3496144" cy="1066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3889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we’ll learn about that in chapters 6, 7</a:t>
            </a:r>
          </a:p>
        </p:txBody>
      </p:sp>
      <p:sp>
        <p:nvSpPr>
          <p:cNvPr id="97" name="Slide Number Placeholder 3">
            <a:extLst>
              <a:ext uri="{FF2B5EF4-FFF2-40B4-BE49-F238E27FC236}">
                <a16:creationId xmlns:a16="http://schemas.microsoft.com/office/drawing/2014/main" id="{10F2AE14-AC2A-7F49-A403-9BBB21AFA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676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  <p:bldP spid="9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Subnets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:a16="http://schemas.microsoft.com/office/drawing/2014/main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:a16="http://schemas.microsoft.com/office/drawing/2014/main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:a16="http://schemas.microsoft.com/office/drawing/2014/main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:a16="http://schemas.microsoft.com/office/drawing/2014/main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:a16="http://schemas.microsoft.com/office/drawing/2014/main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:a16="http://schemas.microsoft.com/office/drawing/2014/main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:a16="http://schemas.microsoft.com/office/drawing/2014/main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:a16="http://schemas.microsoft.com/office/drawing/2014/main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:a16="http://schemas.microsoft.com/office/drawing/2014/main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:a16="http://schemas.microsoft.com/office/drawing/2014/main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5" name="Group 73">
            <a:extLst>
              <a:ext uri="{FF2B5EF4-FFF2-40B4-BE49-F238E27FC236}">
                <a16:creationId xmlns:a16="http://schemas.microsoft.com/office/drawing/2014/main" id="{BEA334FB-481B-E049-A8E8-9D0AC1C04FEA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id="106" name="Picture 74" descr="desktop_computer_stylized_medium">
              <a:extLst>
                <a:ext uri="{FF2B5EF4-FFF2-40B4-BE49-F238E27FC236}">
                  <a16:creationId xmlns:a16="http://schemas.microsoft.com/office/drawing/2014/main" id="{0FB216A8-4F98-AA46-B532-32518B83E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75">
              <a:extLst>
                <a:ext uri="{FF2B5EF4-FFF2-40B4-BE49-F238E27FC236}">
                  <a16:creationId xmlns:a16="http://schemas.microsoft.com/office/drawing/2014/main" id="{871AC4D7-8642-7D44-9317-417B5F8F85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8" name="Group 80">
            <a:extLst>
              <a:ext uri="{FF2B5EF4-FFF2-40B4-BE49-F238E27FC236}">
                <a16:creationId xmlns:a16="http://schemas.microsoft.com/office/drawing/2014/main" id="{0EF95EC3-C2D4-9E4C-9521-F92B5B88AB29}"/>
              </a:ext>
            </a:extLst>
          </p:cNvPr>
          <p:cNvGrpSpPr>
            <a:grpSpLocks/>
          </p:cNvGrpSpPr>
          <p:nvPr/>
        </p:nvGrpSpPr>
        <p:grpSpPr bwMode="auto"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id="109" name="Picture 81" descr="desktop_computer_stylized_medium">
              <a:extLst>
                <a:ext uri="{FF2B5EF4-FFF2-40B4-BE49-F238E27FC236}">
                  <a16:creationId xmlns:a16="http://schemas.microsoft.com/office/drawing/2014/main" id="{BE8FC295-C7B7-C84A-9639-AAA684958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31D155CD-E402-954B-8FA1-5955CB0585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83">
            <a:extLst>
              <a:ext uri="{FF2B5EF4-FFF2-40B4-BE49-F238E27FC236}">
                <a16:creationId xmlns:a16="http://schemas.microsoft.com/office/drawing/2014/main" id="{BF765BCF-419D-4F4C-A66F-45A7F9698141}"/>
              </a:ext>
            </a:extLst>
          </p:cNvPr>
          <p:cNvGrpSpPr>
            <a:grpSpLocks/>
          </p:cNvGrpSpPr>
          <p:nvPr/>
        </p:nvGrpSpPr>
        <p:grpSpPr bwMode="auto"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id="112" name="Picture 84" descr="desktop_computer_stylized_medium">
              <a:extLst>
                <a:ext uri="{FF2B5EF4-FFF2-40B4-BE49-F238E27FC236}">
                  <a16:creationId xmlns:a16="http://schemas.microsoft.com/office/drawing/2014/main" id="{84119354-B347-3240-8A47-9B56540D7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id="{8CC47AE7-EF7A-D54F-96D6-26C222D4F8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87">
            <a:extLst>
              <a:ext uri="{FF2B5EF4-FFF2-40B4-BE49-F238E27FC236}">
                <a16:creationId xmlns:a16="http://schemas.microsoft.com/office/drawing/2014/main" id="{9C4422EF-C252-1145-92D8-74A11BEA28D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id="115" name="Picture 88" descr="desktop_computer_stylized_medium">
              <a:extLst>
                <a:ext uri="{FF2B5EF4-FFF2-40B4-BE49-F238E27FC236}">
                  <a16:creationId xmlns:a16="http://schemas.microsoft.com/office/drawing/2014/main" id="{3A21162C-4ABF-5B4D-B741-3AA5F44AD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Freeform 89">
              <a:extLst>
                <a:ext uri="{FF2B5EF4-FFF2-40B4-BE49-F238E27FC236}">
                  <a16:creationId xmlns:a16="http://schemas.microsoft.com/office/drawing/2014/main" id="{8790702D-4218-6844-AB6C-19506FCB03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7" name="Group 90">
            <a:extLst>
              <a:ext uri="{FF2B5EF4-FFF2-40B4-BE49-F238E27FC236}">
                <a16:creationId xmlns:a16="http://schemas.microsoft.com/office/drawing/2014/main" id="{5150C92F-F48E-A84A-9BF4-E37FE68035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id="118" name="Picture 91" descr="desktop_computer_stylized_medium">
              <a:extLst>
                <a:ext uri="{FF2B5EF4-FFF2-40B4-BE49-F238E27FC236}">
                  <a16:creationId xmlns:a16="http://schemas.microsoft.com/office/drawing/2014/main" id="{EFC7BB82-D0BA-FF48-BCED-67929C19E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92">
              <a:extLst>
                <a:ext uri="{FF2B5EF4-FFF2-40B4-BE49-F238E27FC236}">
                  <a16:creationId xmlns:a16="http://schemas.microsoft.com/office/drawing/2014/main" id="{812216D8-CF55-8E49-93DB-7771EC121C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93">
            <a:extLst>
              <a:ext uri="{FF2B5EF4-FFF2-40B4-BE49-F238E27FC236}">
                <a16:creationId xmlns:a16="http://schemas.microsoft.com/office/drawing/2014/main" id="{737C2567-35F0-FD42-AC57-E3D8F89E42E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id="121" name="Picture 94" descr="desktop_computer_stylized_medium">
              <a:extLst>
                <a:ext uri="{FF2B5EF4-FFF2-40B4-BE49-F238E27FC236}">
                  <a16:creationId xmlns:a16="http://schemas.microsoft.com/office/drawing/2014/main" id="{1C8D42B4-68A5-5A41-9961-FA7E0721D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95">
              <a:extLst>
                <a:ext uri="{FF2B5EF4-FFF2-40B4-BE49-F238E27FC236}">
                  <a16:creationId xmlns:a16="http://schemas.microsoft.com/office/drawing/2014/main" id="{F4363C98-80EE-9645-8C79-355EF0EF3B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3" name="Group 96">
            <a:extLst>
              <a:ext uri="{FF2B5EF4-FFF2-40B4-BE49-F238E27FC236}">
                <a16:creationId xmlns:a16="http://schemas.microsoft.com/office/drawing/2014/main" id="{32AAD107-7119-2240-A3B7-72F4CCB7B2B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id="124" name="Picture 97" descr="desktop_computer_stylized_medium">
              <a:extLst>
                <a:ext uri="{FF2B5EF4-FFF2-40B4-BE49-F238E27FC236}">
                  <a16:creationId xmlns:a16="http://schemas.microsoft.com/office/drawing/2014/main" id="{FCC6FBDB-2C4D-F445-9734-8B3341F22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98">
              <a:extLst>
                <a:ext uri="{FF2B5EF4-FFF2-40B4-BE49-F238E27FC236}">
                  <a16:creationId xmlns:a16="http://schemas.microsoft.com/office/drawing/2014/main" id="{1A19AAE9-A155-8743-989B-46EA585FAA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47B10D1-844A-3F47-AF5F-3612AD0EAC49}"/>
              </a:ext>
            </a:extLst>
          </p:cNvPr>
          <p:cNvCxnSpPr/>
          <p:nvPr/>
        </p:nvCxnSpPr>
        <p:spPr>
          <a:xfrm>
            <a:off x="7698824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E275ECC-2545-5C4F-BE9E-6DF07FE50305}"/>
              </a:ext>
            </a:extLst>
          </p:cNvPr>
          <p:cNvCxnSpPr/>
          <p:nvPr/>
        </p:nvCxnSpPr>
        <p:spPr>
          <a:xfrm>
            <a:off x="7705979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1529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910964" y="1504586"/>
            <a:ext cx="5504825" cy="221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4950" marR="0" lvl="0" indent="-2349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What’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 a subnet ?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device interfaces that can physically reach each other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without passing through an intervening router</a:t>
            </a: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BF6DCAC-843D-3745-A7E3-15A8AB8BE438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CFED2BF4-CE70-1348-8E9F-782B4E45CDA9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7621971-34E0-CC48-A19B-037E3093111E}"/>
              </a:ext>
            </a:extLst>
          </p:cNvPr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6FB98C3C-BD15-1E4E-8161-5771358A56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DCCEC270-4E3D-3340-AFF2-3620AE4874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6728EBC2-F374-244F-8DF6-ECD78FFF8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7FC2F874-C457-C14E-83DC-0F8852485F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029F755-13C4-CD49-A357-AE486E655D3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3A5A8F28-09DA-664C-9D32-7EA01040A2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2ECA3380-F117-EF47-A645-2BCD02B473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6" name="Text Box 56">
            <a:extLst>
              <a:ext uri="{FF2B5EF4-FFF2-40B4-BE49-F238E27FC236}">
                <a16:creationId xmlns:a16="http://schemas.microsoft.com/office/drawing/2014/main" id="{B04BC199-4923-444E-942F-BE2C9E1E7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084" y="5139102"/>
            <a:ext cx="3724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 consisting of 3 subnets</a:t>
            </a: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822ACC87-727D-F940-A3A4-2EF4866EA13E}"/>
              </a:ext>
            </a:extLst>
          </p:cNvPr>
          <p:cNvSpPr txBox="1">
            <a:spLocks noChangeArrowheads="1"/>
          </p:cNvSpPr>
          <p:nvPr/>
        </p:nvSpPr>
        <p:spPr>
          <a:xfrm>
            <a:off x="923879" y="3718261"/>
            <a:ext cx="6050358" cy="2667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4950" marR="0" lvl="0" indent="-2349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IP addresses have structure: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subnet part: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devices in same subnet have common high order bits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part: remaining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low order bits 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3" name="Slide Number Placeholder 3">
            <a:extLst>
              <a:ext uri="{FF2B5EF4-FFF2-40B4-BE49-F238E27FC236}">
                <a16:creationId xmlns:a16="http://schemas.microsoft.com/office/drawing/2014/main" id="{EA981E4D-2FB9-F04E-A3CD-C63BFC66A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41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Subnets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:a16="http://schemas.microsoft.com/office/drawing/2014/main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:a16="http://schemas.microsoft.com/office/drawing/2014/main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:a16="http://schemas.microsoft.com/office/drawing/2014/main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:a16="http://schemas.microsoft.com/office/drawing/2014/main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:a16="http://schemas.microsoft.com/office/drawing/2014/main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:a16="http://schemas.microsoft.com/office/drawing/2014/main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:a16="http://schemas.microsoft.com/office/drawing/2014/main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:a16="http://schemas.microsoft.com/office/drawing/2014/main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:a16="http://schemas.microsoft.com/office/drawing/2014/main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:a16="http://schemas.microsoft.com/office/drawing/2014/main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47B10D1-844A-3F47-AF5F-3612AD0EAC49}"/>
              </a:ext>
            </a:extLst>
          </p:cNvPr>
          <p:cNvCxnSpPr/>
          <p:nvPr/>
        </p:nvCxnSpPr>
        <p:spPr>
          <a:xfrm>
            <a:off x="7698824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E275ECC-2545-5C4F-BE9E-6DF07FE50305}"/>
              </a:ext>
            </a:extLst>
          </p:cNvPr>
          <p:cNvCxnSpPr/>
          <p:nvPr/>
        </p:nvCxnSpPr>
        <p:spPr>
          <a:xfrm>
            <a:off x="7705979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1529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910964" y="1504585"/>
            <a:ext cx="5504825" cy="4986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Recipe for defining subnets: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detach each interface from its host or router, creating “islands” of isolated networks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isolated network is called a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subnet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BF6DCAC-843D-3745-A7E3-15A8AB8BE438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CFED2BF4-CE70-1348-8E9F-782B4E45CDA9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C83105E2-3EAE-884F-AE2D-429232EDEC1E}"/>
              </a:ext>
            </a:extLst>
          </p:cNvPr>
          <p:cNvGrpSpPr/>
          <p:nvPr/>
        </p:nvGrpSpPr>
        <p:grpSpPr>
          <a:xfrm>
            <a:off x="7112000" y="1378861"/>
            <a:ext cx="4343400" cy="3560762"/>
            <a:chOff x="7112000" y="1378861"/>
            <a:chExt cx="4343400" cy="3560762"/>
          </a:xfrm>
        </p:grpSpPr>
        <p:grpSp>
          <p:nvGrpSpPr>
            <p:cNvPr id="105" name="Group 73">
              <a:extLst>
                <a:ext uri="{FF2B5EF4-FFF2-40B4-BE49-F238E27FC236}">
                  <a16:creationId xmlns:a16="http://schemas.microsoft.com/office/drawing/2014/main" id="{BEA334FB-481B-E049-A8E8-9D0AC1C04F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16763" y="1378861"/>
              <a:ext cx="641350" cy="558800"/>
              <a:chOff x="-44" y="1473"/>
              <a:chExt cx="981" cy="1105"/>
            </a:xfrm>
          </p:grpSpPr>
          <p:pic>
            <p:nvPicPr>
              <p:cNvPr id="106" name="Picture 74" descr="desktop_computer_stylized_medium">
                <a:extLst>
                  <a:ext uri="{FF2B5EF4-FFF2-40B4-BE49-F238E27FC236}">
                    <a16:creationId xmlns:a16="http://schemas.microsoft.com/office/drawing/2014/main" id="{0FB216A8-4F98-AA46-B532-32518B83E6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Freeform 75">
                <a:extLst>
                  <a:ext uri="{FF2B5EF4-FFF2-40B4-BE49-F238E27FC236}">
                    <a16:creationId xmlns:a16="http://schemas.microsoft.com/office/drawing/2014/main" id="{871AC4D7-8642-7D44-9317-417B5F8F859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08" name="Group 80">
              <a:extLst>
                <a:ext uri="{FF2B5EF4-FFF2-40B4-BE49-F238E27FC236}">
                  <a16:creationId xmlns:a16="http://schemas.microsoft.com/office/drawing/2014/main" id="{0EF95EC3-C2D4-9E4C-9521-F92B5B88A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12000" y="1977348"/>
              <a:ext cx="641350" cy="558800"/>
              <a:chOff x="-44" y="1473"/>
              <a:chExt cx="981" cy="1105"/>
            </a:xfrm>
          </p:grpSpPr>
          <p:pic>
            <p:nvPicPr>
              <p:cNvPr id="109" name="Picture 81" descr="desktop_computer_stylized_medium">
                <a:extLst>
                  <a:ext uri="{FF2B5EF4-FFF2-40B4-BE49-F238E27FC236}">
                    <a16:creationId xmlns:a16="http://schemas.microsoft.com/office/drawing/2014/main" id="{BE8FC295-C7B7-C84A-9639-AAA684958A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Freeform 82">
                <a:extLst>
                  <a:ext uri="{FF2B5EF4-FFF2-40B4-BE49-F238E27FC236}">
                    <a16:creationId xmlns:a16="http://schemas.microsoft.com/office/drawing/2014/main" id="{31D155CD-E402-954B-8FA1-5955CB05859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" name="Group 83">
              <a:extLst>
                <a:ext uri="{FF2B5EF4-FFF2-40B4-BE49-F238E27FC236}">
                  <a16:creationId xmlns:a16="http://schemas.microsoft.com/office/drawing/2014/main" id="{BF765BCF-419D-4F4C-A66F-45A7F96981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0575" y="2586948"/>
              <a:ext cx="641350" cy="558800"/>
              <a:chOff x="-44" y="1473"/>
              <a:chExt cx="981" cy="1105"/>
            </a:xfrm>
          </p:grpSpPr>
          <p:pic>
            <p:nvPicPr>
              <p:cNvPr id="112" name="Picture 84" descr="desktop_computer_stylized_medium">
                <a:extLst>
                  <a:ext uri="{FF2B5EF4-FFF2-40B4-BE49-F238E27FC236}">
                    <a16:creationId xmlns:a16="http://schemas.microsoft.com/office/drawing/2014/main" id="{84119354-B347-3240-8A47-9B56540D78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3" name="Freeform 85">
                <a:extLst>
                  <a:ext uri="{FF2B5EF4-FFF2-40B4-BE49-F238E27FC236}">
                    <a16:creationId xmlns:a16="http://schemas.microsoft.com/office/drawing/2014/main" id="{8CC47AE7-EF7A-D54F-96D6-26C222D4F8D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4" name="Group 87">
              <a:extLst>
                <a:ext uri="{FF2B5EF4-FFF2-40B4-BE49-F238E27FC236}">
                  <a16:creationId xmlns:a16="http://schemas.microsoft.com/office/drawing/2014/main" id="{9C4422EF-C252-1145-92D8-74A11BEA28D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799763" y="1536023"/>
              <a:ext cx="641350" cy="558800"/>
              <a:chOff x="-44" y="1473"/>
              <a:chExt cx="981" cy="1105"/>
            </a:xfrm>
          </p:grpSpPr>
          <p:pic>
            <p:nvPicPr>
              <p:cNvPr id="115" name="Picture 88" descr="desktop_computer_stylized_medium">
                <a:extLst>
                  <a:ext uri="{FF2B5EF4-FFF2-40B4-BE49-F238E27FC236}">
                    <a16:creationId xmlns:a16="http://schemas.microsoft.com/office/drawing/2014/main" id="{3A21162C-4ABF-5B4D-B741-3AA5F44ADB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" name="Freeform 89">
                <a:extLst>
                  <a:ext uri="{FF2B5EF4-FFF2-40B4-BE49-F238E27FC236}">
                    <a16:creationId xmlns:a16="http://schemas.microsoft.com/office/drawing/2014/main" id="{8790702D-4218-6844-AB6C-19506FCB036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7" name="Group 90">
              <a:extLst>
                <a:ext uri="{FF2B5EF4-FFF2-40B4-BE49-F238E27FC236}">
                  <a16:creationId xmlns:a16="http://schemas.microsoft.com/office/drawing/2014/main" id="{5150C92F-F48E-A84A-9BF4-E37FE680353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814050" y="2815548"/>
              <a:ext cx="641350" cy="558800"/>
              <a:chOff x="-44" y="1473"/>
              <a:chExt cx="981" cy="1105"/>
            </a:xfrm>
          </p:grpSpPr>
          <p:pic>
            <p:nvPicPr>
              <p:cNvPr id="118" name="Picture 91" descr="desktop_computer_stylized_medium">
                <a:extLst>
                  <a:ext uri="{FF2B5EF4-FFF2-40B4-BE49-F238E27FC236}">
                    <a16:creationId xmlns:a16="http://schemas.microsoft.com/office/drawing/2014/main" id="{EFC7BB82-D0BA-FF48-BCED-67929C19E4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9" name="Freeform 92">
                <a:extLst>
                  <a:ext uri="{FF2B5EF4-FFF2-40B4-BE49-F238E27FC236}">
                    <a16:creationId xmlns:a16="http://schemas.microsoft.com/office/drawing/2014/main" id="{812216D8-CF55-8E49-93DB-7771EC121C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20" name="Group 93">
              <a:extLst>
                <a:ext uri="{FF2B5EF4-FFF2-40B4-BE49-F238E27FC236}">
                  <a16:creationId xmlns:a16="http://schemas.microsoft.com/office/drawing/2014/main" id="{737C2567-35F0-FD42-AC57-E3D8F89E42E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715500" y="4339548"/>
              <a:ext cx="641350" cy="558800"/>
              <a:chOff x="-44" y="1473"/>
              <a:chExt cx="981" cy="1105"/>
            </a:xfrm>
          </p:grpSpPr>
          <p:pic>
            <p:nvPicPr>
              <p:cNvPr id="121" name="Picture 94" descr="desktop_computer_stylized_medium">
                <a:extLst>
                  <a:ext uri="{FF2B5EF4-FFF2-40B4-BE49-F238E27FC236}">
                    <a16:creationId xmlns:a16="http://schemas.microsoft.com/office/drawing/2014/main" id="{1C8D42B4-68A5-5A41-9961-FA7E0721D1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2" name="Freeform 95">
                <a:extLst>
                  <a:ext uri="{FF2B5EF4-FFF2-40B4-BE49-F238E27FC236}">
                    <a16:creationId xmlns:a16="http://schemas.microsoft.com/office/drawing/2014/main" id="{F4363C98-80EE-9645-8C79-355EF0EF3BE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23" name="Group 96">
              <a:extLst>
                <a:ext uri="{FF2B5EF4-FFF2-40B4-BE49-F238E27FC236}">
                  <a16:creationId xmlns:a16="http://schemas.microsoft.com/office/drawing/2014/main" id="{32AAD107-7119-2240-A3B7-72F4CCB7B2B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551863" y="4380823"/>
              <a:ext cx="641350" cy="558800"/>
              <a:chOff x="-44" y="1473"/>
              <a:chExt cx="981" cy="1105"/>
            </a:xfrm>
          </p:grpSpPr>
          <p:pic>
            <p:nvPicPr>
              <p:cNvPr id="124" name="Picture 97" descr="desktop_computer_stylized_medium">
                <a:extLst>
                  <a:ext uri="{FF2B5EF4-FFF2-40B4-BE49-F238E27FC236}">
                    <a16:creationId xmlns:a16="http://schemas.microsoft.com/office/drawing/2014/main" id="{FCC6FBDB-2C4D-F445-9734-8B3341F221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5" name="Freeform 98">
                <a:extLst>
                  <a:ext uri="{FF2B5EF4-FFF2-40B4-BE49-F238E27FC236}">
                    <a16:creationId xmlns:a16="http://schemas.microsoft.com/office/drawing/2014/main" id="{1A19AAE9-A155-8743-989B-46EA585FAA5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47621971-34E0-CC48-A19B-037E3093111E}"/>
                </a:ext>
              </a:extLst>
            </p:cNvPr>
            <p:cNvGrpSpPr/>
            <p:nvPr/>
          </p:nvGrpSpPr>
          <p:grpSpPr>
            <a:xfrm>
              <a:off x="9053641" y="2438501"/>
              <a:ext cx="632991" cy="300938"/>
              <a:chOff x="7493876" y="2774731"/>
              <a:chExt cx="1481958" cy="894622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6FB98C3C-BD15-1E4E-8161-5771358A56F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CCEC270-4E3D-3340-AFF2-3620AE4874F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6728EBC2-F374-244F-8DF6-ECD78FFF853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7FC2F874-C457-C14E-83DC-0F8852485FD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8029F755-13C4-CD49-A357-AE486E655D3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Freeform 150">
                  <a:extLst>
                    <a:ext uri="{FF2B5EF4-FFF2-40B4-BE49-F238E27FC236}">
                      <a16:creationId xmlns:a16="http://schemas.microsoft.com/office/drawing/2014/main" id="{3A5A8F28-09DA-664C-9D32-7EA01040A22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Freeform 151">
                  <a:extLst>
                    <a:ext uri="{FF2B5EF4-FFF2-40B4-BE49-F238E27FC236}">
                      <a16:creationId xmlns:a16="http://schemas.microsoft.com/office/drawing/2014/main" id="{2ECA3380-F117-EF47-A645-2BCD02B473AC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62" name="Text Box 61">
            <a:extLst>
              <a:ext uri="{FF2B5EF4-FFF2-40B4-BE49-F238E27FC236}">
                <a16:creationId xmlns:a16="http://schemas.microsoft.com/office/drawing/2014/main" id="{7450CD71-0D9C-984C-A299-445FA3B3E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921" y="5092127"/>
            <a:ext cx="586378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subnet mask: /24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(high-order 24 bits: subnet part of IP address)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6CE07F-517D-D649-BF67-8C5DA464C516}"/>
              </a:ext>
            </a:extLst>
          </p:cNvPr>
          <p:cNvGrpSpPr/>
          <p:nvPr/>
        </p:nvGrpSpPr>
        <p:grpSpPr>
          <a:xfrm>
            <a:off x="6239437" y="3859589"/>
            <a:ext cx="2574780" cy="707886"/>
            <a:chOff x="6239437" y="3859589"/>
            <a:chExt cx="2574780" cy="707886"/>
          </a:xfrm>
        </p:grpSpPr>
        <p:sp>
          <p:nvSpPr>
            <p:cNvPr id="64" name="Text Box 193">
              <a:extLst>
                <a:ext uri="{FF2B5EF4-FFF2-40B4-BE49-F238E27FC236}">
                  <a16:creationId xmlns:a16="http://schemas.microsoft.com/office/drawing/2014/main" id="{B341E022-809C-9E40-A0E3-3806FF4B1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9437" y="3859589"/>
              <a:ext cx="1608133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subnet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223.1.3.0/24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3EDDBC1-46EB-B24C-ABD2-2797AD0BA288}"/>
                </a:ext>
              </a:extLst>
            </p:cNvPr>
            <p:cNvCxnSpPr/>
            <p:nvPr/>
          </p:nvCxnSpPr>
          <p:spPr>
            <a:xfrm>
              <a:off x="7794885" y="4062334"/>
              <a:ext cx="1019332" cy="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24FCA67-63DE-A64A-89C3-5E342AE7599A}"/>
              </a:ext>
            </a:extLst>
          </p:cNvPr>
          <p:cNvGrpSpPr/>
          <p:nvPr/>
        </p:nvGrpSpPr>
        <p:grpSpPr>
          <a:xfrm>
            <a:off x="7255489" y="607842"/>
            <a:ext cx="2491388" cy="1475790"/>
            <a:chOff x="7255489" y="607842"/>
            <a:chExt cx="2491388" cy="1475790"/>
          </a:xfrm>
        </p:grpSpPr>
        <p:sp>
          <p:nvSpPr>
            <p:cNvPr id="68" name="Text Box 191">
              <a:extLst>
                <a:ext uri="{FF2B5EF4-FFF2-40B4-BE49-F238E27FC236}">
                  <a16:creationId xmlns:a16="http://schemas.microsoft.com/office/drawing/2014/main" id="{C380DA30-290E-7D46-8D2C-61FF9FCC9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5489" y="607842"/>
              <a:ext cx="24913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subnet 223.1.1.0/24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6E8DEE4-EB84-5C43-B29D-2451810BCA99}"/>
                </a:ext>
              </a:extLst>
            </p:cNvPr>
            <p:cNvCxnSpPr/>
            <p:nvPr/>
          </p:nvCxnSpPr>
          <p:spPr>
            <a:xfrm>
              <a:off x="8289561" y="944379"/>
              <a:ext cx="0" cy="113925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DEA9F-4F4C-914B-B7D0-5AA93608D0D4}"/>
              </a:ext>
            </a:extLst>
          </p:cNvPr>
          <p:cNvGrpSpPr/>
          <p:nvPr/>
        </p:nvGrpSpPr>
        <p:grpSpPr>
          <a:xfrm>
            <a:off x="9531133" y="1000631"/>
            <a:ext cx="2491388" cy="1475243"/>
            <a:chOff x="9531133" y="1000631"/>
            <a:chExt cx="2491388" cy="1475243"/>
          </a:xfrm>
        </p:grpSpPr>
        <p:sp>
          <p:nvSpPr>
            <p:cNvPr id="63" name="Text Box 192">
              <a:extLst>
                <a:ext uri="{FF2B5EF4-FFF2-40B4-BE49-F238E27FC236}">
                  <a16:creationId xmlns:a16="http://schemas.microsoft.com/office/drawing/2014/main" id="{30FD6D85-B71D-B84A-94A4-AB27D89C2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31133" y="1000631"/>
              <a:ext cx="24913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subnet 223.1.2.0/24</a:t>
              </a: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F2C7676-1B9E-6D42-9EC4-80E440D8B177}"/>
                </a:ext>
              </a:extLst>
            </p:cNvPr>
            <p:cNvCxnSpPr/>
            <p:nvPr/>
          </p:nvCxnSpPr>
          <p:spPr>
            <a:xfrm>
              <a:off x="10630525" y="1336621"/>
              <a:ext cx="0" cy="113925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Slide Number Placeholder 3">
            <a:extLst>
              <a:ext uri="{FF2B5EF4-FFF2-40B4-BE49-F238E27FC236}">
                <a16:creationId xmlns:a16="http://schemas.microsoft.com/office/drawing/2014/main" id="{FFB91F34-0D24-7E4B-BB9F-5412CC114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43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3643859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Subnets</a:t>
            </a:r>
            <a:endParaRPr lang="en-US" dirty="0"/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1015714" y="1485533"/>
            <a:ext cx="2992759" cy="2827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3075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where are the subnets?</a:t>
            </a:r>
          </a:p>
          <a:p>
            <a:pPr marL="473075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are the /24 subnet addresses?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Freeform 2">
            <a:extLst>
              <a:ext uri="{FF2B5EF4-FFF2-40B4-BE49-F238E27FC236}">
                <a16:creationId xmlns:a16="http://schemas.microsoft.com/office/drawing/2014/main" id="{AAAD98F7-32F1-BF4B-98CB-45DEB61CE5A7}"/>
              </a:ext>
            </a:extLst>
          </p:cNvPr>
          <p:cNvSpPr>
            <a:spLocks/>
          </p:cNvSpPr>
          <p:nvPr/>
        </p:nvSpPr>
        <p:spPr bwMode="auto">
          <a:xfrm>
            <a:off x="7898119" y="2985309"/>
            <a:ext cx="1268413" cy="1463675"/>
          </a:xfrm>
          <a:custGeom>
            <a:avLst/>
            <a:gdLst>
              <a:gd name="T0" fmla="*/ 2147483647 w 799"/>
              <a:gd name="T1" fmla="*/ 2147483647 h 922"/>
              <a:gd name="T2" fmla="*/ 2147483647 w 799"/>
              <a:gd name="T3" fmla="*/ 2147483647 h 922"/>
              <a:gd name="T4" fmla="*/ 2147483647 w 799"/>
              <a:gd name="T5" fmla="*/ 2147483647 h 922"/>
              <a:gd name="T6" fmla="*/ 2147483647 w 799"/>
              <a:gd name="T7" fmla="*/ 2147483647 h 922"/>
              <a:gd name="T8" fmla="*/ 2147483647 w 799"/>
              <a:gd name="T9" fmla="*/ 2147483647 h 922"/>
              <a:gd name="T10" fmla="*/ 2147483647 w 799"/>
              <a:gd name="T11" fmla="*/ 0 h 922"/>
              <a:gd name="T12" fmla="*/ 2147483647 w 799"/>
              <a:gd name="T13" fmla="*/ 2147483647 h 9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99"/>
              <a:gd name="T22" fmla="*/ 0 h 922"/>
              <a:gd name="T23" fmla="*/ 799 w 799"/>
              <a:gd name="T24" fmla="*/ 922 h 9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99" h="922">
                <a:moveTo>
                  <a:pt x="6" y="66"/>
                </a:moveTo>
                <a:cubicBezTo>
                  <a:pt x="13" y="117"/>
                  <a:pt x="234" y="314"/>
                  <a:pt x="341" y="446"/>
                </a:cubicBezTo>
                <a:cubicBezTo>
                  <a:pt x="448" y="578"/>
                  <a:pt x="577" y="794"/>
                  <a:pt x="648" y="858"/>
                </a:cubicBezTo>
                <a:cubicBezTo>
                  <a:pt x="719" y="922"/>
                  <a:pt x="799" y="912"/>
                  <a:pt x="768" y="828"/>
                </a:cubicBezTo>
                <a:cubicBezTo>
                  <a:pt x="737" y="744"/>
                  <a:pt x="581" y="492"/>
                  <a:pt x="463" y="354"/>
                </a:cubicBezTo>
                <a:cubicBezTo>
                  <a:pt x="345" y="216"/>
                  <a:pt x="136" y="48"/>
                  <a:pt x="60" y="0"/>
                </a:cubicBezTo>
                <a:cubicBezTo>
                  <a:pt x="25" y="47"/>
                  <a:pt x="0" y="15"/>
                  <a:pt x="6" y="6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Freeform 3">
            <a:extLst>
              <a:ext uri="{FF2B5EF4-FFF2-40B4-BE49-F238E27FC236}">
                <a16:creationId xmlns:a16="http://schemas.microsoft.com/office/drawing/2014/main" id="{6488F527-6BB3-D24E-8C51-EEDC124AD307}"/>
              </a:ext>
            </a:extLst>
          </p:cNvPr>
          <p:cNvSpPr>
            <a:spLocks/>
          </p:cNvSpPr>
          <p:nvPr/>
        </p:nvSpPr>
        <p:spPr bwMode="auto">
          <a:xfrm>
            <a:off x="6699842" y="4496609"/>
            <a:ext cx="2098623" cy="361221"/>
          </a:xfrm>
          <a:custGeom>
            <a:avLst/>
            <a:gdLst>
              <a:gd name="T0" fmla="*/ 2147483647 w 1422"/>
              <a:gd name="T1" fmla="*/ 2147483647 h 206"/>
              <a:gd name="T2" fmla="*/ 2147483647 w 1422"/>
              <a:gd name="T3" fmla="*/ 2147483647 h 206"/>
              <a:gd name="T4" fmla="*/ 2147483647 w 1422"/>
              <a:gd name="T5" fmla="*/ 2147483647 h 206"/>
              <a:gd name="T6" fmla="*/ 2147483647 w 1422"/>
              <a:gd name="T7" fmla="*/ 2147483647 h 206"/>
              <a:gd name="T8" fmla="*/ 2147483647 w 1422"/>
              <a:gd name="T9" fmla="*/ 2147483647 h 206"/>
              <a:gd name="T10" fmla="*/ 2147483647 w 1422"/>
              <a:gd name="T11" fmla="*/ 2147483647 h 206"/>
              <a:gd name="T12" fmla="*/ 2147483647 w 1422"/>
              <a:gd name="T13" fmla="*/ 2147483647 h 2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22"/>
              <a:gd name="T22" fmla="*/ 0 h 206"/>
              <a:gd name="T23" fmla="*/ 1422 w 1422"/>
              <a:gd name="T24" fmla="*/ 206 h 2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22" h="206">
                <a:moveTo>
                  <a:pt x="42" y="176"/>
                </a:moveTo>
                <a:cubicBezTo>
                  <a:pt x="84" y="206"/>
                  <a:pt x="437" y="167"/>
                  <a:pt x="641" y="166"/>
                </a:cubicBezTo>
                <a:cubicBezTo>
                  <a:pt x="845" y="165"/>
                  <a:pt x="1153" y="192"/>
                  <a:pt x="1266" y="170"/>
                </a:cubicBezTo>
                <a:cubicBezTo>
                  <a:pt x="1379" y="148"/>
                  <a:pt x="1422" y="58"/>
                  <a:pt x="1320" y="32"/>
                </a:cubicBezTo>
                <a:cubicBezTo>
                  <a:pt x="1218" y="6"/>
                  <a:pt x="869" y="15"/>
                  <a:pt x="657" y="14"/>
                </a:cubicBezTo>
                <a:cubicBezTo>
                  <a:pt x="445" y="13"/>
                  <a:pt x="147" y="0"/>
                  <a:pt x="45" y="27"/>
                </a:cubicBezTo>
                <a:cubicBezTo>
                  <a:pt x="56" y="84"/>
                  <a:pt x="0" y="146"/>
                  <a:pt x="42" y="17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Freeform 4">
            <a:extLst>
              <a:ext uri="{FF2B5EF4-FFF2-40B4-BE49-F238E27FC236}">
                <a16:creationId xmlns:a16="http://schemas.microsoft.com/office/drawing/2014/main" id="{BB5B858F-E6BD-CD40-8B14-32C4CBF3D8BB}"/>
              </a:ext>
            </a:extLst>
          </p:cNvPr>
          <p:cNvSpPr>
            <a:spLocks/>
          </p:cNvSpPr>
          <p:nvPr/>
        </p:nvSpPr>
        <p:spPr bwMode="auto">
          <a:xfrm>
            <a:off x="6345544" y="2909109"/>
            <a:ext cx="1158875" cy="1547813"/>
          </a:xfrm>
          <a:custGeom>
            <a:avLst/>
            <a:gdLst>
              <a:gd name="T0" fmla="*/ 2147483647 w 730"/>
              <a:gd name="T1" fmla="*/ 2147483647 h 975"/>
              <a:gd name="T2" fmla="*/ 2147483647 w 730"/>
              <a:gd name="T3" fmla="*/ 2147483647 h 975"/>
              <a:gd name="T4" fmla="*/ 2147483647 w 730"/>
              <a:gd name="T5" fmla="*/ 2147483647 h 975"/>
              <a:gd name="T6" fmla="*/ 2147483647 w 730"/>
              <a:gd name="T7" fmla="*/ 2147483647 h 975"/>
              <a:gd name="T8" fmla="*/ 2147483647 w 730"/>
              <a:gd name="T9" fmla="*/ 2147483647 h 975"/>
              <a:gd name="T10" fmla="*/ 0 w 730"/>
              <a:gd name="T11" fmla="*/ 2147483647 h 975"/>
              <a:gd name="T12" fmla="*/ 2147483647 w 730"/>
              <a:gd name="T13" fmla="*/ 2147483647 h 9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30"/>
              <a:gd name="T22" fmla="*/ 0 h 975"/>
              <a:gd name="T23" fmla="*/ 730 w 730"/>
              <a:gd name="T24" fmla="*/ 975 h 9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30" h="975">
                <a:moveTo>
                  <a:pt x="157" y="952"/>
                </a:moveTo>
                <a:cubicBezTo>
                  <a:pt x="272" y="930"/>
                  <a:pt x="357" y="644"/>
                  <a:pt x="462" y="498"/>
                </a:cubicBezTo>
                <a:cubicBezTo>
                  <a:pt x="554" y="363"/>
                  <a:pt x="686" y="220"/>
                  <a:pt x="708" y="144"/>
                </a:cubicBezTo>
                <a:cubicBezTo>
                  <a:pt x="730" y="68"/>
                  <a:pt x="654" y="0"/>
                  <a:pt x="594" y="42"/>
                </a:cubicBezTo>
                <a:cubicBezTo>
                  <a:pt x="534" y="84"/>
                  <a:pt x="447" y="253"/>
                  <a:pt x="348" y="396"/>
                </a:cubicBezTo>
                <a:cubicBezTo>
                  <a:pt x="249" y="539"/>
                  <a:pt x="32" y="807"/>
                  <a:pt x="0" y="900"/>
                </a:cubicBezTo>
                <a:cubicBezTo>
                  <a:pt x="53" y="924"/>
                  <a:pt x="43" y="975"/>
                  <a:pt x="157" y="95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Freeform 5">
            <a:extLst>
              <a:ext uri="{FF2B5EF4-FFF2-40B4-BE49-F238E27FC236}">
                <a16:creationId xmlns:a16="http://schemas.microsoft.com/office/drawing/2014/main" id="{75589C7B-69B2-8940-9517-2C5A1E5A6E79}"/>
              </a:ext>
            </a:extLst>
          </p:cNvPr>
          <p:cNvSpPr>
            <a:spLocks/>
          </p:cNvSpPr>
          <p:nvPr/>
        </p:nvSpPr>
        <p:spPr bwMode="auto">
          <a:xfrm rot="5265760">
            <a:off x="7334817" y="866004"/>
            <a:ext cx="1078238" cy="216217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Line 14">
            <a:extLst>
              <a:ext uri="{FF2B5EF4-FFF2-40B4-BE49-F238E27FC236}">
                <a16:creationId xmlns:a16="http://schemas.microsoft.com/office/drawing/2014/main" id="{A27AACF9-29AB-1F42-A979-89DBCB8DCB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39357" y="1956609"/>
            <a:ext cx="3175" cy="592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Box 15">
            <a:extLst>
              <a:ext uri="{FF2B5EF4-FFF2-40B4-BE49-F238E27FC236}">
                <a16:creationId xmlns:a16="http://schemas.microsoft.com/office/drawing/2014/main" id="{86ABE5DC-F743-3B4F-90D0-2B2BE524A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9456" y="1403897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9" name="Rectangle 16">
            <a:extLst>
              <a:ext uri="{FF2B5EF4-FFF2-40B4-BE49-F238E27FC236}">
                <a16:creationId xmlns:a16="http://schemas.microsoft.com/office/drawing/2014/main" id="{8DA80CA3-4BFA-544E-B250-26C540FFA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4572" y="2218547"/>
            <a:ext cx="309562" cy="18097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0" name="Text Box 17">
            <a:extLst>
              <a:ext uri="{FF2B5EF4-FFF2-40B4-BE49-F238E27FC236}">
                <a16:creationId xmlns:a16="http://schemas.microsoft.com/office/drawing/2014/main" id="{BE68A712-57FB-6F4C-A3FB-152525A06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1846" y="2127679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" name="Text Box 18">
            <a:extLst>
              <a:ext uri="{FF2B5EF4-FFF2-40B4-BE49-F238E27FC236}">
                <a16:creationId xmlns:a16="http://schemas.microsoft.com/office/drawing/2014/main" id="{9676552A-43A0-714A-AEA1-0C4E2D4CA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6925" y="1514459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2" name="Freeform 19">
            <a:extLst>
              <a:ext uri="{FF2B5EF4-FFF2-40B4-BE49-F238E27FC236}">
                <a16:creationId xmlns:a16="http://schemas.microsoft.com/office/drawing/2014/main" id="{CCFF2B55-E38D-3247-9770-7C4658805194}"/>
              </a:ext>
            </a:extLst>
          </p:cNvPr>
          <p:cNvSpPr>
            <a:spLocks/>
          </p:cNvSpPr>
          <p:nvPr/>
        </p:nvSpPr>
        <p:spPr bwMode="auto">
          <a:xfrm>
            <a:off x="5405744" y="4847609"/>
            <a:ext cx="1539875" cy="1070265"/>
          </a:xfrm>
          <a:custGeom>
            <a:avLst/>
            <a:gdLst>
              <a:gd name="T0" fmla="*/ 2147483647 w 970"/>
              <a:gd name="T1" fmla="*/ 2147483647 h 939"/>
              <a:gd name="T2" fmla="*/ 2147483647 w 970"/>
              <a:gd name="T3" fmla="*/ 2147483647 h 939"/>
              <a:gd name="T4" fmla="*/ 2147483647 w 970"/>
              <a:gd name="T5" fmla="*/ 2147483647 h 939"/>
              <a:gd name="T6" fmla="*/ 2147483647 w 970"/>
              <a:gd name="T7" fmla="*/ 2147483647 h 939"/>
              <a:gd name="T8" fmla="*/ 2147483647 w 970"/>
              <a:gd name="T9" fmla="*/ 2147483647 h 939"/>
              <a:gd name="T10" fmla="*/ 2147483647 w 970"/>
              <a:gd name="T11" fmla="*/ 2147483647 h 939"/>
              <a:gd name="T12" fmla="*/ 2147483647 w 970"/>
              <a:gd name="T13" fmla="*/ 2147483647 h 939"/>
              <a:gd name="T14" fmla="*/ 2147483647 w 970"/>
              <a:gd name="T15" fmla="*/ 2147483647 h 939"/>
              <a:gd name="T16" fmla="*/ 2147483647 w 970"/>
              <a:gd name="T17" fmla="*/ 2147483647 h 939"/>
              <a:gd name="T18" fmla="*/ 2147483647 w 970"/>
              <a:gd name="T19" fmla="*/ 2147483647 h 939"/>
              <a:gd name="T20" fmla="*/ 2147483647 w 970"/>
              <a:gd name="T21" fmla="*/ 2147483647 h 939"/>
              <a:gd name="T22" fmla="*/ 2147483647 w 970"/>
              <a:gd name="T23" fmla="*/ 2147483647 h 939"/>
              <a:gd name="T24" fmla="*/ 2147483647 w 970"/>
              <a:gd name="T25" fmla="*/ 2147483647 h 93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970"/>
              <a:gd name="T40" fmla="*/ 0 h 939"/>
              <a:gd name="T41" fmla="*/ 970 w 970"/>
              <a:gd name="T42" fmla="*/ 939 h 93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970" h="939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Line 34">
            <a:extLst>
              <a:ext uri="{FF2B5EF4-FFF2-40B4-BE49-F238E27FC236}">
                <a16:creationId xmlns:a16="http://schemas.microsoft.com/office/drawing/2014/main" id="{5BEBE0C0-602D-CA47-91CB-81EACE749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1394" y="4833159"/>
            <a:ext cx="7938" cy="561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xt Box 40">
            <a:extLst>
              <a:ext uri="{FF2B5EF4-FFF2-40B4-BE49-F238E27FC236}">
                <a16:creationId xmlns:a16="http://schemas.microsoft.com/office/drawing/2014/main" id="{EFBEBACC-6C23-394B-9616-85081FAC0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3633" y="5561966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8" name="Rectangle 42">
            <a:extLst>
              <a:ext uri="{FF2B5EF4-FFF2-40B4-BE49-F238E27FC236}">
                <a16:creationId xmlns:a16="http://schemas.microsoft.com/office/drawing/2014/main" id="{4463C3B6-3442-A848-96F8-45BDEAD65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9914" y="4958572"/>
            <a:ext cx="128587" cy="18097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9" name="Text Box 43">
            <a:extLst>
              <a:ext uri="{FF2B5EF4-FFF2-40B4-BE49-F238E27FC236}">
                <a16:creationId xmlns:a16="http://schemas.microsoft.com/office/drawing/2014/main" id="{0DD50976-05F4-7849-BC93-4C4F6CC58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7277" y="4875981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223.1.2.6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0" name="Freeform 45">
            <a:extLst>
              <a:ext uri="{FF2B5EF4-FFF2-40B4-BE49-F238E27FC236}">
                <a16:creationId xmlns:a16="http://schemas.microsoft.com/office/drawing/2014/main" id="{2242FC36-42F5-C242-B9D7-9C37B5FAD3AB}"/>
              </a:ext>
            </a:extLst>
          </p:cNvPr>
          <p:cNvSpPr>
            <a:spLocks/>
          </p:cNvSpPr>
          <p:nvPr/>
        </p:nvSpPr>
        <p:spPr bwMode="auto">
          <a:xfrm>
            <a:off x="8423582" y="4858944"/>
            <a:ext cx="1539875" cy="1129777"/>
          </a:xfrm>
          <a:custGeom>
            <a:avLst/>
            <a:gdLst>
              <a:gd name="T0" fmla="*/ 2147483647 w 970"/>
              <a:gd name="T1" fmla="*/ 2147483647 h 939"/>
              <a:gd name="T2" fmla="*/ 2147483647 w 970"/>
              <a:gd name="T3" fmla="*/ 2147483647 h 939"/>
              <a:gd name="T4" fmla="*/ 2147483647 w 970"/>
              <a:gd name="T5" fmla="*/ 2147483647 h 939"/>
              <a:gd name="T6" fmla="*/ 2147483647 w 970"/>
              <a:gd name="T7" fmla="*/ 2147483647 h 939"/>
              <a:gd name="T8" fmla="*/ 2147483647 w 970"/>
              <a:gd name="T9" fmla="*/ 2147483647 h 939"/>
              <a:gd name="T10" fmla="*/ 2147483647 w 970"/>
              <a:gd name="T11" fmla="*/ 2147483647 h 939"/>
              <a:gd name="T12" fmla="*/ 2147483647 w 970"/>
              <a:gd name="T13" fmla="*/ 2147483647 h 939"/>
              <a:gd name="T14" fmla="*/ 2147483647 w 970"/>
              <a:gd name="T15" fmla="*/ 2147483647 h 939"/>
              <a:gd name="T16" fmla="*/ 2147483647 w 970"/>
              <a:gd name="T17" fmla="*/ 2147483647 h 939"/>
              <a:gd name="T18" fmla="*/ 2147483647 w 970"/>
              <a:gd name="T19" fmla="*/ 2147483647 h 939"/>
              <a:gd name="T20" fmla="*/ 2147483647 w 970"/>
              <a:gd name="T21" fmla="*/ 2147483647 h 939"/>
              <a:gd name="T22" fmla="*/ 2147483647 w 970"/>
              <a:gd name="T23" fmla="*/ 2147483647 h 939"/>
              <a:gd name="T24" fmla="*/ 2147483647 w 970"/>
              <a:gd name="T25" fmla="*/ 2147483647 h 93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970"/>
              <a:gd name="T40" fmla="*/ 0 h 939"/>
              <a:gd name="T41" fmla="*/ 970 w 970"/>
              <a:gd name="T42" fmla="*/ 939 h 93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970" h="939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Line 60">
            <a:extLst>
              <a:ext uri="{FF2B5EF4-FFF2-40B4-BE49-F238E27FC236}">
                <a16:creationId xmlns:a16="http://schemas.microsoft.com/office/drawing/2014/main" id="{6B24106E-72F9-F24A-B2D8-8555ACB90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0344" y="4852209"/>
            <a:ext cx="1588" cy="520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Text Box 66">
            <a:extLst>
              <a:ext uri="{FF2B5EF4-FFF2-40B4-BE49-F238E27FC236}">
                <a16:creationId xmlns:a16="http://schemas.microsoft.com/office/drawing/2014/main" id="{23AF778F-58D8-8A4E-9DBF-1A23C3456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8446" y="5757661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5" name="Text Box 67">
            <a:extLst>
              <a:ext uri="{FF2B5EF4-FFF2-40B4-BE49-F238E27FC236}">
                <a16:creationId xmlns:a16="http://schemas.microsoft.com/office/drawing/2014/main" id="{C3593735-4F8F-8145-8D53-54EE001CC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662" y="5659381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6" name="Rectangle 68">
            <a:extLst>
              <a:ext uri="{FF2B5EF4-FFF2-40B4-BE49-F238E27FC236}">
                <a16:creationId xmlns:a16="http://schemas.microsoft.com/office/drawing/2014/main" id="{307F4518-61FD-6F49-B353-C72065084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1607" y="4952222"/>
            <a:ext cx="128587" cy="18097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7" name="Text Box 69">
            <a:extLst>
              <a:ext uri="{FF2B5EF4-FFF2-40B4-BE49-F238E27FC236}">
                <a16:creationId xmlns:a16="http://schemas.microsoft.com/office/drawing/2014/main" id="{886AD721-E620-3744-9A4F-14D911065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1888" y="4864398"/>
            <a:ext cx="10679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223.1.3.27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2" name="Text Box 86">
            <a:extLst>
              <a:ext uri="{FF2B5EF4-FFF2-40B4-BE49-F238E27FC236}">
                <a16:creationId xmlns:a16="http://schemas.microsoft.com/office/drawing/2014/main" id="{3F0DAD26-C5A6-A649-906B-10FDCAFAA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1232" y="558232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223.1.1.2</a:t>
            </a:r>
          </a:p>
        </p:txBody>
      </p:sp>
      <p:sp>
        <p:nvSpPr>
          <p:cNvPr id="143" name="Line 87">
            <a:extLst>
              <a:ext uri="{FF2B5EF4-FFF2-40B4-BE49-F238E27FC236}">
                <a16:creationId xmlns:a16="http://schemas.microsoft.com/office/drawing/2014/main" id="{F47550F3-7907-044F-86DE-F56147AC60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4119" y="2928159"/>
            <a:ext cx="1114425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Line 88">
            <a:extLst>
              <a:ext uri="{FF2B5EF4-FFF2-40B4-BE49-F238E27FC236}">
                <a16:creationId xmlns:a16="http://schemas.microsoft.com/office/drawing/2014/main" id="{EE6A5D44-6552-2043-ACBE-3134891144F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88594" y="2909109"/>
            <a:ext cx="1276350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Line 89">
            <a:extLst>
              <a:ext uri="{FF2B5EF4-FFF2-40B4-BE49-F238E27FC236}">
                <a16:creationId xmlns:a16="http://schemas.microsoft.com/office/drawing/2014/main" id="{CBC592C5-3F61-4843-8C7F-5AE59C48081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64619" y="4671234"/>
            <a:ext cx="2305050" cy="9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Text Box 90">
            <a:extLst>
              <a:ext uri="{FF2B5EF4-FFF2-40B4-BE49-F238E27FC236}">
                <a16:creationId xmlns:a16="http://schemas.microsoft.com/office/drawing/2014/main" id="{CFD1C51D-A458-6443-B0F5-946E54EC1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969" y="2821797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223.1.7.0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9" name="Text Box 91">
            <a:extLst>
              <a:ext uri="{FF2B5EF4-FFF2-40B4-BE49-F238E27FC236}">
                <a16:creationId xmlns:a16="http://schemas.microsoft.com/office/drawing/2014/main" id="{F8EF7741-B8E7-0B4C-A5A4-FDEF5DDBC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4294" y="4107672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223.1.7.1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0" name="Text Box 92">
            <a:extLst>
              <a:ext uri="{FF2B5EF4-FFF2-40B4-BE49-F238E27FC236}">
                <a16:creationId xmlns:a16="http://schemas.microsoft.com/office/drawing/2014/main" id="{F359ED7A-71A8-044C-9CEA-745EBF3D2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6044" y="4364847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223.1.8.0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1" name="Text Box 93">
            <a:extLst>
              <a:ext uri="{FF2B5EF4-FFF2-40B4-BE49-F238E27FC236}">
                <a16:creationId xmlns:a16="http://schemas.microsoft.com/office/drawing/2014/main" id="{DF8BBCE7-EB2F-F445-91D0-25BC1FEF2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8269" y="4364847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223.1.8.1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2" name="Text Box 94">
            <a:extLst>
              <a:ext uri="{FF2B5EF4-FFF2-40B4-BE49-F238E27FC236}">
                <a16:creationId xmlns:a16="http://schemas.microsoft.com/office/drawing/2014/main" id="{BB95AD39-A2CC-3846-8811-C2F30E962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1944" y="4069572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223.1.9.1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3" name="Text Box 95">
            <a:extLst>
              <a:ext uri="{FF2B5EF4-FFF2-40B4-BE49-F238E27FC236}">
                <a16:creationId xmlns:a16="http://schemas.microsoft.com/office/drawing/2014/main" id="{B3DB2C6D-56D0-A34E-9FEE-77AC692B7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719" y="2831322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223.1.9.2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2A0FD3-CBB5-2343-99A4-E0BB72F75639}"/>
              </a:ext>
            </a:extLst>
          </p:cNvPr>
          <p:cNvCxnSpPr>
            <a:cxnSpLocks/>
          </p:cNvCxnSpPr>
          <p:nvPr/>
        </p:nvCxnSpPr>
        <p:spPr>
          <a:xfrm>
            <a:off x="7907727" y="1333593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3DAEE092-30DA-494C-AE90-7728B58690D0}"/>
              </a:ext>
            </a:extLst>
          </p:cNvPr>
          <p:cNvCxnSpPr>
            <a:cxnSpLocks/>
          </p:cNvCxnSpPr>
          <p:nvPr/>
        </p:nvCxnSpPr>
        <p:spPr>
          <a:xfrm>
            <a:off x="7077714" y="1391530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D086C16F-8606-3B4A-BB18-E0F253FB3149}"/>
              </a:ext>
            </a:extLst>
          </p:cNvPr>
          <p:cNvCxnSpPr>
            <a:cxnSpLocks/>
          </p:cNvCxnSpPr>
          <p:nvPr/>
        </p:nvCxnSpPr>
        <p:spPr>
          <a:xfrm>
            <a:off x="8747817" y="1349966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60106E0D-D297-8345-A153-BA8DF38B54B6}"/>
              </a:ext>
            </a:extLst>
          </p:cNvPr>
          <p:cNvCxnSpPr>
            <a:cxnSpLocks/>
          </p:cNvCxnSpPr>
          <p:nvPr/>
        </p:nvCxnSpPr>
        <p:spPr>
          <a:xfrm>
            <a:off x="9721099" y="5845766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DBA2B390-640A-BF4F-B0C4-F7EEFDFF4607}"/>
              </a:ext>
            </a:extLst>
          </p:cNvPr>
          <p:cNvCxnSpPr>
            <a:cxnSpLocks/>
          </p:cNvCxnSpPr>
          <p:nvPr/>
        </p:nvCxnSpPr>
        <p:spPr>
          <a:xfrm>
            <a:off x="8855191" y="5831911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52E8D2E3-F3B0-7C43-AED8-9F54D363C86C}"/>
              </a:ext>
            </a:extLst>
          </p:cNvPr>
          <p:cNvCxnSpPr>
            <a:cxnSpLocks/>
          </p:cNvCxnSpPr>
          <p:nvPr/>
        </p:nvCxnSpPr>
        <p:spPr>
          <a:xfrm>
            <a:off x="6527626" y="5717611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291D6F8F-07FB-A848-ACDB-E5F5A82CB4D5}"/>
              </a:ext>
            </a:extLst>
          </p:cNvPr>
          <p:cNvCxnSpPr>
            <a:cxnSpLocks/>
          </p:cNvCxnSpPr>
          <p:nvPr/>
        </p:nvCxnSpPr>
        <p:spPr>
          <a:xfrm>
            <a:off x="5734453" y="5755711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022FF-D8F0-934B-89EC-002E67A42DFB}"/>
              </a:ext>
            </a:extLst>
          </p:cNvPr>
          <p:cNvGrpSpPr/>
          <p:nvPr/>
        </p:nvGrpSpPr>
        <p:grpSpPr>
          <a:xfrm>
            <a:off x="5269942" y="831439"/>
            <a:ext cx="4571749" cy="5747039"/>
            <a:chOff x="3921589" y="800442"/>
            <a:chExt cx="4571749" cy="5747039"/>
          </a:xfrm>
        </p:grpSpPr>
        <p:grpSp>
          <p:nvGrpSpPr>
            <p:cNvPr id="193" name="Group 127">
              <a:extLst>
                <a:ext uri="{FF2B5EF4-FFF2-40B4-BE49-F238E27FC236}">
                  <a16:creationId xmlns:a16="http://schemas.microsoft.com/office/drawing/2014/main" id="{3F21DB98-90D0-2949-9B59-D897E6BF53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2267" y="813299"/>
              <a:ext cx="641350" cy="558800"/>
              <a:chOff x="-44" y="1473"/>
              <a:chExt cx="981" cy="1105"/>
            </a:xfrm>
          </p:grpSpPr>
          <p:pic>
            <p:nvPicPr>
              <p:cNvPr id="194" name="Picture 128" descr="desktop_computer_stylized_medium">
                <a:extLst>
                  <a:ext uri="{FF2B5EF4-FFF2-40B4-BE49-F238E27FC236}">
                    <a16:creationId xmlns:a16="http://schemas.microsoft.com/office/drawing/2014/main" id="{5FC686D7-8C0E-E148-B8A9-29C753654C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5" name="Freeform 129">
                <a:extLst>
                  <a:ext uri="{FF2B5EF4-FFF2-40B4-BE49-F238E27FC236}">
                    <a16:creationId xmlns:a16="http://schemas.microsoft.com/office/drawing/2014/main" id="{8C375592-43C5-A94A-A657-F109708E2BB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96" name="Group 130">
              <a:extLst>
                <a:ext uri="{FF2B5EF4-FFF2-40B4-BE49-F238E27FC236}">
                  <a16:creationId xmlns:a16="http://schemas.microsoft.com/office/drawing/2014/main" id="{8531BDB7-6357-AB47-9D9A-95D2848E84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3214" y="845876"/>
              <a:ext cx="641350" cy="558800"/>
              <a:chOff x="-44" y="1473"/>
              <a:chExt cx="981" cy="1105"/>
            </a:xfrm>
          </p:grpSpPr>
          <p:pic>
            <p:nvPicPr>
              <p:cNvPr id="197" name="Picture 131" descr="desktop_computer_stylized_medium">
                <a:extLst>
                  <a:ext uri="{FF2B5EF4-FFF2-40B4-BE49-F238E27FC236}">
                    <a16:creationId xmlns:a16="http://schemas.microsoft.com/office/drawing/2014/main" id="{9B95FBC6-FBA8-4B49-811F-87393B875A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8" name="Freeform 132">
                <a:extLst>
                  <a:ext uri="{FF2B5EF4-FFF2-40B4-BE49-F238E27FC236}">
                    <a16:creationId xmlns:a16="http://schemas.microsoft.com/office/drawing/2014/main" id="{76B731D4-AA0B-D349-9CC0-BDB7D625F4C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99" name="Group 133">
              <a:extLst>
                <a:ext uri="{FF2B5EF4-FFF2-40B4-BE49-F238E27FC236}">
                  <a16:creationId xmlns:a16="http://schemas.microsoft.com/office/drawing/2014/main" id="{F1B2FB1F-1C2C-044F-AA04-C080F7D6B0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5064" y="800442"/>
              <a:ext cx="641350" cy="558800"/>
              <a:chOff x="-44" y="1473"/>
              <a:chExt cx="981" cy="1105"/>
            </a:xfrm>
          </p:grpSpPr>
          <p:pic>
            <p:nvPicPr>
              <p:cNvPr id="200" name="Picture 134" descr="desktop_computer_stylized_medium">
                <a:extLst>
                  <a:ext uri="{FF2B5EF4-FFF2-40B4-BE49-F238E27FC236}">
                    <a16:creationId xmlns:a16="http://schemas.microsoft.com/office/drawing/2014/main" id="{02F3D829-91D0-0E4F-B7E3-C0BC51D9C0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1" name="Freeform 135">
                <a:extLst>
                  <a:ext uri="{FF2B5EF4-FFF2-40B4-BE49-F238E27FC236}">
                    <a16:creationId xmlns:a16="http://schemas.microsoft.com/office/drawing/2014/main" id="{6B0B3BAE-D159-F84A-8165-7BFC85DC5F7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86EF1E37-3B49-0D40-87DC-F9FA89AFA2EF}"/>
                </a:ext>
              </a:extLst>
            </p:cNvPr>
            <p:cNvGrpSpPr/>
            <p:nvPr/>
          </p:nvGrpSpPr>
          <p:grpSpPr>
            <a:xfrm>
              <a:off x="5951096" y="2488367"/>
              <a:ext cx="764498" cy="449705"/>
              <a:chOff x="7493876" y="2774731"/>
              <a:chExt cx="1481958" cy="894622"/>
            </a:xfrm>
          </p:grpSpPr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40376F28-4749-CC48-A0CB-8B2AD034925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256D0A85-CDF4-AC42-AF4B-37B50E409C6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683CD1C1-F412-7448-A299-0E99E8221D1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8" name="Freeform 217">
                  <a:extLst>
                    <a:ext uri="{FF2B5EF4-FFF2-40B4-BE49-F238E27FC236}">
                      <a16:creationId xmlns:a16="http://schemas.microsoft.com/office/drawing/2014/main" id="{80DC24D7-3D47-1D41-B777-C81C9EB9FCE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Freeform 218">
                  <a:extLst>
                    <a:ext uri="{FF2B5EF4-FFF2-40B4-BE49-F238E27FC236}">
                      <a16:creationId xmlns:a16="http://schemas.microsoft.com/office/drawing/2014/main" id="{B43B84E6-BB86-984B-B3B6-D9EB953A85B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Freeform 219">
                  <a:extLst>
                    <a:ext uri="{FF2B5EF4-FFF2-40B4-BE49-F238E27FC236}">
                      <a16:creationId xmlns:a16="http://schemas.microsoft.com/office/drawing/2014/main" id="{9C11C97D-F662-DC4F-BD97-5429CFC9C89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Freeform 220">
                  <a:extLst>
                    <a:ext uri="{FF2B5EF4-FFF2-40B4-BE49-F238E27FC236}">
                      <a16:creationId xmlns:a16="http://schemas.microsoft.com/office/drawing/2014/main" id="{0311A4A8-E188-654A-8B89-EAB3405BA60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81584F37-BE6C-EA4B-971E-1912AA12BB25}"/>
                </a:ext>
              </a:extLst>
            </p:cNvPr>
            <p:cNvGrpSpPr/>
            <p:nvPr/>
          </p:nvGrpSpPr>
          <p:grpSpPr>
            <a:xfrm>
              <a:off x="7452610" y="4364636"/>
              <a:ext cx="764498" cy="449705"/>
              <a:chOff x="7493876" y="2774731"/>
              <a:chExt cx="1481958" cy="894622"/>
            </a:xfrm>
          </p:grpSpPr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31012971-DEA3-6845-AC13-A255CEA0240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32543A2D-22B6-0649-AEEC-F06F4021DD3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25" name="Group 224">
                <a:extLst>
                  <a:ext uri="{FF2B5EF4-FFF2-40B4-BE49-F238E27FC236}">
                    <a16:creationId xmlns:a16="http://schemas.microsoft.com/office/drawing/2014/main" id="{7BEFF53D-0E6A-8646-ACAC-71283F133B8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6" name="Freeform 225">
                  <a:extLst>
                    <a:ext uri="{FF2B5EF4-FFF2-40B4-BE49-F238E27FC236}">
                      <a16:creationId xmlns:a16="http://schemas.microsoft.com/office/drawing/2014/main" id="{04DABA4E-DEC2-D946-A0D0-F5C45FA6DC9D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Freeform 226">
                  <a:extLst>
                    <a:ext uri="{FF2B5EF4-FFF2-40B4-BE49-F238E27FC236}">
                      <a16:creationId xmlns:a16="http://schemas.microsoft.com/office/drawing/2014/main" id="{47344229-14F7-4C43-8414-5F5AF377468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Freeform 227">
                  <a:extLst>
                    <a:ext uri="{FF2B5EF4-FFF2-40B4-BE49-F238E27FC236}">
                      <a16:creationId xmlns:a16="http://schemas.microsoft.com/office/drawing/2014/main" id="{87FA5A08-7A6B-CF46-930C-602D8BDBC5C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Freeform 228">
                  <a:extLst>
                    <a:ext uri="{FF2B5EF4-FFF2-40B4-BE49-F238E27FC236}">
                      <a16:creationId xmlns:a16="http://schemas.microsoft.com/office/drawing/2014/main" id="{E499445B-0DB0-3142-B183-CA66C970877D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F91C53FA-ABA6-6D43-BB65-60DBBCFEC5C7}"/>
                </a:ext>
              </a:extLst>
            </p:cNvPr>
            <p:cNvGrpSpPr/>
            <p:nvPr/>
          </p:nvGrpSpPr>
          <p:grpSpPr>
            <a:xfrm>
              <a:off x="4517036" y="4382125"/>
              <a:ext cx="764498" cy="449705"/>
              <a:chOff x="7493876" y="2774731"/>
              <a:chExt cx="1481958" cy="894622"/>
            </a:xfrm>
          </p:grpSpPr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3294910F-4CB9-CF45-8646-26DE97A22ED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1316DC44-6A92-9B4B-9028-475050085E4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33" name="Group 232">
                <a:extLst>
                  <a:ext uri="{FF2B5EF4-FFF2-40B4-BE49-F238E27FC236}">
                    <a16:creationId xmlns:a16="http://schemas.microsoft.com/office/drawing/2014/main" id="{E4E7CEA9-1D4F-E545-90CA-F59A8B96693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34" name="Freeform 233">
                  <a:extLst>
                    <a:ext uri="{FF2B5EF4-FFF2-40B4-BE49-F238E27FC236}">
                      <a16:creationId xmlns:a16="http://schemas.microsoft.com/office/drawing/2014/main" id="{2B22DAA2-94E0-8D40-9ACC-D24ABE49BB2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Freeform 234">
                  <a:extLst>
                    <a:ext uri="{FF2B5EF4-FFF2-40B4-BE49-F238E27FC236}">
                      <a16:creationId xmlns:a16="http://schemas.microsoft.com/office/drawing/2014/main" id="{5BC674BD-4F28-8848-B1EE-7DEA5110F99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6" name="Freeform 235">
                  <a:extLst>
                    <a:ext uri="{FF2B5EF4-FFF2-40B4-BE49-F238E27FC236}">
                      <a16:creationId xmlns:a16="http://schemas.microsoft.com/office/drawing/2014/main" id="{D4EE57CB-32BD-2B45-8492-05F066B59A9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Freeform 236">
                  <a:extLst>
                    <a:ext uri="{FF2B5EF4-FFF2-40B4-BE49-F238E27FC236}">
                      <a16:creationId xmlns:a16="http://schemas.microsoft.com/office/drawing/2014/main" id="{A0F9C46B-BB97-4648-AFE1-934417BB3F9C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02" name="Group 136">
              <a:extLst>
                <a:ext uri="{FF2B5EF4-FFF2-40B4-BE49-F238E27FC236}">
                  <a16:creationId xmlns:a16="http://schemas.microsoft.com/office/drawing/2014/main" id="{A46FE443-1481-3F46-AEC2-DE1A894018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51988" y="5988681"/>
              <a:ext cx="641350" cy="558800"/>
              <a:chOff x="-44" y="1473"/>
              <a:chExt cx="981" cy="1105"/>
            </a:xfrm>
          </p:grpSpPr>
          <p:pic>
            <p:nvPicPr>
              <p:cNvPr id="203" name="Picture 137" descr="desktop_computer_stylized_medium">
                <a:extLst>
                  <a:ext uri="{FF2B5EF4-FFF2-40B4-BE49-F238E27FC236}">
                    <a16:creationId xmlns:a16="http://schemas.microsoft.com/office/drawing/2014/main" id="{552CE2C0-13B7-9545-9F73-E88A13A25D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4" name="Freeform 138">
                <a:extLst>
                  <a:ext uri="{FF2B5EF4-FFF2-40B4-BE49-F238E27FC236}">
                    <a16:creationId xmlns:a16="http://schemas.microsoft.com/office/drawing/2014/main" id="{EBDCE7D2-BE4A-B14C-92D1-68B5D3FE397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5" name="Group 139">
              <a:extLst>
                <a:ext uri="{FF2B5EF4-FFF2-40B4-BE49-F238E27FC236}">
                  <a16:creationId xmlns:a16="http://schemas.microsoft.com/office/drawing/2014/main" id="{AAAA10F5-D477-E34B-B7B6-A846542864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6190" y="5955947"/>
              <a:ext cx="641350" cy="558800"/>
              <a:chOff x="-44" y="1473"/>
              <a:chExt cx="981" cy="1105"/>
            </a:xfrm>
          </p:grpSpPr>
          <p:pic>
            <p:nvPicPr>
              <p:cNvPr id="206" name="Picture 140" descr="desktop_computer_stylized_medium">
                <a:extLst>
                  <a:ext uri="{FF2B5EF4-FFF2-40B4-BE49-F238E27FC236}">
                    <a16:creationId xmlns:a16="http://schemas.microsoft.com/office/drawing/2014/main" id="{ADD02C07-8622-9147-8C7E-716D0CC059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7" name="Freeform 141">
                <a:extLst>
                  <a:ext uri="{FF2B5EF4-FFF2-40B4-BE49-F238E27FC236}">
                    <a16:creationId xmlns:a16="http://schemas.microsoft.com/office/drawing/2014/main" id="{0A2F9078-621E-234E-A8BD-CBD1C8FFD9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8" name="Group 142">
              <a:extLst>
                <a:ext uri="{FF2B5EF4-FFF2-40B4-BE49-F238E27FC236}">
                  <a16:creationId xmlns:a16="http://schemas.microsoft.com/office/drawing/2014/main" id="{0790C796-AECD-6C43-9AC1-A6A32077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1589" y="5865644"/>
              <a:ext cx="641350" cy="558800"/>
              <a:chOff x="-44" y="1473"/>
              <a:chExt cx="981" cy="1105"/>
            </a:xfrm>
          </p:grpSpPr>
          <p:pic>
            <p:nvPicPr>
              <p:cNvPr id="209" name="Picture 143" descr="desktop_computer_stylized_medium">
                <a:extLst>
                  <a:ext uri="{FF2B5EF4-FFF2-40B4-BE49-F238E27FC236}">
                    <a16:creationId xmlns:a16="http://schemas.microsoft.com/office/drawing/2014/main" id="{EC7F2E78-D630-0742-B3E6-A2B2A451C7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0" name="Freeform 144">
                <a:extLst>
                  <a:ext uri="{FF2B5EF4-FFF2-40B4-BE49-F238E27FC236}">
                    <a16:creationId xmlns:a16="http://schemas.microsoft.com/office/drawing/2014/main" id="{137BFC0D-B6D7-614D-8B13-BEC91ACB8C4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1" name="Group 145">
              <a:extLst>
                <a:ext uri="{FF2B5EF4-FFF2-40B4-BE49-F238E27FC236}">
                  <a16:creationId xmlns:a16="http://schemas.microsoft.com/office/drawing/2014/main" id="{B7E1F2F7-7CD4-4E49-A5F4-F3F7ABB05B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3534" y="5813400"/>
              <a:ext cx="641350" cy="558800"/>
              <a:chOff x="-44" y="1473"/>
              <a:chExt cx="981" cy="1105"/>
            </a:xfrm>
          </p:grpSpPr>
          <p:pic>
            <p:nvPicPr>
              <p:cNvPr id="212" name="Picture 146" descr="desktop_computer_stylized_medium">
                <a:extLst>
                  <a:ext uri="{FF2B5EF4-FFF2-40B4-BE49-F238E27FC236}">
                    <a16:creationId xmlns:a16="http://schemas.microsoft.com/office/drawing/2014/main" id="{33328068-9D28-A94E-854E-AA55BDA92A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3" name="Freeform 147">
                <a:extLst>
                  <a:ext uri="{FF2B5EF4-FFF2-40B4-BE49-F238E27FC236}">
                    <a16:creationId xmlns:a16="http://schemas.microsoft.com/office/drawing/2014/main" id="{E60C7BD3-8A82-504B-B81D-2FDDD4220B2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44" name="Text Box 41">
            <a:extLst>
              <a:ext uri="{FF2B5EF4-FFF2-40B4-BE49-F238E27FC236}">
                <a16:creationId xmlns:a16="http://schemas.microsoft.com/office/drawing/2014/main" id="{5DBB1AC4-8014-5E49-A935-8490AAA2E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0324" y="5542214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8D420B-2797-1F49-A046-DBAA7356C19E}"/>
              </a:ext>
            </a:extLst>
          </p:cNvPr>
          <p:cNvGrpSpPr/>
          <p:nvPr/>
        </p:nvGrpSpPr>
        <p:grpSpPr>
          <a:xfrm>
            <a:off x="2970204" y="933306"/>
            <a:ext cx="9056493" cy="4702911"/>
            <a:chOff x="2970204" y="933306"/>
            <a:chExt cx="9056493" cy="4702911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480E4E41-341B-D44C-A65D-69A7E0B7DF8F}"/>
                </a:ext>
              </a:extLst>
            </p:cNvPr>
            <p:cNvGrpSpPr/>
            <p:nvPr/>
          </p:nvGrpSpPr>
          <p:grpSpPr>
            <a:xfrm>
              <a:off x="8152109" y="933306"/>
              <a:ext cx="3244327" cy="864497"/>
              <a:chOff x="6090834" y="607842"/>
              <a:chExt cx="3244327" cy="864497"/>
            </a:xfrm>
          </p:grpSpPr>
          <p:sp>
            <p:nvSpPr>
              <p:cNvPr id="91" name="Text Box 191">
                <a:extLst>
                  <a:ext uri="{FF2B5EF4-FFF2-40B4-BE49-F238E27FC236}">
                    <a16:creationId xmlns:a16="http://schemas.microsoft.com/office/drawing/2014/main" id="{D376C8BF-4E91-414E-99B4-9EDBBFFB07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55489" y="607842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223.1.1/24</a:t>
                </a: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A7F1EA1B-3CBF-2647-8FEC-4A2697C6D1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0834" y="866887"/>
                <a:ext cx="1222333" cy="605452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9318547F-F742-104D-9A1E-83C75E127CFF}"/>
                </a:ext>
              </a:extLst>
            </p:cNvPr>
            <p:cNvGrpSpPr/>
            <p:nvPr/>
          </p:nvGrpSpPr>
          <p:grpSpPr>
            <a:xfrm>
              <a:off x="8567981" y="2945502"/>
              <a:ext cx="2717381" cy="632023"/>
              <a:chOff x="6090835" y="840316"/>
              <a:chExt cx="2717381" cy="632023"/>
            </a:xfrm>
          </p:grpSpPr>
          <p:sp>
            <p:nvSpPr>
              <p:cNvPr id="96" name="Text Box 191">
                <a:extLst>
                  <a:ext uri="{FF2B5EF4-FFF2-40B4-BE49-F238E27FC236}">
                    <a16:creationId xmlns:a16="http://schemas.microsoft.com/office/drawing/2014/main" id="{BE0B33C0-E823-DF4A-9CD8-63EAD005BC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8544" y="840316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223.1.7/24</a:t>
                </a:r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02A0B626-F390-4D4A-AF51-431DE14568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0835" y="1102963"/>
                <a:ext cx="700005" cy="36937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18F4AFDD-E3C5-ED41-B6AB-FAA4C0538DA6}"/>
                </a:ext>
              </a:extLst>
            </p:cNvPr>
            <p:cNvGrpSpPr/>
            <p:nvPr/>
          </p:nvGrpSpPr>
          <p:grpSpPr>
            <a:xfrm>
              <a:off x="9262822" y="5019691"/>
              <a:ext cx="2763875" cy="616526"/>
              <a:chOff x="6090835" y="855813"/>
              <a:chExt cx="2763875" cy="616526"/>
            </a:xfrm>
          </p:grpSpPr>
          <p:sp>
            <p:nvSpPr>
              <p:cNvPr id="106" name="Text Box 191">
                <a:extLst>
                  <a:ext uri="{FF2B5EF4-FFF2-40B4-BE49-F238E27FC236}">
                    <a16:creationId xmlns:a16="http://schemas.microsoft.com/office/drawing/2014/main" id="{01FD5240-2EA2-0547-9E5A-DDECB3B6EB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75038" y="855813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223.1.3/24</a:t>
                </a:r>
              </a:p>
            </p:txBody>
          </p: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E21AC0BF-50DA-6045-8CEE-DC950BF4CD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0835" y="1102963"/>
                <a:ext cx="700005" cy="36937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C88727E-DE4C-2149-A9CB-D0081F154D0D}"/>
                </a:ext>
              </a:extLst>
            </p:cNvPr>
            <p:cNvGrpSpPr/>
            <p:nvPr/>
          </p:nvGrpSpPr>
          <p:grpSpPr>
            <a:xfrm>
              <a:off x="2970204" y="4924121"/>
              <a:ext cx="2681511" cy="616523"/>
              <a:chOff x="2350272" y="4955118"/>
              <a:chExt cx="2681511" cy="616523"/>
            </a:xfrm>
          </p:grpSpPr>
          <p:sp>
            <p:nvSpPr>
              <p:cNvPr id="109" name="Text Box 191">
                <a:extLst>
                  <a:ext uri="{FF2B5EF4-FFF2-40B4-BE49-F238E27FC236}">
                    <a16:creationId xmlns:a16="http://schemas.microsoft.com/office/drawing/2014/main" id="{A4D454C9-2377-2144-9568-DFFF47AB5F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0272" y="4955118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223.1.2/24</a:t>
                </a:r>
              </a:p>
            </p:txBody>
          </p: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F83AE024-1D73-064A-BCF8-30317353ED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1778" y="5202265"/>
                <a:ext cx="700005" cy="36937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8E4C11D-BAC1-9542-9E0F-838420ECC0F9}"/>
                </a:ext>
              </a:extLst>
            </p:cNvPr>
            <p:cNvGrpSpPr/>
            <p:nvPr/>
          </p:nvGrpSpPr>
          <p:grpSpPr>
            <a:xfrm>
              <a:off x="4362467" y="3185728"/>
              <a:ext cx="2495532" cy="492537"/>
              <a:chOff x="2536251" y="5079104"/>
              <a:chExt cx="2495532" cy="492537"/>
            </a:xfrm>
          </p:grpSpPr>
          <p:sp>
            <p:nvSpPr>
              <p:cNvPr id="112" name="Text Box 191">
                <a:extLst>
                  <a:ext uri="{FF2B5EF4-FFF2-40B4-BE49-F238E27FC236}">
                    <a16:creationId xmlns:a16="http://schemas.microsoft.com/office/drawing/2014/main" id="{C1545E2A-91DA-6941-824C-18B5505C17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6251" y="5079104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223.1.9/24</a:t>
                </a:r>
              </a:p>
            </p:txBody>
          </p: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BDF0C53D-5034-4441-862A-8627EC8860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9085" y="5349499"/>
                <a:ext cx="472698" cy="222142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CB2CAF3-1397-8349-831B-5AFEFB9A7D54}"/>
                </a:ext>
              </a:extLst>
            </p:cNvPr>
            <p:cNvGrpSpPr/>
            <p:nvPr/>
          </p:nvGrpSpPr>
          <p:grpSpPr>
            <a:xfrm>
              <a:off x="6605504" y="4602997"/>
              <a:ext cx="2079672" cy="648084"/>
              <a:chOff x="1320582" y="5594888"/>
              <a:chExt cx="2079672" cy="648084"/>
            </a:xfrm>
          </p:grpSpPr>
          <p:sp>
            <p:nvSpPr>
              <p:cNvPr id="115" name="Text Box 191">
                <a:extLst>
                  <a:ext uri="{FF2B5EF4-FFF2-40B4-BE49-F238E27FC236}">
                    <a16:creationId xmlns:a16="http://schemas.microsoft.com/office/drawing/2014/main" id="{2DC2D22A-1CD2-634F-8976-C28F4B96CD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0582" y="5842862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223.1.8/24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3911C1C-F5CA-8741-A35F-BE8EE6DB2AE9}"/>
                  </a:ext>
                </a:extLst>
              </p:cNvPr>
              <p:cNvCxnSpPr/>
              <p:nvPr/>
            </p:nvCxnSpPr>
            <p:spPr>
              <a:xfrm flipV="1">
                <a:off x="2355742" y="5594888"/>
                <a:ext cx="0" cy="340963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8" name="Slide Number Placeholder 3">
            <a:extLst>
              <a:ext uri="{FF2B5EF4-FFF2-40B4-BE49-F238E27FC236}">
                <a16:creationId xmlns:a16="http://schemas.microsoft.com/office/drawing/2014/main" id="{4B49317B-9855-3844-A22F-AD77FDB60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0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IP addresses: how to get one?</a:t>
            </a:r>
            <a:endParaRPr lang="en-US" dirty="0"/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910964" y="1504585"/>
            <a:ext cx="11096157" cy="2677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That’s actually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two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questions:</a:t>
            </a:r>
          </a:p>
          <a:p>
            <a:pPr marL="644525" marR="0" lvl="0" indent="-3460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Q: How does a </a:t>
            </a:r>
            <a:r>
              <a:rPr kumimoji="0" lang="en-US" altLang="en-US" sz="3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host</a:t>
            </a: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 IP address within its network (host part of address)?</a:t>
            </a:r>
          </a:p>
          <a:p>
            <a:pPr marL="644525" marR="0" lvl="0" indent="-3460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Q: How does a </a:t>
            </a:r>
            <a:r>
              <a:rPr kumimoji="0" lang="en-US" altLang="en-US" sz="3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</a:t>
            </a: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 IP address for itself (network part of address)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BA2288-FC78-F84B-AA24-40801EC93568}"/>
              </a:ext>
            </a:extLst>
          </p:cNvPr>
          <p:cNvSpPr/>
          <p:nvPr/>
        </p:nvSpPr>
        <p:spPr>
          <a:xfrm>
            <a:off x="1104900" y="4234164"/>
            <a:ext cx="1053308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How does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host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 IP address?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hard-coded by sysadmin in config file (e.g.,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/etc/rc.config in UNIX)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DHCP: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ynamic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ost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C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onfiguration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rotocol: dynamically get address from as server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“plug-and-play”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084C300-711D-1C4E-A81B-733D1F5A7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30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DHCP: Dynamic Host Configuration Protocol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895974" y="1369673"/>
            <a:ext cx="11096157" cy="2317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goal: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host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dynamically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obtains IP address from network server when it “joins” network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can renew its lease on address in use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allows reuse of addresses (only hold address while connected/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on)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support for mobile users who join/leave network 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1A4878C-1BFB-0D4A-B7ED-0141B1F98B2A}"/>
              </a:ext>
            </a:extLst>
          </p:cNvPr>
          <p:cNvSpPr txBox="1">
            <a:spLocks noChangeArrowheads="1"/>
          </p:cNvSpPr>
          <p:nvPr/>
        </p:nvSpPr>
        <p:spPr>
          <a:xfrm>
            <a:off x="869430" y="3920499"/>
            <a:ext cx="11096157" cy="2345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DHCP overview: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broadcasts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discover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msg [optional]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server responds with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offer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msg [optional]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requests IP address: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request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msg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server sends address: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ack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msg 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56901C4-5463-CC4D-A8BA-E1B660D56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89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IP addresses: how to get one?</a:t>
            </a:r>
            <a:endParaRPr lang="en-US" dirty="0"/>
          </a:p>
        </p:txBody>
      </p:sp>
      <p:sp>
        <p:nvSpPr>
          <p:cNvPr id="187" name="Rectangle 3">
            <a:extLst>
              <a:ext uri="{FF2B5EF4-FFF2-40B4-BE49-F238E27FC236}">
                <a16:creationId xmlns:a16="http://schemas.microsoft.com/office/drawing/2014/main" id="{2073622D-6F9C-D746-A469-197BF98377DD}"/>
              </a:ext>
            </a:extLst>
          </p:cNvPr>
          <p:cNvSpPr txBox="1">
            <a:spLocks noChangeArrowheads="1"/>
          </p:cNvSpPr>
          <p:nvPr/>
        </p:nvSpPr>
        <p:spPr>
          <a:xfrm>
            <a:off x="837133" y="1343025"/>
            <a:ext cx="11354867" cy="1809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Q: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how does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 subnet part of IP address?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gets allocated portion of its provider ISP’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 address space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188" name="Text Box 4">
            <a:extLst>
              <a:ext uri="{FF2B5EF4-FFF2-40B4-BE49-F238E27FC236}">
                <a16:creationId xmlns:a16="http://schemas.microsoft.com/office/drawing/2014/main" id="{BF69A025-ADD0-274A-BCF8-C6B01CCE2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28" y="2739402"/>
            <a:ext cx="1021577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ISP's block         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11001000  00010111  0001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0000  00000000    200.23.16.0/20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36F5AF04-FCF6-9549-BBEA-D1CFFCEE0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687667"/>
            <a:ext cx="1021577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ISP can then allocate out its address space in 8 blocks: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0   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11001000  00010111  0001000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  00000000    200.23.16.0/23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1   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11001000  00010111  0001001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  00000000    200.23.18.0/23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2   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11001000  00010111  0001010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  00000000    200.23.20.0/23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...                                          …..                                   ….                ….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7   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11001000  00010111  0001111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   00000000    200.23.30.0/23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1B4E582-D8A2-B24B-AC16-BD79805CC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18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154EF-DC73-9D46-B357-8C749816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and Host IDs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A498C-1594-4C45-ACE2-9E35E9219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840" y="1582420"/>
            <a:ext cx="9259971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776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Methods of allocating addresses?</a:t>
            </a:r>
            <a:br>
              <a:rPr lang="en-US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Font typeface="+mj-lt"/>
              <a:buAutoNum type="arabicPeriod"/>
              <a:defRPr/>
            </a:pPr>
            <a:r>
              <a:rPr lang="en-US" dirty="0" err="1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Classful</a:t>
            </a:r>
            <a:endParaRPr lang="en-US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Fixed Length Subnet Mask (FLSM)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Variable Length Subnet Mask(VLSM)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2241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Subnetting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types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examples 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given a required number of networks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given a required number of clients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Given an IP address &amp; Subnet Mask, finding original network range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4582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786</Words>
  <Application>Microsoft Macintosh PowerPoint</Application>
  <PresentationFormat>Widescreen</PresentationFormat>
  <Paragraphs>199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ＭＳ Ｐゴシック</vt:lpstr>
      <vt:lpstr>Arial</vt:lpstr>
      <vt:lpstr>Calibri</vt:lpstr>
      <vt:lpstr>Calibri Light</vt:lpstr>
      <vt:lpstr>Comic Sans MS</vt:lpstr>
      <vt:lpstr>Gill Sans MT</vt:lpstr>
      <vt:lpstr>Times New Roman</vt:lpstr>
      <vt:lpstr>Wingdings</vt:lpstr>
      <vt:lpstr>Office Theme</vt:lpstr>
      <vt:lpstr>IT694 Computer Networks Week 9-Lec 1</vt:lpstr>
      <vt:lpstr>IP addressing: introduction</vt:lpstr>
      <vt:lpstr>IP addressing: introduction</vt:lpstr>
      <vt:lpstr>IP addressing: introduction</vt:lpstr>
      <vt:lpstr>Subnets</vt:lpstr>
      <vt:lpstr>Subnets</vt:lpstr>
      <vt:lpstr>Subnets</vt:lpstr>
      <vt:lpstr>IP addresses: how to get one?</vt:lpstr>
      <vt:lpstr>DHCP: Dynamic Host Configuration Protocol</vt:lpstr>
      <vt:lpstr>IP addresses: how to get one?</vt:lpstr>
      <vt:lpstr>Network and Host IDs</vt:lpstr>
      <vt:lpstr>Methods of allocating addresses? </vt:lpstr>
      <vt:lpstr>Subnetting Types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 Week 9-Lec 1</dc:title>
  <dc:creator>Microsoft Office User</dc:creator>
  <cp:lastModifiedBy>Microsoft Office User</cp:lastModifiedBy>
  <cp:revision>2</cp:revision>
  <dcterms:created xsi:type="dcterms:W3CDTF">2025-03-18T06:15:59Z</dcterms:created>
  <dcterms:modified xsi:type="dcterms:W3CDTF">2025-03-18T06:18:07Z</dcterms:modified>
</cp:coreProperties>
</file>