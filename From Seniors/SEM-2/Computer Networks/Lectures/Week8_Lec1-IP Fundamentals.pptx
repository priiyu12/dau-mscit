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1129" r:id="rId3"/>
    <p:sldId id="1047" r:id="rId4"/>
    <p:sldId id="1203" r:id="rId5"/>
    <p:sldId id="1052" r:id="rId6"/>
    <p:sldId id="1196" r:id="rId7"/>
    <p:sldId id="1237" r:id="rId8"/>
    <p:sldId id="1049" r:id="rId9"/>
    <p:sldId id="1051" r:id="rId10"/>
    <p:sldId id="1082" r:id="rId11"/>
    <p:sldId id="542" r:id="rId12"/>
    <p:sldId id="1055" r:id="rId13"/>
    <p:sldId id="1238" r:id="rId14"/>
    <p:sldId id="1058" r:id="rId15"/>
    <p:sldId id="1240" r:id="rId16"/>
    <p:sldId id="1068" r:id="rId17"/>
    <p:sldId id="1069" r:id="rId18"/>
    <p:sldId id="1070"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727"/>
    <p:restoredTop sz="96405"/>
  </p:normalViewPr>
  <p:slideViewPr>
    <p:cSldViewPr snapToGrid="0" snapToObjects="1">
      <p:cViewPr varScale="1">
        <p:scale>
          <a:sx n="112" d="100"/>
          <a:sy n="112" d="100"/>
        </p:scale>
        <p:origin x="216" y="6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D35D2C-C205-A24E-9B69-BB8EBB8EFA98}" type="datetimeFigureOut">
              <a:rPr lang="en-US" smtClean="0"/>
              <a:t>3/4/25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0C75EF-4A8F-EB46-AC99-D35C9B1104B0}" type="slidenum">
              <a:rPr lang="en-US" smtClean="0"/>
              <a:t>‹#›</a:t>
            </a:fld>
            <a:endParaRPr lang="en-US"/>
          </a:p>
        </p:txBody>
      </p:sp>
    </p:spTree>
    <p:extLst>
      <p:ext uri="{BB962C8B-B14F-4D97-AF65-F5344CB8AC3E}">
        <p14:creationId xmlns:p14="http://schemas.microsoft.com/office/powerpoint/2010/main" val="3729176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16EA1AD-6EA3-1049-AB4E-FC15F4DC35F9}" type="slidenum">
              <a:rPr lang="en-US" smtClean="0"/>
              <a:t>2</a:t>
            </a:fld>
            <a:endParaRPr lang="en-US" dirty="0"/>
          </a:p>
        </p:txBody>
      </p:sp>
    </p:spTree>
    <p:extLst>
      <p:ext uri="{BB962C8B-B14F-4D97-AF65-F5344CB8AC3E}">
        <p14:creationId xmlns:p14="http://schemas.microsoft.com/office/powerpoint/2010/main" val="35532965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868444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583987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506028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mj-lt"/>
              <a:buAutoNum type="arabicPeriod"/>
              <a:tabLst/>
              <a:defRPr/>
            </a:pPr>
            <a:r>
              <a:rPr lang="en-US" sz="1800" dirty="0">
                <a:effectLst/>
                <a:latin typeface="TimesLTPro"/>
              </a:rPr>
              <a:t>We can easily recognize the principal router components in Figure 4.4 in this analogy—the entry road and entry station correspond to the input port (with a lookup function to determine to local outgoing port); the roundabout corresponds to the switch fabric; and the roundabout exit road corresponds to the output port. With this analogy, it’s instructive to consider where bottlenecks might occur. What happens if cars arrive blazingly fast (for example, the roundabout is in Germany or Italy!) but the station attendant is slow? How fast must the attendant work to ensure there’s no backup on an entry road? Even with a blazingly fast attendant, what happens if cars traverse the roundabout slowly—can backups still occur? And what happens if most of the cars entering at all of the roundabout’s entrance ramps all want to leave the roundabout at the same exit ramp—can backups occur at the exit ramp or elsewhere? How should the roundabout operate if we want to assign priorities to different cars, or block certain cars from entering the roundabout in the first place? These are all analogous to critical questions faced by router and switch designers. </a:t>
            </a:r>
            <a:endParaRPr lang="en-US" dirty="0">
              <a:effectLst/>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919242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039463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6EA1AD-6EA3-1049-AB4E-FC15F4DC35F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638591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488347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826" name="Rectangle 2">
            <a:extLst>
              <a:ext uri="{FF2B5EF4-FFF2-40B4-BE49-F238E27FC236}">
                <a16:creationId xmlns:a16="http://schemas.microsoft.com/office/drawing/2014/main" id="{E592CAF1-114D-6C84-3498-1813BC97DA0F}"/>
              </a:ext>
            </a:extLst>
          </p:cNvPr>
          <p:cNvSpPr>
            <a:spLocks noGrp="1" noRot="1" noChangeAspect="1" noChangeArrowheads="1" noTextEdit="1"/>
          </p:cNvSpPr>
          <p:nvPr>
            <p:ph type="sldImg"/>
          </p:nvPr>
        </p:nvSpPr>
        <p:spPr>
          <a:ln/>
        </p:spPr>
      </p:sp>
      <p:sp>
        <p:nvSpPr>
          <p:cNvPr id="333827" name="Rectangle 3">
            <a:extLst>
              <a:ext uri="{FF2B5EF4-FFF2-40B4-BE49-F238E27FC236}">
                <a16:creationId xmlns:a16="http://schemas.microsoft.com/office/drawing/2014/main" id="{AE3F9AE0-E244-6CB4-EEB7-70524D08F159}"/>
              </a:ext>
            </a:extLst>
          </p:cNvPr>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37237688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316255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Green box is a physical layer responsible for receiving bit level transmission.  Copper, fiber wireless.</a:t>
            </a:r>
          </a:p>
          <a:p>
            <a:r>
              <a:rPr lang="en-US" dirty="0"/>
              <a:t>Link layer in blue – bit assemble into Ethernet frame.   We will discuss this in details in chapter 6.  </a:t>
            </a:r>
          </a:p>
          <a:p>
            <a:r>
              <a:rPr lang="en-US" dirty="0"/>
              <a:t>But most critical one, is here.  Lookup, forwarding function.    Lookup and forward is “Match plus action” behavior.  </a:t>
            </a:r>
          </a:p>
          <a:p>
            <a:r>
              <a:rPr lang="en-US" dirty="0"/>
              <a:t>GOAL – processing at “line speed”,  otherwise, buffer will be full and packet will be lost</a:t>
            </a:r>
          </a:p>
          <a:p>
            <a:endParaRPr lang="en-US" dirty="0"/>
          </a:p>
          <a:p>
            <a:endParaRPr lang="en-US" dirty="0"/>
          </a:p>
          <a:p>
            <a:r>
              <a:rPr lang="en-US" dirty="0"/>
              <a:t> </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990177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371898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076210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39199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673320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778E7-1018-D147-875A-C32B358D7EA4}"/>
              </a:ext>
            </a:extLst>
          </p:cNvPr>
          <p:cNvSpPr>
            <a:spLocks noGrp="1"/>
          </p:cNvSpPr>
          <p:nvPr>
            <p:ph type="ctrTitle"/>
          </p:nvPr>
        </p:nvSpPr>
        <p:spPr>
          <a:xfrm>
            <a:off x="1524000" y="1122363"/>
            <a:ext cx="9144000" cy="2387600"/>
          </a:xfrm>
        </p:spPr>
        <p:txBody>
          <a:bodyPr anchor="b"/>
          <a:lstStyle>
            <a:lvl1pPr algn="ctr">
              <a:defRPr sz="6000">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3" name="Subtitle 2">
            <a:extLst>
              <a:ext uri="{FF2B5EF4-FFF2-40B4-BE49-F238E27FC236}">
                <a16:creationId xmlns:a16="http://schemas.microsoft.com/office/drawing/2014/main" id="{BEC82660-8BCB-744B-A4D5-A9960CE41ED1}"/>
              </a:ext>
            </a:extLst>
          </p:cNvPr>
          <p:cNvSpPr>
            <a:spLocks noGrp="1"/>
          </p:cNvSpPr>
          <p:nvPr>
            <p:ph type="subTitle" idx="1"/>
          </p:nvPr>
        </p:nvSpPr>
        <p:spPr>
          <a:xfrm>
            <a:off x="1524000" y="3602038"/>
            <a:ext cx="9144000" cy="1655762"/>
          </a:xfrm>
        </p:spPr>
        <p:txBody>
          <a:bodyPr/>
          <a:lstStyle>
            <a:lvl1pPr marL="0" indent="0" algn="ctr">
              <a:buNone/>
              <a:defRPr sz="24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37959433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EDF6C-1553-BA41-A1FB-B4E2D3BA559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5170B3B-B4AC-524D-9819-55A9E4089AD4}"/>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426869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D6CA4B-A9E2-5842-BE05-8C34C5DD57E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8451AED-1AFF-FB42-B77E-A6A14C9EF77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28781980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5046A-E23F-C84C-BCEF-4E433337FA5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592573D-356B-FD41-905E-78D789200270}"/>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689F652-133D-EA47-B78B-29E5EFE26E0A}"/>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151795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6774D-9F81-9541-AAC0-927B0C36B87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9EEBB1B-6DA8-7D4B-B089-41C0648DE2C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CB320315-DEAD-3A49-B754-5B059FBDEC03}"/>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2A7B098-31C6-D741-A81B-C568AAC8463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90DDD0B8-313B-2C42-B075-602F3C4ED3A9}"/>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D70874F-D1F7-E548-80FE-817EF9512FBF}"/>
              </a:ext>
            </a:extLst>
          </p:cNvPr>
          <p:cNvSpPr>
            <a:spLocks noGrp="1"/>
          </p:cNvSpPr>
          <p:nvPr>
            <p:ph type="dt" sz="half" idx="10"/>
          </p:nvPr>
        </p:nvSpPr>
        <p:spPr>
          <a:xfrm>
            <a:off x="838200" y="6356350"/>
            <a:ext cx="2743200" cy="365125"/>
          </a:xfrm>
          <a:prstGeom prst="rect">
            <a:avLst/>
          </a:prstGeom>
        </p:spPr>
        <p:txBody>
          <a:bodyPr/>
          <a:lstStyle/>
          <a:p>
            <a:fld id="{F4A2302B-D1A9-8043-9549-7F371B533FCD}" type="datetimeFigureOut">
              <a:rPr lang="en-US" smtClean="0"/>
              <a:t>3/4/25</a:t>
            </a:fld>
            <a:endParaRPr lang="en-US"/>
          </a:p>
        </p:txBody>
      </p:sp>
      <p:sp>
        <p:nvSpPr>
          <p:cNvPr id="8" name="Footer Placeholder 7">
            <a:extLst>
              <a:ext uri="{FF2B5EF4-FFF2-40B4-BE49-F238E27FC236}">
                <a16:creationId xmlns:a16="http://schemas.microsoft.com/office/drawing/2014/main" id="{802B4F3A-07D3-A247-83DD-012790B5A55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0030C2BF-7275-8048-8A4E-E493EBC79D18}"/>
              </a:ext>
            </a:extLst>
          </p:cNvPr>
          <p:cNvSpPr>
            <a:spLocks noGrp="1"/>
          </p:cNvSpPr>
          <p:nvPr>
            <p:ph type="sldNum" sz="quarter" idx="12"/>
          </p:nvPr>
        </p:nvSpPr>
        <p:spPr>
          <a:xfrm>
            <a:off x="8610600" y="6356350"/>
            <a:ext cx="2743200" cy="365125"/>
          </a:xfrm>
          <a:prstGeom prst="rect">
            <a:avLst/>
          </a:prstGeom>
        </p:spPr>
        <p:txBody>
          <a:bodyPr/>
          <a:lstStyle/>
          <a:p>
            <a:fld id="{7E0BF451-9906-A04A-8AD6-B3999E16062A}" type="slidenum">
              <a:rPr lang="en-US" smtClean="0"/>
              <a:t>‹#›</a:t>
            </a:fld>
            <a:endParaRPr lang="en-US"/>
          </a:p>
        </p:txBody>
      </p:sp>
    </p:spTree>
    <p:extLst>
      <p:ext uri="{BB962C8B-B14F-4D97-AF65-F5344CB8AC3E}">
        <p14:creationId xmlns:p14="http://schemas.microsoft.com/office/powerpoint/2010/main" val="7083998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610BB-CBED-434A-8553-3E682A032E2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17B041C-D8E7-E745-B5C2-40847AC776C7}"/>
              </a:ext>
            </a:extLst>
          </p:cNvPr>
          <p:cNvSpPr>
            <a:spLocks noGrp="1"/>
          </p:cNvSpPr>
          <p:nvPr>
            <p:ph type="dt" sz="half" idx="10"/>
          </p:nvPr>
        </p:nvSpPr>
        <p:spPr>
          <a:xfrm>
            <a:off x="838200" y="6356350"/>
            <a:ext cx="2743200" cy="365125"/>
          </a:xfrm>
          <a:prstGeom prst="rect">
            <a:avLst/>
          </a:prstGeom>
        </p:spPr>
        <p:txBody>
          <a:bodyPr/>
          <a:lstStyle/>
          <a:p>
            <a:fld id="{F4A2302B-D1A9-8043-9549-7F371B533FCD}" type="datetimeFigureOut">
              <a:rPr lang="en-US" smtClean="0"/>
              <a:t>3/4/25</a:t>
            </a:fld>
            <a:endParaRPr lang="en-US"/>
          </a:p>
        </p:txBody>
      </p:sp>
      <p:sp>
        <p:nvSpPr>
          <p:cNvPr id="4" name="Footer Placeholder 3">
            <a:extLst>
              <a:ext uri="{FF2B5EF4-FFF2-40B4-BE49-F238E27FC236}">
                <a16:creationId xmlns:a16="http://schemas.microsoft.com/office/drawing/2014/main" id="{DB2205C8-1578-7342-BAF8-8AD1AB474D4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6E947035-F983-4745-9AEA-811C3A411553}"/>
              </a:ext>
            </a:extLst>
          </p:cNvPr>
          <p:cNvSpPr>
            <a:spLocks noGrp="1"/>
          </p:cNvSpPr>
          <p:nvPr>
            <p:ph type="sldNum" sz="quarter" idx="12"/>
          </p:nvPr>
        </p:nvSpPr>
        <p:spPr>
          <a:xfrm>
            <a:off x="8610600" y="6356350"/>
            <a:ext cx="2743200" cy="365125"/>
          </a:xfrm>
          <a:prstGeom prst="rect">
            <a:avLst/>
          </a:prstGeom>
        </p:spPr>
        <p:txBody>
          <a:bodyPr/>
          <a:lstStyle/>
          <a:p>
            <a:fld id="{7E0BF451-9906-A04A-8AD6-B3999E16062A}" type="slidenum">
              <a:rPr lang="en-US" smtClean="0"/>
              <a:t>‹#›</a:t>
            </a:fld>
            <a:endParaRPr lang="en-US"/>
          </a:p>
        </p:txBody>
      </p:sp>
    </p:spTree>
    <p:extLst>
      <p:ext uri="{BB962C8B-B14F-4D97-AF65-F5344CB8AC3E}">
        <p14:creationId xmlns:p14="http://schemas.microsoft.com/office/powerpoint/2010/main" val="24436566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26D97C3-0852-2943-A930-0EE87FEC266E}"/>
              </a:ext>
            </a:extLst>
          </p:cNvPr>
          <p:cNvSpPr>
            <a:spLocks noGrp="1"/>
          </p:cNvSpPr>
          <p:nvPr>
            <p:ph type="dt" sz="half" idx="10"/>
          </p:nvPr>
        </p:nvSpPr>
        <p:spPr>
          <a:xfrm>
            <a:off x="838200" y="6356350"/>
            <a:ext cx="2743200" cy="365125"/>
          </a:xfrm>
          <a:prstGeom prst="rect">
            <a:avLst/>
          </a:prstGeom>
        </p:spPr>
        <p:txBody>
          <a:bodyPr/>
          <a:lstStyle/>
          <a:p>
            <a:fld id="{F4A2302B-D1A9-8043-9549-7F371B533FCD}" type="datetimeFigureOut">
              <a:rPr lang="en-US" smtClean="0"/>
              <a:t>3/4/25</a:t>
            </a:fld>
            <a:endParaRPr lang="en-US"/>
          </a:p>
        </p:txBody>
      </p:sp>
      <p:sp>
        <p:nvSpPr>
          <p:cNvPr id="3" name="Footer Placeholder 2">
            <a:extLst>
              <a:ext uri="{FF2B5EF4-FFF2-40B4-BE49-F238E27FC236}">
                <a16:creationId xmlns:a16="http://schemas.microsoft.com/office/drawing/2014/main" id="{1FBE9E3C-ED71-A145-A1CD-8F626B28FEAD}"/>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9E2766DE-5264-2448-950E-9DDA9963D7E4}"/>
              </a:ext>
            </a:extLst>
          </p:cNvPr>
          <p:cNvSpPr>
            <a:spLocks noGrp="1"/>
          </p:cNvSpPr>
          <p:nvPr>
            <p:ph type="sldNum" sz="quarter" idx="12"/>
          </p:nvPr>
        </p:nvSpPr>
        <p:spPr>
          <a:xfrm>
            <a:off x="8610600" y="6356350"/>
            <a:ext cx="2743200" cy="365125"/>
          </a:xfrm>
          <a:prstGeom prst="rect">
            <a:avLst/>
          </a:prstGeom>
        </p:spPr>
        <p:txBody>
          <a:bodyPr/>
          <a:lstStyle/>
          <a:p>
            <a:fld id="{7E0BF451-9906-A04A-8AD6-B3999E16062A}" type="slidenum">
              <a:rPr lang="en-US" smtClean="0"/>
              <a:t>‹#›</a:t>
            </a:fld>
            <a:endParaRPr lang="en-US"/>
          </a:p>
        </p:txBody>
      </p:sp>
    </p:spTree>
    <p:extLst>
      <p:ext uri="{BB962C8B-B14F-4D97-AF65-F5344CB8AC3E}">
        <p14:creationId xmlns:p14="http://schemas.microsoft.com/office/powerpoint/2010/main" val="31594459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02BE24-62DB-3047-A100-0850AE5D2BD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0C03853-4931-2148-ABF2-C499B42DEFB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B12414F-DA09-F64F-AF4D-70259B6FB0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73B4EBE5-7262-BF45-BB15-B345AD419B3F}"/>
              </a:ext>
            </a:extLst>
          </p:cNvPr>
          <p:cNvSpPr>
            <a:spLocks noGrp="1"/>
          </p:cNvSpPr>
          <p:nvPr>
            <p:ph type="dt" sz="half" idx="10"/>
          </p:nvPr>
        </p:nvSpPr>
        <p:spPr>
          <a:xfrm>
            <a:off x="838200" y="6356350"/>
            <a:ext cx="2743200" cy="365125"/>
          </a:xfrm>
          <a:prstGeom prst="rect">
            <a:avLst/>
          </a:prstGeom>
        </p:spPr>
        <p:txBody>
          <a:bodyPr/>
          <a:lstStyle/>
          <a:p>
            <a:fld id="{F4A2302B-D1A9-8043-9549-7F371B533FCD}" type="datetimeFigureOut">
              <a:rPr lang="en-US" smtClean="0"/>
              <a:t>3/4/25</a:t>
            </a:fld>
            <a:endParaRPr lang="en-US"/>
          </a:p>
        </p:txBody>
      </p:sp>
      <p:sp>
        <p:nvSpPr>
          <p:cNvPr id="6" name="Footer Placeholder 5">
            <a:extLst>
              <a:ext uri="{FF2B5EF4-FFF2-40B4-BE49-F238E27FC236}">
                <a16:creationId xmlns:a16="http://schemas.microsoft.com/office/drawing/2014/main" id="{3765B9C7-FE0B-304E-8805-DBEE4F384252}"/>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BAA1B7D0-CAC6-4249-829B-1BC93249A7D8}"/>
              </a:ext>
            </a:extLst>
          </p:cNvPr>
          <p:cNvSpPr>
            <a:spLocks noGrp="1"/>
          </p:cNvSpPr>
          <p:nvPr>
            <p:ph type="sldNum" sz="quarter" idx="12"/>
          </p:nvPr>
        </p:nvSpPr>
        <p:spPr>
          <a:xfrm>
            <a:off x="8610600" y="6356350"/>
            <a:ext cx="2743200" cy="365125"/>
          </a:xfrm>
          <a:prstGeom prst="rect">
            <a:avLst/>
          </a:prstGeom>
        </p:spPr>
        <p:txBody>
          <a:bodyPr/>
          <a:lstStyle/>
          <a:p>
            <a:fld id="{7E0BF451-9906-A04A-8AD6-B3999E16062A}" type="slidenum">
              <a:rPr lang="en-US" smtClean="0"/>
              <a:t>‹#›</a:t>
            </a:fld>
            <a:endParaRPr lang="en-US"/>
          </a:p>
        </p:txBody>
      </p:sp>
    </p:spTree>
    <p:extLst>
      <p:ext uri="{BB962C8B-B14F-4D97-AF65-F5344CB8AC3E}">
        <p14:creationId xmlns:p14="http://schemas.microsoft.com/office/powerpoint/2010/main" val="14639967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3BE6F-066E-184F-9077-C5EBEFC149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CDE77BE-2E1D-CD48-8153-1E701F6DD79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9031238-1F6C-384B-91EB-5C8E1165CD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72DA2F0A-C05F-474D-A6EF-0A90406D36F0}"/>
              </a:ext>
            </a:extLst>
          </p:cNvPr>
          <p:cNvSpPr>
            <a:spLocks noGrp="1"/>
          </p:cNvSpPr>
          <p:nvPr>
            <p:ph type="dt" sz="half" idx="10"/>
          </p:nvPr>
        </p:nvSpPr>
        <p:spPr>
          <a:xfrm>
            <a:off x="838200" y="6356350"/>
            <a:ext cx="2743200" cy="365125"/>
          </a:xfrm>
          <a:prstGeom prst="rect">
            <a:avLst/>
          </a:prstGeom>
        </p:spPr>
        <p:txBody>
          <a:bodyPr/>
          <a:lstStyle/>
          <a:p>
            <a:fld id="{F4A2302B-D1A9-8043-9549-7F371B533FCD}" type="datetimeFigureOut">
              <a:rPr lang="en-US" smtClean="0"/>
              <a:t>3/4/25</a:t>
            </a:fld>
            <a:endParaRPr lang="en-US"/>
          </a:p>
        </p:txBody>
      </p:sp>
      <p:sp>
        <p:nvSpPr>
          <p:cNvPr id="6" name="Footer Placeholder 5">
            <a:extLst>
              <a:ext uri="{FF2B5EF4-FFF2-40B4-BE49-F238E27FC236}">
                <a16:creationId xmlns:a16="http://schemas.microsoft.com/office/drawing/2014/main" id="{F640ECE4-EB06-E74C-96E1-6F10916A50A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81F05369-F655-604B-84F2-620F1FF5610B}"/>
              </a:ext>
            </a:extLst>
          </p:cNvPr>
          <p:cNvSpPr>
            <a:spLocks noGrp="1"/>
          </p:cNvSpPr>
          <p:nvPr>
            <p:ph type="sldNum" sz="quarter" idx="12"/>
          </p:nvPr>
        </p:nvSpPr>
        <p:spPr>
          <a:xfrm>
            <a:off x="8610600" y="6356350"/>
            <a:ext cx="2743200" cy="365125"/>
          </a:xfrm>
          <a:prstGeom prst="rect">
            <a:avLst/>
          </a:prstGeom>
        </p:spPr>
        <p:txBody>
          <a:bodyPr/>
          <a:lstStyle/>
          <a:p>
            <a:fld id="{7E0BF451-9906-A04A-8AD6-B3999E16062A}" type="slidenum">
              <a:rPr lang="en-US" smtClean="0"/>
              <a:t>‹#›</a:t>
            </a:fld>
            <a:endParaRPr lang="en-US"/>
          </a:p>
        </p:txBody>
      </p:sp>
    </p:spTree>
    <p:extLst>
      <p:ext uri="{BB962C8B-B14F-4D97-AF65-F5344CB8AC3E}">
        <p14:creationId xmlns:p14="http://schemas.microsoft.com/office/powerpoint/2010/main" val="41217751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07534-F6FA-714E-B268-2ED0657CC59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C636CC2-3333-8F44-A938-B68DBD3FE6AE}"/>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652320-1216-FA4A-8DE1-4CC86F41ED95}"/>
              </a:ext>
            </a:extLst>
          </p:cNvPr>
          <p:cNvSpPr>
            <a:spLocks noGrp="1"/>
          </p:cNvSpPr>
          <p:nvPr>
            <p:ph type="dt" sz="half" idx="10"/>
          </p:nvPr>
        </p:nvSpPr>
        <p:spPr>
          <a:xfrm>
            <a:off x="838200" y="6356350"/>
            <a:ext cx="2743200" cy="365125"/>
          </a:xfrm>
          <a:prstGeom prst="rect">
            <a:avLst/>
          </a:prstGeom>
        </p:spPr>
        <p:txBody>
          <a:bodyPr/>
          <a:lstStyle/>
          <a:p>
            <a:fld id="{F4A2302B-D1A9-8043-9549-7F371B533FCD}" type="datetimeFigureOut">
              <a:rPr lang="en-US" smtClean="0"/>
              <a:t>3/4/25</a:t>
            </a:fld>
            <a:endParaRPr lang="en-US"/>
          </a:p>
        </p:txBody>
      </p:sp>
      <p:sp>
        <p:nvSpPr>
          <p:cNvPr id="5" name="Footer Placeholder 4">
            <a:extLst>
              <a:ext uri="{FF2B5EF4-FFF2-40B4-BE49-F238E27FC236}">
                <a16:creationId xmlns:a16="http://schemas.microsoft.com/office/drawing/2014/main" id="{5B5AE185-26AE-2547-9D62-FA3921CDAE94}"/>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96366863-F41D-B647-84FC-63E951DC6AEA}"/>
              </a:ext>
            </a:extLst>
          </p:cNvPr>
          <p:cNvSpPr>
            <a:spLocks noGrp="1"/>
          </p:cNvSpPr>
          <p:nvPr>
            <p:ph type="sldNum" sz="quarter" idx="12"/>
          </p:nvPr>
        </p:nvSpPr>
        <p:spPr>
          <a:xfrm>
            <a:off x="8610600" y="6356350"/>
            <a:ext cx="2743200" cy="365125"/>
          </a:xfrm>
          <a:prstGeom prst="rect">
            <a:avLst/>
          </a:prstGeom>
        </p:spPr>
        <p:txBody>
          <a:bodyPr/>
          <a:lstStyle/>
          <a:p>
            <a:fld id="{7E0BF451-9906-A04A-8AD6-B3999E16062A}" type="slidenum">
              <a:rPr lang="en-US" smtClean="0"/>
              <a:t>‹#›</a:t>
            </a:fld>
            <a:endParaRPr lang="en-US"/>
          </a:p>
        </p:txBody>
      </p:sp>
    </p:spTree>
    <p:extLst>
      <p:ext uri="{BB962C8B-B14F-4D97-AF65-F5344CB8AC3E}">
        <p14:creationId xmlns:p14="http://schemas.microsoft.com/office/powerpoint/2010/main" val="2272080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8087983-4C26-A34E-9FD4-2C12F877A76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249BC88-6C23-A54F-9056-93A3C9376BA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74AD9E-F8BC-1444-837C-CA64DB28CF0C}"/>
              </a:ext>
            </a:extLst>
          </p:cNvPr>
          <p:cNvSpPr>
            <a:spLocks noGrp="1"/>
          </p:cNvSpPr>
          <p:nvPr>
            <p:ph type="dt" sz="half" idx="10"/>
          </p:nvPr>
        </p:nvSpPr>
        <p:spPr>
          <a:xfrm>
            <a:off x="838200" y="6356350"/>
            <a:ext cx="2743200" cy="365125"/>
          </a:xfrm>
          <a:prstGeom prst="rect">
            <a:avLst/>
          </a:prstGeom>
        </p:spPr>
        <p:txBody>
          <a:bodyPr/>
          <a:lstStyle/>
          <a:p>
            <a:fld id="{F4A2302B-D1A9-8043-9549-7F371B533FCD}" type="datetimeFigureOut">
              <a:rPr lang="en-US" smtClean="0"/>
              <a:t>3/4/25</a:t>
            </a:fld>
            <a:endParaRPr lang="en-US"/>
          </a:p>
        </p:txBody>
      </p:sp>
      <p:sp>
        <p:nvSpPr>
          <p:cNvPr id="5" name="Footer Placeholder 4">
            <a:extLst>
              <a:ext uri="{FF2B5EF4-FFF2-40B4-BE49-F238E27FC236}">
                <a16:creationId xmlns:a16="http://schemas.microsoft.com/office/drawing/2014/main" id="{DBAE68CD-1503-4744-BA69-05EA981E16F6}"/>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A8335337-D25F-BB47-9530-214ACA2CEE00}"/>
              </a:ext>
            </a:extLst>
          </p:cNvPr>
          <p:cNvSpPr>
            <a:spLocks noGrp="1"/>
          </p:cNvSpPr>
          <p:nvPr>
            <p:ph type="sldNum" sz="quarter" idx="12"/>
          </p:nvPr>
        </p:nvSpPr>
        <p:spPr>
          <a:xfrm>
            <a:off x="8610600" y="6356350"/>
            <a:ext cx="2743200" cy="365125"/>
          </a:xfrm>
          <a:prstGeom prst="rect">
            <a:avLst/>
          </a:prstGeom>
        </p:spPr>
        <p:txBody>
          <a:bodyPr/>
          <a:lstStyle/>
          <a:p>
            <a:fld id="{7E0BF451-9906-A04A-8AD6-B3999E16062A}" type="slidenum">
              <a:rPr lang="en-US" smtClean="0"/>
              <a:t>‹#›</a:t>
            </a:fld>
            <a:endParaRPr lang="en-US"/>
          </a:p>
        </p:txBody>
      </p:sp>
    </p:spTree>
    <p:extLst>
      <p:ext uri="{BB962C8B-B14F-4D97-AF65-F5344CB8AC3E}">
        <p14:creationId xmlns:p14="http://schemas.microsoft.com/office/powerpoint/2010/main" val="36406589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168FFB8-6DE1-E849-AE3F-3A02132CF9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0F5C553-8B3E-D94F-A226-CF951FEDD2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657542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pn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2.xml"/><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4.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image" Target="../media/image21.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 Id="rId22" Type="http://schemas.openxmlformats.org/officeDocument/2006/relationships/image" Target="../media/image20.png"/></Relationships>
</file>

<file path=ppt/slides/_rels/slide4.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29.emf"/></Relationships>
</file>

<file path=ppt/slides/_rels/slide1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31.tiff"/><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34.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6.xml"/><Relationship Id="rId4" Type="http://schemas.openxmlformats.org/officeDocument/2006/relationships/image" Target="../media/image37.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F9318-E0C1-BD43-9A55-A52EF17D3FF9}"/>
              </a:ext>
            </a:extLst>
          </p:cNvPr>
          <p:cNvSpPr>
            <a:spLocks noGrp="1"/>
          </p:cNvSpPr>
          <p:nvPr>
            <p:ph type="ctrTitle"/>
          </p:nvPr>
        </p:nvSpPr>
        <p:spPr/>
        <p:txBody>
          <a:bodyPr>
            <a:normAutofit/>
          </a:bodyPr>
          <a:lstStyle/>
          <a:p>
            <a:r>
              <a:rPr lang="en-US" sz="4800" dirty="0"/>
              <a:t>IT694 Computer Networks</a:t>
            </a:r>
            <a:br>
              <a:rPr lang="en-US" sz="4800" dirty="0"/>
            </a:br>
            <a:r>
              <a:rPr lang="en-US" sz="4800" dirty="0"/>
              <a:t>Week8-Lec1</a:t>
            </a:r>
          </a:p>
        </p:txBody>
      </p:sp>
      <p:sp>
        <p:nvSpPr>
          <p:cNvPr id="3" name="Subtitle 2">
            <a:extLst>
              <a:ext uri="{FF2B5EF4-FFF2-40B4-BE49-F238E27FC236}">
                <a16:creationId xmlns:a16="http://schemas.microsoft.com/office/drawing/2014/main" id="{70051FF4-7027-8A41-87CA-2AA2C57DAD5C}"/>
              </a:ext>
            </a:extLst>
          </p:cNvPr>
          <p:cNvSpPr>
            <a:spLocks noGrp="1"/>
          </p:cNvSpPr>
          <p:nvPr>
            <p:ph type="subTitle" idx="1"/>
          </p:nvPr>
        </p:nvSpPr>
        <p:spPr/>
        <p:txBody>
          <a:bodyPr/>
          <a:lstStyle/>
          <a:p>
            <a:r>
              <a:rPr lang="en-US" dirty="0"/>
              <a:t>Network layer Fundamentals</a:t>
            </a:r>
          </a:p>
        </p:txBody>
      </p:sp>
    </p:spTree>
    <p:extLst>
      <p:ext uri="{BB962C8B-B14F-4D97-AF65-F5344CB8AC3E}">
        <p14:creationId xmlns:p14="http://schemas.microsoft.com/office/powerpoint/2010/main" val="34364053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F6FC3-7DD0-8D48-A73C-1EC08DB3BAF6}"/>
              </a:ext>
            </a:extLst>
          </p:cNvPr>
          <p:cNvSpPr>
            <a:spLocks noGrp="1"/>
          </p:cNvSpPr>
          <p:nvPr>
            <p:ph type="title"/>
          </p:nvPr>
        </p:nvSpPr>
        <p:spPr/>
        <p:txBody>
          <a:bodyPr/>
          <a:lstStyle/>
          <a:p>
            <a:r>
              <a:rPr lang="en-US" altLang="en-US" dirty="0">
                <a:cs typeface="Calibri" panose="020F0502020204030204" pitchFamily="34" charset="0"/>
              </a:rPr>
              <a:t>Network layer: our goals</a:t>
            </a:r>
            <a:endParaRPr lang="en-US" dirty="0"/>
          </a:p>
        </p:txBody>
      </p:sp>
      <p:sp>
        <p:nvSpPr>
          <p:cNvPr id="3" name="Content Placeholder 2">
            <a:extLst>
              <a:ext uri="{FF2B5EF4-FFF2-40B4-BE49-F238E27FC236}">
                <a16:creationId xmlns:a16="http://schemas.microsoft.com/office/drawing/2014/main" id="{99183EDA-C355-9A48-9A7B-13CAE9D049C3}"/>
              </a:ext>
            </a:extLst>
          </p:cNvPr>
          <p:cNvSpPr>
            <a:spLocks noGrp="1"/>
          </p:cNvSpPr>
          <p:nvPr>
            <p:ph sz="half" idx="1"/>
          </p:nvPr>
        </p:nvSpPr>
        <p:spPr>
          <a:xfrm>
            <a:off x="838200" y="1572572"/>
            <a:ext cx="5181600" cy="4698465"/>
          </a:xfrm>
        </p:spPr>
        <p:txBody>
          <a:bodyPr>
            <a:normAutofit/>
          </a:bodyPr>
          <a:lstStyle/>
          <a:p>
            <a:pPr marL="342900" indent="-212725">
              <a:buFont typeface="Wingdings" charset="2"/>
              <a:buChar char="§"/>
              <a:defRPr/>
            </a:pPr>
            <a:r>
              <a:rPr lang="en-US" sz="3200" dirty="0"/>
              <a:t>Principles:</a:t>
            </a:r>
          </a:p>
          <a:p>
            <a:pPr lvl="1">
              <a:buFont typeface="Arial"/>
              <a:buChar char="•"/>
              <a:defRPr/>
            </a:pPr>
            <a:r>
              <a:rPr lang="en-US" sz="2800" dirty="0"/>
              <a:t>network layer service models</a:t>
            </a:r>
          </a:p>
          <a:p>
            <a:pPr lvl="1">
              <a:buFont typeface="Arial"/>
              <a:buChar char="•"/>
              <a:defRPr/>
            </a:pPr>
            <a:r>
              <a:rPr lang="en-US" sz="2800" dirty="0"/>
              <a:t>forwarding versus routing</a:t>
            </a:r>
          </a:p>
          <a:p>
            <a:pPr lvl="1">
              <a:buFont typeface="Arial"/>
              <a:buChar char="•"/>
              <a:defRPr/>
            </a:pPr>
            <a:r>
              <a:rPr lang="en-US" sz="2800" dirty="0"/>
              <a:t>how a router works</a:t>
            </a:r>
          </a:p>
          <a:p>
            <a:pPr lvl="2">
              <a:buFont typeface="Arial"/>
              <a:buChar char="•"/>
              <a:defRPr/>
            </a:pPr>
            <a:r>
              <a:rPr lang="en-US" sz="2400" dirty="0"/>
              <a:t>addressing</a:t>
            </a:r>
          </a:p>
          <a:p>
            <a:pPr lvl="2">
              <a:buFont typeface="Arial"/>
              <a:buChar char="•"/>
              <a:defRPr/>
            </a:pPr>
            <a:r>
              <a:rPr lang="en-US" sz="2400" dirty="0"/>
              <a:t>generalized forwarding</a:t>
            </a:r>
          </a:p>
          <a:p>
            <a:pPr lvl="1"/>
            <a:r>
              <a:rPr lang="en-US" sz="2800" dirty="0"/>
              <a:t>IP protocol</a:t>
            </a:r>
          </a:p>
          <a:p>
            <a:pPr lvl="1"/>
            <a:r>
              <a:rPr lang="en-US" sz="2800" dirty="0"/>
              <a:t>NAT</a:t>
            </a:r>
          </a:p>
          <a:p>
            <a:pPr marL="130175" indent="0">
              <a:buNone/>
            </a:pPr>
            <a:endParaRPr lang="en-US" dirty="0"/>
          </a:p>
        </p:txBody>
      </p:sp>
    </p:spTree>
    <p:extLst>
      <p:ext uri="{BB962C8B-B14F-4D97-AF65-F5344CB8AC3E}">
        <p14:creationId xmlns:p14="http://schemas.microsoft.com/office/powerpoint/2010/main" val="28640513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normAutofit/>
          </a:bodyPr>
          <a:lstStyle/>
          <a:p>
            <a:r>
              <a:rPr lang="en-US" dirty="0"/>
              <a:t>What services does a Network layer provide?</a:t>
            </a:r>
            <a:endParaRPr lang="en-US" sz="4400" dirty="0"/>
          </a:p>
        </p:txBody>
      </p:sp>
      <p:sp>
        <p:nvSpPr>
          <p:cNvPr id="6" name="Rectangle 3">
            <a:extLst>
              <a:ext uri="{FF2B5EF4-FFF2-40B4-BE49-F238E27FC236}">
                <a16:creationId xmlns:a16="http://schemas.microsoft.com/office/drawing/2014/main" id="{B81DCC24-3FE7-E745-BC17-3886FB241095}"/>
              </a:ext>
            </a:extLst>
          </p:cNvPr>
          <p:cNvSpPr txBox="1">
            <a:spLocks noChangeArrowheads="1"/>
          </p:cNvSpPr>
          <p:nvPr/>
        </p:nvSpPr>
        <p:spPr>
          <a:xfrm>
            <a:off x="681218" y="1443831"/>
            <a:ext cx="5617981" cy="5284347"/>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4813" marR="0" lvl="0" indent="-27463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rPr>
              <a:t>transport segment from sending to receiving host </a:t>
            </a:r>
          </a:p>
          <a:p>
            <a:pPr marL="695325" marR="0" lvl="1" indent="-222250" algn="l" defTabSz="914400" rtl="0" eaLnBrk="1" fontAlgn="auto" latinLnBrk="0" hangingPunct="1">
              <a:lnSpc>
                <a:spcPct val="90000"/>
              </a:lnSpc>
              <a:spcBef>
                <a:spcPts val="600"/>
              </a:spcBef>
              <a:spcAft>
                <a:spcPts val="0"/>
              </a:spcAft>
              <a:buClr>
                <a:srgbClr val="0000A3"/>
              </a:buClr>
              <a:buSzTx/>
              <a:buFont typeface="Arial" panose="020B0604020202020204" pitchFamily="34" charset="0"/>
              <a:buChar char="•"/>
              <a:tabLst/>
              <a:defRPr/>
            </a:pPr>
            <a:r>
              <a:rPr kumimoji="0" lang="en-US" altLang="en-US" sz="2000" b="0" i="0" u="none" strike="noStrike" kern="1200" cap="none" spc="0" normalizeH="0" baseline="0" noProof="0" dirty="0">
                <a:ln>
                  <a:noFill/>
                </a:ln>
                <a:solidFill>
                  <a:srgbClr val="0013A3"/>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rPr>
              <a:t>sender: </a:t>
            </a:r>
            <a:r>
              <a:rPr kumimoji="0" lang="en-US"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rPr>
              <a:t>encapsulates segments into datagrams, passes to link layer</a:t>
            </a:r>
          </a:p>
          <a:p>
            <a:pPr marL="695325" marR="0" lvl="1" indent="-222250" algn="l" defTabSz="914400" rtl="0" eaLnBrk="1" fontAlgn="auto" latinLnBrk="0" hangingPunct="1">
              <a:lnSpc>
                <a:spcPct val="90000"/>
              </a:lnSpc>
              <a:spcBef>
                <a:spcPts val="600"/>
              </a:spcBef>
              <a:spcAft>
                <a:spcPts val="0"/>
              </a:spcAft>
              <a:buClr>
                <a:srgbClr val="0000A3"/>
              </a:buClr>
              <a:buSzTx/>
              <a:buFont typeface="Arial" panose="020B0604020202020204" pitchFamily="34" charset="0"/>
              <a:buChar char="•"/>
              <a:tabLst/>
              <a:defRPr/>
            </a:pPr>
            <a:r>
              <a:rPr kumimoji="0" lang="en-US" altLang="en-US" sz="2000" b="0" i="0" u="none" strike="noStrike" kern="1200" cap="none" spc="0" normalizeH="0" baseline="0" noProof="0" dirty="0">
                <a:ln>
                  <a:noFill/>
                </a:ln>
                <a:solidFill>
                  <a:srgbClr val="0013A3"/>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rPr>
              <a:t>receiver: </a:t>
            </a:r>
            <a:r>
              <a:rPr kumimoji="0" lang="en-US"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rPr>
              <a:t>delivers segments to transport layer protocol</a:t>
            </a:r>
          </a:p>
          <a:p>
            <a:pPr marL="404813" marR="0" lvl="0" indent="-27463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rPr>
              <a:t>network layer protocols in </a:t>
            </a:r>
            <a:r>
              <a:rPr kumimoji="0" lang="en-US" altLang="en-US" sz="2400" b="0" i="1" u="none" strike="noStrike" kern="1200" cap="none" spc="0" normalizeH="0" baseline="0" noProof="0" dirty="0">
                <a:ln>
                  <a:noFill/>
                </a:ln>
                <a:solidFill>
                  <a:srgbClr val="000099"/>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rPr>
              <a:t>every Internet device</a:t>
            </a: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rPr>
              <a:t>: hosts, routers</a:t>
            </a:r>
          </a:p>
          <a:p>
            <a:pPr marL="404813" marR="0" lvl="0" indent="-27463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400" b="0" i="0" u="none" strike="noStrike" kern="1200" cap="none" spc="0" normalizeH="0" baseline="0" noProof="0" dirty="0">
                <a:ln>
                  <a:noFill/>
                </a:ln>
                <a:solidFill>
                  <a:srgbClr val="C00000"/>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rPr>
              <a:t>routers</a:t>
            </a: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rPr>
              <a:t>:</a:t>
            </a:r>
          </a:p>
          <a:p>
            <a:pPr marL="695325" marR="0" lvl="1" indent="-292100" algn="l" defTabSz="914400" rtl="0" eaLnBrk="1" fontAlgn="auto" latinLnBrk="0" hangingPunct="1">
              <a:lnSpc>
                <a:spcPct val="99000"/>
              </a:lnSpc>
              <a:spcBef>
                <a:spcPts val="600"/>
              </a:spcBef>
              <a:spcAft>
                <a:spcPts val="0"/>
              </a:spcAft>
              <a:buClr>
                <a:srgbClr val="0000A3"/>
              </a:buClr>
              <a:buSzTx/>
              <a:buFont typeface="Arial" panose="020B0604020202020204" pitchFamily="34" charset="0"/>
              <a:buChar char="•"/>
              <a:tabLst/>
              <a:defRPr/>
            </a:pPr>
            <a:r>
              <a:rPr kumimoji="0" lang="en-US"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rPr>
              <a:t>examines header fields in all IP datagrams passing through it</a:t>
            </a:r>
          </a:p>
          <a:p>
            <a:pPr marL="695325" marR="0" lvl="1" indent="-292100" algn="l" defTabSz="914400" rtl="0" eaLnBrk="1" fontAlgn="auto" latinLnBrk="0" hangingPunct="1">
              <a:lnSpc>
                <a:spcPct val="99000"/>
              </a:lnSpc>
              <a:spcBef>
                <a:spcPts val="600"/>
              </a:spcBef>
              <a:spcAft>
                <a:spcPts val="0"/>
              </a:spcAft>
              <a:buClr>
                <a:srgbClr val="0000A3"/>
              </a:buClr>
              <a:buSzTx/>
              <a:buFont typeface="Arial" panose="020B0604020202020204" pitchFamily="34" charset="0"/>
              <a:buChar char="•"/>
              <a:tabLst/>
              <a:defRPr/>
            </a:pPr>
            <a:r>
              <a:rPr kumimoji="0" lang="en-US"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rPr>
              <a:t>moves datagrams from input ports to output ports to transfer datagrams along end-end path</a:t>
            </a:r>
          </a:p>
        </p:txBody>
      </p:sp>
      <p:sp>
        <p:nvSpPr>
          <p:cNvPr id="10" name="Freeform 9">
            <a:extLst>
              <a:ext uri="{FF2B5EF4-FFF2-40B4-BE49-F238E27FC236}">
                <a16:creationId xmlns:a16="http://schemas.microsoft.com/office/drawing/2014/main" id="{7FC4FF92-130F-BB41-8C2E-AD6E35A5EFB3}"/>
              </a:ext>
            </a:extLst>
          </p:cNvPr>
          <p:cNvSpPr/>
          <p:nvPr/>
        </p:nvSpPr>
        <p:spPr>
          <a:xfrm>
            <a:off x="8985188" y="3065778"/>
            <a:ext cx="1124807" cy="1337915"/>
          </a:xfrm>
          <a:custGeom>
            <a:avLst/>
            <a:gdLst>
              <a:gd name="connsiteX0" fmla="*/ 434989 w 1523031"/>
              <a:gd name="connsiteY0" fmla="*/ 253346 h 1763594"/>
              <a:gd name="connsiteX1" fmla="*/ 488 w 1523031"/>
              <a:gd name="connsiteY1" fmla="*/ 921706 h 1763594"/>
              <a:gd name="connsiteX2" fmla="*/ 368142 w 1523031"/>
              <a:gd name="connsiteY2" fmla="*/ 1489812 h 1763594"/>
              <a:gd name="connsiteX3" fmla="*/ 1187008 w 1523031"/>
              <a:gd name="connsiteY3" fmla="*/ 1757156 h 1763594"/>
              <a:gd name="connsiteX4" fmla="*/ 1521239 w 1523031"/>
              <a:gd name="connsiteY4" fmla="*/ 1239177 h 1763594"/>
              <a:gd name="connsiteX5" fmla="*/ 1320700 w 1523031"/>
              <a:gd name="connsiteY5" fmla="*/ 654362 h 1763594"/>
              <a:gd name="connsiteX6" fmla="*/ 1337412 w 1523031"/>
              <a:gd name="connsiteY6" fmla="*/ 136383 h 1763594"/>
              <a:gd name="connsiteX7" fmla="*/ 1086739 w 1523031"/>
              <a:gd name="connsiteY7" fmla="*/ 2711 h 1763594"/>
              <a:gd name="connsiteX8" fmla="*/ 434989 w 1523031"/>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1086739 w 1537226"/>
              <a:gd name="connsiteY7" fmla="*/ 2711 h 1763594"/>
              <a:gd name="connsiteX8" fmla="*/ 434989 w 1537226"/>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839572 w 1537226"/>
              <a:gd name="connsiteY7" fmla="*/ 2711 h 1763594"/>
              <a:gd name="connsiteX8" fmla="*/ 434989 w 1537226"/>
              <a:gd name="connsiteY8" fmla="*/ 253346 h 1763594"/>
              <a:gd name="connsiteX0" fmla="*/ 360357 w 1536743"/>
              <a:gd name="connsiteY0" fmla="*/ 534641 h 1782088"/>
              <a:gd name="connsiteX1" fmla="*/ 5 w 1536743"/>
              <a:gd name="connsiteY1" fmla="*/ 940200 h 1782088"/>
              <a:gd name="connsiteX2" fmla="*/ 367659 w 1536743"/>
              <a:gd name="connsiteY2" fmla="*/ 1508306 h 1782088"/>
              <a:gd name="connsiteX3" fmla="*/ 1186525 w 1536743"/>
              <a:gd name="connsiteY3" fmla="*/ 1775650 h 1782088"/>
              <a:gd name="connsiteX4" fmla="*/ 1520756 w 1536743"/>
              <a:gd name="connsiteY4" fmla="*/ 1257671 h 1782088"/>
              <a:gd name="connsiteX5" fmla="*/ 1468515 w 1536743"/>
              <a:gd name="connsiteY5" fmla="*/ 672856 h 1782088"/>
              <a:gd name="connsiteX6" fmla="*/ 1336929 w 1536743"/>
              <a:gd name="connsiteY6" fmla="*/ 154877 h 1782088"/>
              <a:gd name="connsiteX7" fmla="*/ 839089 w 1536743"/>
              <a:gd name="connsiteY7" fmla="*/ 21205 h 1782088"/>
              <a:gd name="connsiteX8" fmla="*/ 360357 w 1536743"/>
              <a:gd name="connsiteY8" fmla="*/ 534641 h 1782088"/>
              <a:gd name="connsiteX0" fmla="*/ 360355 w 1536741"/>
              <a:gd name="connsiteY0" fmla="*/ 534641 h 1782088"/>
              <a:gd name="connsiteX1" fmla="*/ 3 w 1536741"/>
              <a:gd name="connsiteY1" fmla="*/ 940200 h 1782088"/>
              <a:gd name="connsiteX2" fmla="*/ 367657 w 1536741"/>
              <a:gd name="connsiteY2" fmla="*/ 1508306 h 1782088"/>
              <a:gd name="connsiteX3" fmla="*/ 1186523 w 1536741"/>
              <a:gd name="connsiteY3" fmla="*/ 1775650 h 1782088"/>
              <a:gd name="connsiteX4" fmla="*/ 1520754 w 1536741"/>
              <a:gd name="connsiteY4" fmla="*/ 1257671 h 1782088"/>
              <a:gd name="connsiteX5" fmla="*/ 1468513 w 1536741"/>
              <a:gd name="connsiteY5" fmla="*/ 672856 h 1782088"/>
              <a:gd name="connsiteX6" fmla="*/ 1336927 w 1536741"/>
              <a:gd name="connsiteY6" fmla="*/ 154877 h 1782088"/>
              <a:gd name="connsiteX7" fmla="*/ 839087 w 1536741"/>
              <a:gd name="connsiteY7" fmla="*/ 21205 h 1782088"/>
              <a:gd name="connsiteX8" fmla="*/ 360355 w 1536741"/>
              <a:gd name="connsiteY8" fmla="*/ 534641 h 1782088"/>
              <a:gd name="connsiteX0" fmla="*/ 382604 w 1558990"/>
              <a:gd name="connsiteY0" fmla="*/ 534641 h 1810599"/>
              <a:gd name="connsiteX1" fmla="*/ 22252 w 1558990"/>
              <a:gd name="connsiteY1" fmla="*/ 940200 h 1810599"/>
              <a:gd name="connsiteX2" fmla="*/ 167457 w 1558990"/>
              <a:gd name="connsiteY2" fmla="*/ 1672556 h 1810599"/>
              <a:gd name="connsiteX3" fmla="*/ 1208772 w 1558990"/>
              <a:gd name="connsiteY3" fmla="*/ 1775650 h 1810599"/>
              <a:gd name="connsiteX4" fmla="*/ 1543003 w 1558990"/>
              <a:gd name="connsiteY4" fmla="*/ 1257671 h 1810599"/>
              <a:gd name="connsiteX5" fmla="*/ 1490762 w 1558990"/>
              <a:gd name="connsiteY5" fmla="*/ 672856 h 1810599"/>
              <a:gd name="connsiteX6" fmla="*/ 1359176 w 1558990"/>
              <a:gd name="connsiteY6" fmla="*/ 154877 h 1810599"/>
              <a:gd name="connsiteX7" fmla="*/ 861336 w 1558990"/>
              <a:gd name="connsiteY7" fmla="*/ 21205 h 1810599"/>
              <a:gd name="connsiteX8" fmla="*/ 382604 w 1558990"/>
              <a:gd name="connsiteY8" fmla="*/ 534641 h 1810599"/>
              <a:gd name="connsiteX0" fmla="*/ 393458 w 1593840"/>
              <a:gd name="connsiteY0" fmla="*/ 534641 h 1793264"/>
              <a:gd name="connsiteX1" fmla="*/ 33106 w 1593840"/>
              <a:gd name="connsiteY1" fmla="*/ 940200 h 1793264"/>
              <a:gd name="connsiteX2" fmla="*/ 178311 w 1593840"/>
              <a:gd name="connsiteY2" fmla="*/ 1672556 h 1793264"/>
              <a:gd name="connsiteX3" fmla="*/ 1464139 w 1593840"/>
              <a:gd name="connsiteY3" fmla="*/ 1752440 h 1793264"/>
              <a:gd name="connsiteX4" fmla="*/ 1553857 w 1593840"/>
              <a:gd name="connsiteY4" fmla="*/ 1257671 h 1793264"/>
              <a:gd name="connsiteX5" fmla="*/ 1501616 w 1593840"/>
              <a:gd name="connsiteY5" fmla="*/ 672856 h 1793264"/>
              <a:gd name="connsiteX6" fmla="*/ 1370030 w 1593840"/>
              <a:gd name="connsiteY6" fmla="*/ 154877 h 1793264"/>
              <a:gd name="connsiteX7" fmla="*/ 872190 w 1593840"/>
              <a:gd name="connsiteY7" fmla="*/ 21205 h 1793264"/>
              <a:gd name="connsiteX8" fmla="*/ 393458 w 1593840"/>
              <a:gd name="connsiteY8" fmla="*/ 534641 h 1793264"/>
              <a:gd name="connsiteX0" fmla="*/ 393458 w 1566550"/>
              <a:gd name="connsiteY0" fmla="*/ 534641 h 1840341"/>
              <a:gd name="connsiteX1" fmla="*/ 33106 w 1566550"/>
              <a:gd name="connsiteY1" fmla="*/ 940200 h 1840341"/>
              <a:gd name="connsiteX2" fmla="*/ 178311 w 1566550"/>
              <a:gd name="connsiteY2" fmla="*/ 1672556 h 1840341"/>
              <a:gd name="connsiteX3" fmla="*/ 1464139 w 1566550"/>
              <a:gd name="connsiteY3" fmla="*/ 1752440 h 1840341"/>
              <a:gd name="connsiteX4" fmla="*/ 1553857 w 1566550"/>
              <a:gd name="connsiteY4" fmla="*/ 1257671 h 1840341"/>
              <a:gd name="connsiteX5" fmla="*/ 1501616 w 1566550"/>
              <a:gd name="connsiteY5" fmla="*/ 672856 h 1840341"/>
              <a:gd name="connsiteX6" fmla="*/ 1370030 w 1566550"/>
              <a:gd name="connsiteY6" fmla="*/ 154877 h 1840341"/>
              <a:gd name="connsiteX7" fmla="*/ 872190 w 1566550"/>
              <a:gd name="connsiteY7" fmla="*/ 21205 h 1840341"/>
              <a:gd name="connsiteX8" fmla="*/ 393458 w 1566550"/>
              <a:gd name="connsiteY8" fmla="*/ 534641 h 1840341"/>
              <a:gd name="connsiteX0" fmla="*/ 393458 w 1555557"/>
              <a:gd name="connsiteY0" fmla="*/ 534641 h 1787187"/>
              <a:gd name="connsiteX1" fmla="*/ 33106 w 1555557"/>
              <a:gd name="connsiteY1" fmla="*/ 940200 h 1787187"/>
              <a:gd name="connsiteX2" fmla="*/ 178311 w 1555557"/>
              <a:gd name="connsiteY2" fmla="*/ 1672556 h 1787187"/>
              <a:gd name="connsiteX3" fmla="*/ 1464139 w 1555557"/>
              <a:gd name="connsiteY3" fmla="*/ 1752440 h 1787187"/>
              <a:gd name="connsiteX4" fmla="*/ 1553857 w 1555557"/>
              <a:gd name="connsiteY4" fmla="*/ 1257671 h 1787187"/>
              <a:gd name="connsiteX5" fmla="*/ 1501616 w 1555557"/>
              <a:gd name="connsiteY5" fmla="*/ 672856 h 1787187"/>
              <a:gd name="connsiteX6" fmla="*/ 1370030 w 1555557"/>
              <a:gd name="connsiteY6" fmla="*/ 154877 h 1787187"/>
              <a:gd name="connsiteX7" fmla="*/ 872190 w 1555557"/>
              <a:gd name="connsiteY7" fmla="*/ 21205 h 1787187"/>
              <a:gd name="connsiteX8" fmla="*/ 393458 w 1555557"/>
              <a:gd name="connsiteY8" fmla="*/ 534641 h 1787187"/>
              <a:gd name="connsiteX0" fmla="*/ 401126 w 1664928"/>
              <a:gd name="connsiteY0" fmla="*/ 534641 h 1783934"/>
              <a:gd name="connsiteX1" fmla="*/ 40774 w 1664928"/>
              <a:gd name="connsiteY1" fmla="*/ 940200 h 1783934"/>
              <a:gd name="connsiteX2" fmla="*/ 185979 w 1664928"/>
              <a:gd name="connsiteY2" fmla="*/ 1672556 h 1783934"/>
              <a:gd name="connsiteX3" fmla="*/ 1618513 w 1664928"/>
              <a:gd name="connsiteY3" fmla="*/ 1747798 h 1783934"/>
              <a:gd name="connsiteX4" fmla="*/ 1561525 w 1664928"/>
              <a:gd name="connsiteY4" fmla="*/ 1257671 h 1783934"/>
              <a:gd name="connsiteX5" fmla="*/ 1509284 w 1664928"/>
              <a:gd name="connsiteY5" fmla="*/ 672856 h 1783934"/>
              <a:gd name="connsiteX6" fmla="*/ 1377698 w 1664928"/>
              <a:gd name="connsiteY6" fmla="*/ 154877 h 1783934"/>
              <a:gd name="connsiteX7" fmla="*/ 879858 w 1664928"/>
              <a:gd name="connsiteY7" fmla="*/ 21205 h 1783934"/>
              <a:gd name="connsiteX8" fmla="*/ 401126 w 1664928"/>
              <a:gd name="connsiteY8" fmla="*/ 534641 h 1783934"/>
              <a:gd name="connsiteX0" fmla="*/ 408119 w 1718774"/>
              <a:gd name="connsiteY0" fmla="*/ 534641 h 1826522"/>
              <a:gd name="connsiteX1" fmla="*/ 47767 w 1718774"/>
              <a:gd name="connsiteY1" fmla="*/ 940200 h 1826522"/>
              <a:gd name="connsiteX2" fmla="*/ 179001 w 1718774"/>
              <a:gd name="connsiteY2" fmla="*/ 1742186 h 1826522"/>
              <a:gd name="connsiteX3" fmla="*/ 1625506 w 1718774"/>
              <a:gd name="connsiteY3" fmla="*/ 1747798 h 1826522"/>
              <a:gd name="connsiteX4" fmla="*/ 1568518 w 1718774"/>
              <a:gd name="connsiteY4" fmla="*/ 1257671 h 1826522"/>
              <a:gd name="connsiteX5" fmla="*/ 1516277 w 1718774"/>
              <a:gd name="connsiteY5" fmla="*/ 672856 h 1826522"/>
              <a:gd name="connsiteX6" fmla="*/ 1384691 w 1718774"/>
              <a:gd name="connsiteY6" fmla="*/ 154877 h 1826522"/>
              <a:gd name="connsiteX7" fmla="*/ 886851 w 1718774"/>
              <a:gd name="connsiteY7" fmla="*/ 21205 h 1826522"/>
              <a:gd name="connsiteX8" fmla="*/ 408119 w 1718774"/>
              <a:gd name="connsiteY8" fmla="*/ 534641 h 1826522"/>
              <a:gd name="connsiteX0" fmla="*/ 477759 w 1796623"/>
              <a:gd name="connsiteY0" fmla="*/ 534641 h 1818043"/>
              <a:gd name="connsiteX1" fmla="*/ 117407 w 1796623"/>
              <a:gd name="connsiteY1" fmla="*/ 940200 h 1818043"/>
              <a:gd name="connsiteX2" fmla="*/ 136864 w 1796623"/>
              <a:gd name="connsiteY2" fmla="*/ 1728260 h 1818043"/>
              <a:gd name="connsiteX3" fmla="*/ 1695146 w 1796623"/>
              <a:gd name="connsiteY3" fmla="*/ 1747798 h 1818043"/>
              <a:gd name="connsiteX4" fmla="*/ 1638158 w 1796623"/>
              <a:gd name="connsiteY4" fmla="*/ 1257671 h 1818043"/>
              <a:gd name="connsiteX5" fmla="*/ 1585917 w 1796623"/>
              <a:gd name="connsiteY5" fmla="*/ 672856 h 1818043"/>
              <a:gd name="connsiteX6" fmla="*/ 1454331 w 1796623"/>
              <a:gd name="connsiteY6" fmla="*/ 154877 h 1818043"/>
              <a:gd name="connsiteX7" fmla="*/ 956491 w 1796623"/>
              <a:gd name="connsiteY7" fmla="*/ 21205 h 1818043"/>
              <a:gd name="connsiteX8" fmla="*/ 477759 w 1796623"/>
              <a:gd name="connsiteY8" fmla="*/ 534641 h 1818043"/>
              <a:gd name="connsiteX0" fmla="*/ 396783 w 1688820"/>
              <a:gd name="connsiteY0" fmla="*/ 534641 h 1815615"/>
              <a:gd name="connsiteX1" fmla="*/ 36431 w 1688820"/>
              <a:gd name="connsiteY1" fmla="*/ 940200 h 1815615"/>
              <a:gd name="connsiteX2" fmla="*/ 55888 w 1688820"/>
              <a:gd name="connsiteY2" fmla="*/ 1728260 h 1815615"/>
              <a:gd name="connsiteX3" fmla="*/ 421834 w 1688820"/>
              <a:gd name="connsiteY3" fmla="*/ 1798118 h 1815615"/>
              <a:gd name="connsiteX4" fmla="*/ 1614170 w 1688820"/>
              <a:gd name="connsiteY4" fmla="*/ 1747798 h 1815615"/>
              <a:gd name="connsiteX5" fmla="*/ 1557182 w 1688820"/>
              <a:gd name="connsiteY5" fmla="*/ 1257671 h 1815615"/>
              <a:gd name="connsiteX6" fmla="*/ 1504941 w 1688820"/>
              <a:gd name="connsiteY6" fmla="*/ 672856 h 1815615"/>
              <a:gd name="connsiteX7" fmla="*/ 1373355 w 1688820"/>
              <a:gd name="connsiteY7" fmla="*/ 154877 h 1815615"/>
              <a:gd name="connsiteX8" fmla="*/ 875515 w 1688820"/>
              <a:gd name="connsiteY8" fmla="*/ 21205 h 1815615"/>
              <a:gd name="connsiteX9" fmla="*/ 396783 w 1688820"/>
              <a:gd name="connsiteY9" fmla="*/ 534641 h 1815615"/>
              <a:gd name="connsiteX0" fmla="*/ 394951 w 1689541"/>
              <a:gd name="connsiteY0" fmla="*/ 534641 h 1877271"/>
              <a:gd name="connsiteX1" fmla="*/ 34599 w 1689541"/>
              <a:gd name="connsiteY1" fmla="*/ 940200 h 1877271"/>
              <a:gd name="connsiteX2" fmla="*/ 54056 w 1689541"/>
              <a:gd name="connsiteY2" fmla="*/ 1728260 h 1877271"/>
              <a:gd name="connsiteX3" fmla="*/ 385071 w 1689541"/>
              <a:gd name="connsiteY3" fmla="*/ 1877032 h 1877271"/>
              <a:gd name="connsiteX4" fmla="*/ 1612338 w 1689541"/>
              <a:gd name="connsiteY4" fmla="*/ 1747798 h 1877271"/>
              <a:gd name="connsiteX5" fmla="*/ 1555350 w 1689541"/>
              <a:gd name="connsiteY5" fmla="*/ 1257671 h 1877271"/>
              <a:gd name="connsiteX6" fmla="*/ 1503109 w 1689541"/>
              <a:gd name="connsiteY6" fmla="*/ 672856 h 1877271"/>
              <a:gd name="connsiteX7" fmla="*/ 1371523 w 1689541"/>
              <a:gd name="connsiteY7" fmla="*/ 154877 h 1877271"/>
              <a:gd name="connsiteX8" fmla="*/ 873683 w 1689541"/>
              <a:gd name="connsiteY8" fmla="*/ 21205 h 1877271"/>
              <a:gd name="connsiteX9" fmla="*/ 394951 w 1689541"/>
              <a:gd name="connsiteY9" fmla="*/ 534641 h 1877271"/>
              <a:gd name="connsiteX0" fmla="*/ 394949 w 1689541"/>
              <a:gd name="connsiteY0" fmla="*/ 534641 h 1877032"/>
              <a:gd name="connsiteX1" fmla="*/ 34597 w 1689541"/>
              <a:gd name="connsiteY1" fmla="*/ 940200 h 1877032"/>
              <a:gd name="connsiteX2" fmla="*/ 54054 w 1689541"/>
              <a:gd name="connsiteY2" fmla="*/ 1728260 h 1877032"/>
              <a:gd name="connsiteX3" fmla="*/ 385069 w 1689541"/>
              <a:gd name="connsiteY3" fmla="*/ 1877032 h 1877032"/>
              <a:gd name="connsiteX4" fmla="*/ 1612336 w 1689541"/>
              <a:gd name="connsiteY4" fmla="*/ 1747798 h 1877032"/>
              <a:gd name="connsiteX5" fmla="*/ 1555348 w 1689541"/>
              <a:gd name="connsiteY5" fmla="*/ 1257671 h 1877032"/>
              <a:gd name="connsiteX6" fmla="*/ 1503107 w 1689541"/>
              <a:gd name="connsiteY6" fmla="*/ 672856 h 1877032"/>
              <a:gd name="connsiteX7" fmla="*/ 1371521 w 1689541"/>
              <a:gd name="connsiteY7" fmla="*/ 154877 h 1877032"/>
              <a:gd name="connsiteX8" fmla="*/ 873681 w 1689541"/>
              <a:gd name="connsiteY8" fmla="*/ 21205 h 1877032"/>
              <a:gd name="connsiteX9" fmla="*/ 394949 w 1689541"/>
              <a:gd name="connsiteY9" fmla="*/ 534641 h 1877032"/>
              <a:gd name="connsiteX0" fmla="*/ 394949 w 1683795"/>
              <a:gd name="connsiteY0" fmla="*/ 534641 h 1877032"/>
              <a:gd name="connsiteX1" fmla="*/ 34597 w 1683795"/>
              <a:gd name="connsiteY1" fmla="*/ 940200 h 1877032"/>
              <a:gd name="connsiteX2" fmla="*/ 54054 w 1683795"/>
              <a:gd name="connsiteY2" fmla="*/ 1728260 h 1877032"/>
              <a:gd name="connsiteX3" fmla="*/ 385069 w 1683795"/>
              <a:gd name="connsiteY3" fmla="*/ 1877032 h 1877032"/>
              <a:gd name="connsiteX4" fmla="*/ 1605349 w 1683795"/>
              <a:gd name="connsiteY4" fmla="*/ 1798860 h 1877032"/>
              <a:gd name="connsiteX5" fmla="*/ 1555348 w 1683795"/>
              <a:gd name="connsiteY5" fmla="*/ 1257671 h 1877032"/>
              <a:gd name="connsiteX6" fmla="*/ 1503107 w 1683795"/>
              <a:gd name="connsiteY6" fmla="*/ 672856 h 1877032"/>
              <a:gd name="connsiteX7" fmla="*/ 1371521 w 1683795"/>
              <a:gd name="connsiteY7" fmla="*/ 154877 h 1877032"/>
              <a:gd name="connsiteX8" fmla="*/ 873681 w 1683795"/>
              <a:gd name="connsiteY8" fmla="*/ 21205 h 1877032"/>
              <a:gd name="connsiteX9" fmla="*/ 394949 w 1683795"/>
              <a:gd name="connsiteY9" fmla="*/ 534641 h 1877032"/>
              <a:gd name="connsiteX0" fmla="*/ 394949 w 1720794"/>
              <a:gd name="connsiteY0" fmla="*/ 534641 h 1877032"/>
              <a:gd name="connsiteX1" fmla="*/ 34597 w 1720794"/>
              <a:gd name="connsiteY1" fmla="*/ 940200 h 1877032"/>
              <a:gd name="connsiteX2" fmla="*/ 54054 w 1720794"/>
              <a:gd name="connsiteY2" fmla="*/ 1728260 h 1877032"/>
              <a:gd name="connsiteX3" fmla="*/ 385069 w 1720794"/>
              <a:gd name="connsiteY3" fmla="*/ 1877032 h 1877032"/>
              <a:gd name="connsiteX4" fmla="*/ 1605349 w 1720794"/>
              <a:gd name="connsiteY4" fmla="*/ 1798860 h 1877032"/>
              <a:gd name="connsiteX5" fmla="*/ 1555348 w 1720794"/>
              <a:gd name="connsiteY5" fmla="*/ 1257671 h 1877032"/>
              <a:gd name="connsiteX6" fmla="*/ 1503107 w 1720794"/>
              <a:gd name="connsiteY6" fmla="*/ 672856 h 1877032"/>
              <a:gd name="connsiteX7" fmla="*/ 1371521 w 1720794"/>
              <a:gd name="connsiteY7" fmla="*/ 154877 h 1877032"/>
              <a:gd name="connsiteX8" fmla="*/ 873681 w 1720794"/>
              <a:gd name="connsiteY8" fmla="*/ 21205 h 1877032"/>
              <a:gd name="connsiteX9" fmla="*/ 394949 w 1720794"/>
              <a:gd name="connsiteY9" fmla="*/ 534641 h 1877032"/>
              <a:gd name="connsiteX0" fmla="*/ 394949 w 1720794"/>
              <a:gd name="connsiteY0" fmla="*/ 534641 h 1877032"/>
              <a:gd name="connsiteX1" fmla="*/ 34597 w 1720794"/>
              <a:gd name="connsiteY1" fmla="*/ 940200 h 1877032"/>
              <a:gd name="connsiteX2" fmla="*/ 54054 w 1720794"/>
              <a:gd name="connsiteY2" fmla="*/ 1728260 h 1877032"/>
              <a:gd name="connsiteX3" fmla="*/ 385069 w 1720794"/>
              <a:gd name="connsiteY3" fmla="*/ 1877032 h 1877032"/>
              <a:gd name="connsiteX4" fmla="*/ 1605349 w 1720794"/>
              <a:gd name="connsiteY4" fmla="*/ 1798860 h 1877032"/>
              <a:gd name="connsiteX5" fmla="*/ 1555348 w 1720794"/>
              <a:gd name="connsiteY5" fmla="*/ 1257671 h 1877032"/>
              <a:gd name="connsiteX6" fmla="*/ 1503107 w 1720794"/>
              <a:gd name="connsiteY6" fmla="*/ 672856 h 1877032"/>
              <a:gd name="connsiteX7" fmla="*/ 1371521 w 1720794"/>
              <a:gd name="connsiteY7" fmla="*/ 154877 h 1877032"/>
              <a:gd name="connsiteX8" fmla="*/ 873681 w 1720794"/>
              <a:gd name="connsiteY8" fmla="*/ 21205 h 1877032"/>
              <a:gd name="connsiteX9" fmla="*/ 394949 w 1720794"/>
              <a:gd name="connsiteY9" fmla="*/ 534641 h 1877032"/>
              <a:gd name="connsiteX0" fmla="*/ 394949 w 1671512"/>
              <a:gd name="connsiteY0" fmla="*/ 534641 h 1877032"/>
              <a:gd name="connsiteX1" fmla="*/ 34597 w 1671512"/>
              <a:gd name="connsiteY1" fmla="*/ 940200 h 1877032"/>
              <a:gd name="connsiteX2" fmla="*/ 54054 w 1671512"/>
              <a:gd name="connsiteY2" fmla="*/ 1728260 h 1877032"/>
              <a:gd name="connsiteX3" fmla="*/ 385069 w 1671512"/>
              <a:gd name="connsiteY3" fmla="*/ 1877032 h 1877032"/>
              <a:gd name="connsiteX4" fmla="*/ 1605349 w 1671512"/>
              <a:gd name="connsiteY4" fmla="*/ 1798860 h 1877032"/>
              <a:gd name="connsiteX5" fmla="*/ 1555348 w 1671512"/>
              <a:gd name="connsiteY5" fmla="*/ 1257671 h 1877032"/>
              <a:gd name="connsiteX6" fmla="*/ 1503107 w 1671512"/>
              <a:gd name="connsiteY6" fmla="*/ 672856 h 1877032"/>
              <a:gd name="connsiteX7" fmla="*/ 1371521 w 1671512"/>
              <a:gd name="connsiteY7" fmla="*/ 154877 h 1877032"/>
              <a:gd name="connsiteX8" fmla="*/ 873681 w 1671512"/>
              <a:gd name="connsiteY8" fmla="*/ 21205 h 1877032"/>
              <a:gd name="connsiteX9" fmla="*/ 394949 w 1671512"/>
              <a:gd name="connsiteY9" fmla="*/ 534641 h 1877032"/>
              <a:gd name="connsiteX0" fmla="*/ 394949 w 1677296"/>
              <a:gd name="connsiteY0" fmla="*/ 534641 h 1877032"/>
              <a:gd name="connsiteX1" fmla="*/ 34597 w 1677296"/>
              <a:gd name="connsiteY1" fmla="*/ 940200 h 1877032"/>
              <a:gd name="connsiteX2" fmla="*/ 54054 w 1677296"/>
              <a:gd name="connsiteY2" fmla="*/ 1728260 h 1877032"/>
              <a:gd name="connsiteX3" fmla="*/ 385069 w 1677296"/>
              <a:gd name="connsiteY3" fmla="*/ 1877032 h 1877032"/>
              <a:gd name="connsiteX4" fmla="*/ 1612334 w 1677296"/>
              <a:gd name="connsiteY4" fmla="*/ 1840637 h 1877032"/>
              <a:gd name="connsiteX5" fmla="*/ 1555348 w 1677296"/>
              <a:gd name="connsiteY5" fmla="*/ 1257671 h 1877032"/>
              <a:gd name="connsiteX6" fmla="*/ 1503107 w 1677296"/>
              <a:gd name="connsiteY6" fmla="*/ 672856 h 1877032"/>
              <a:gd name="connsiteX7" fmla="*/ 1371521 w 1677296"/>
              <a:gd name="connsiteY7" fmla="*/ 154877 h 1877032"/>
              <a:gd name="connsiteX8" fmla="*/ 873681 w 1677296"/>
              <a:gd name="connsiteY8" fmla="*/ 21205 h 1877032"/>
              <a:gd name="connsiteX9" fmla="*/ 394949 w 1677296"/>
              <a:gd name="connsiteY9" fmla="*/ 534641 h 1877032"/>
              <a:gd name="connsiteX0" fmla="*/ 394949 w 1677298"/>
              <a:gd name="connsiteY0" fmla="*/ 534641 h 1877032"/>
              <a:gd name="connsiteX1" fmla="*/ 34597 w 1677298"/>
              <a:gd name="connsiteY1" fmla="*/ 940200 h 1877032"/>
              <a:gd name="connsiteX2" fmla="*/ 54054 w 1677298"/>
              <a:gd name="connsiteY2" fmla="*/ 1728260 h 1877032"/>
              <a:gd name="connsiteX3" fmla="*/ 385069 w 1677298"/>
              <a:gd name="connsiteY3" fmla="*/ 1877032 h 1877032"/>
              <a:gd name="connsiteX4" fmla="*/ 1612334 w 1677298"/>
              <a:gd name="connsiteY4" fmla="*/ 1840637 h 1877032"/>
              <a:gd name="connsiteX5" fmla="*/ 1555348 w 1677298"/>
              <a:gd name="connsiteY5" fmla="*/ 1257671 h 1877032"/>
              <a:gd name="connsiteX6" fmla="*/ 1503107 w 1677298"/>
              <a:gd name="connsiteY6" fmla="*/ 672856 h 1877032"/>
              <a:gd name="connsiteX7" fmla="*/ 1371521 w 1677298"/>
              <a:gd name="connsiteY7" fmla="*/ 154877 h 1877032"/>
              <a:gd name="connsiteX8" fmla="*/ 873681 w 1677298"/>
              <a:gd name="connsiteY8" fmla="*/ 21205 h 1877032"/>
              <a:gd name="connsiteX9" fmla="*/ 394949 w 1677298"/>
              <a:gd name="connsiteY9" fmla="*/ 534641 h 1877032"/>
              <a:gd name="connsiteX0" fmla="*/ 394949 w 1677296"/>
              <a:gd name="connsiteY0" fmla="*/ 534641 h 1904936"/>
              <a:gd name="connsiteX1" fmla="*/ 34597 w 1677296"/>
              <a:gd name="connsiteY1" fmla="*/ 940200 h 1904936"/>
              <a:gd name="connsiteX2" fmla="*/ 54054 w 1677296"/>
              <a:gd name="connsiteY2" fmla="*/ 1728260 h 1904936"/>
              <a:gd name="connsiteX3" fmla="*/ 385069 w 1677296"/>
              <a:gd name="connsiteY3" fmla="*/ 1877032 h 1904936"/>
              <a:gd name="connsiteX4" fmla="*/ 1612334 w 1677296"/>
              <a:gd name="connsiteY4" fmla="*/ 1840637 h 1904936"/>
              <a:gd name="connsiteX5" fmla="*/ 1555348 w 1677296"/>
              <a:gd name="connsiteY5" fmla="*/ 1257671 h 1904936"/>
              <a:gd name="connsiteX6" fmla="*/ 1503107 w 1677296"/>
              <a:gd name="connsiteY6" fmla="*/ 672856 h 1904936"/>
              <a:gd name="connsiteX7" fmla="*/ 1371521 w 1677296"/>
              <a:gd name="connsiteY7" fmla="*/ 154877 h 1904936"/>
              <a:gd name="connsiteX8" fmla="*/ 873681 w 1677296"/>
              <a:gd name="connsiteY8" fmla="*/ 21205 h 1904936"/>
              <a:gd name="connsiteX9" fmla="*/ 394949 w 1677296"/>
              <a:gd name="connsiteY9" fmla="*/ 534641 h 1904936"/>
              <a:gd name="connsiteX0" fmla="*/ 461539 w 1743887"/>
              <a:gd name="connsiteY0" fmla="*/ 534641 h 1904936"/>
              <a:gd name="connsiteX1" fmla="*/ 101187 w 1743887"/>
              <a:gd name="connsiteY1" fmla="*/ 940200 h 1904936"/>
              <a:gd name="connsiteX2" fmla="*/ 22840 w 1743887"/>
              <a:gd name="connsiteY2" fmla="*/ 1737812 h 1904936"/>
              <a:gd name="connsiteX3" fmla="*/ 451659 w 1743887"/>
              <a:gd name="connsiteY3" fmla="*/ 1877032 h 1904936"/>
              <a:gd name="connsiteX4" fmla="*/ 1678924 w 1743887"/>
              <a:gd name="connsiteY4" fmla="*/ 1840637 h 1904936"/>
              <a:gd name="connsiteX5" fmla="*/ 1621938 w 1743887"/>
              <a:gd name="connsiteY5" fmla="*/ 1257671 h 1904936"/>
              <a:gd name="connsiteX6" fmla="*/ 1569697 w 1743887"/>
              <a:gd name="connsiteY6" fmla="*/ 672856 h 1904936"/>
              <a:gd name="connsiteX7" fmla="*/ 1438111 w 1743887"/>
              <a:gd name="connsiteY7" fmla="*/ 154877 h 1904936"/>
              <a:gd name="connsiteX8" fmla="*/ 940271 w 1743887"/>
              <a:gd name="connsiteY8" fmla="*/ 21205 h 1904936"/>
              <a:gd name="connsiteX9" fmla="*/ 461539 w 1743887"/>
              <a:gd name="connsiteY9" fmla="*/ 534641 h 1904936"/>
              <a:gd name="connsiteX0" fmla="*/ 452050 w 1756359"/>
              <a:gd name="connsiteY0" fmla="*/ 534641 h 1891359"/>
              <a:gd name="connsiteX1" fmla="*/ 91698 w 1756359"/>
              <a:gd name="connsiteY1" fmla="*/ 940200 h 1891359"/>
              <a:gd name="connsiteX2" fmla="*/ 13351 w 1756359"/>
              <a:gd name="connsiteY2" fmla="*/ 1737812 h 1891359"/>
              <a:gd name="connsiteX3" fmla="*/ 309435 w 1756359"/>
              <a:gd name="connsiteY3" fmla="*/ 1891359 h 1891359"/>
              <a:gd name="connsiteX4" fmla="*/ 1669435 w 1756359"/>
              <a:gd name="connsiteY4" fmla="*/ 1840637 h 1891359"/>
              <a:gd name="connsiteX5" fmla="*/ 1612449 w 1756359"/>
              <a:gd name="connsiteY5" fmla="*/ 1257671 h 1891359"/>
              <a:gd name="connsiteX6" fmla="*/ 1560208 w 1756359"/>
              <a:gd name="connsiteY6" fmla="*/ 672856 h 1891359"/>
              <a:gd name="connsiteX7" fmla="*/ 1428622 w 1756359"/>
              <a:gd name="connsiteY7" fmla="*/ 154877 h 1891359"/>
              <a:gd name="connsiteX8" fmla="*/ 930782 w 1756359"/>
              <a:gd name="connsiteY8" fmla="*/ 21205 h 1891359"/>
              <a:gd name="connsiteX9" fmla="*/ 452050 w 1756359"/>
              <a:gd name="connsiteY9" fmla="*/ 534641 h 1891359"/>
              <a:gd name="connsiteX0" fmla="*/ 452050 w 1756257"/>
              <a:gd name="connsiteY0" fmla="*/ 534641 h 1891359"/>
              <a:gd name="connsiteX1" fmla="*/ 91698 w 1756257"/>
              <a:gd name="connsiteY1" fmla="*/ 940200 h 1891359"/>
              <a:gd name="connsiteX2" fmla="*/ 13351 w 1756257"/>
              <a:gd name="connsiteY2" fmla="*/ 1737812 h 1891359"/>
              <a:gd name="connsiteX3" fmla="*/ 309435 w 1756257"/>
              <a:gd name="connsiteY3" fmla="*/ 1891359 h 1891359"/>
              <a:gd name="connsiteX4" fmla="*/ 1669435 w 1756257"/>
              <a:gd name="connsiteY4" fmla="*/ 1840637 h 1891359"/>
              <a:gd name="connsiteX5" fmla="*/ 1612449 w 1756257"/>
              <a:gd name="connsiteY5" fmla="*/ 1257671 h 1891359"/>
              <a:gd name="connsiteX6" fmla="*/ 1563496 w 1756257"/>
              <a:gd name="connsiteY6" fmla="*/ 959631 h 1891359"/>
              <a:gd name="connsiteX7" fmla="*/ 1560208 w 1756257"/>
              <a:gd name="connsiteY7" fmla="*/ 672856 h 1891359"/>
              <a:gd name="connsiteX8" fmla="*/ 1428622 w 1756257"/>
              <a:gd name="connsiteY8" fmla="*/ 154877 h 1891359"/>
              <a:gd name="connsiteX9" fmla="*/ 930782 w 1756257"/>
              <a:gd name="connsiteY9" fmla="*/ 21205 h 1891359"/>
              <a:gd name="connsiteX10" fmla="*/ 452050 w 1756257"/>
              <a:gd name="connsiteY10" fmla="*/ 534641 h 1891359"/>
              <a:gd name="connsiteX0" fmla="*/ 452050 w 1764590"/>
              <a:gd name="connsiteY0" fmla="*/ 534641 h 1891359"/>
              <a:gd name="connsiteX1" fmla="*/ 91698 w 1764590"/>
              <a:gd name="connsiteY1" fmla="*/ 940200 h 1891359"/>
              <a:gd name="connsiteX2" fmla="*/ 13351 w 1764590"/>
              <a:gd name="connsiteY2" fmla="*/ 1737812 h 1891359"/>
              <a:gd name="connsiteX3" fmla="*/ 309435 w 1764590"/>
              <a:gd name="connsiteY3" fmla="*/ 1891359 h 1891359"/>
              <a:gd name="connsiteX4" fmla="*/ 1669435 w 1764590"/>
              <a:gd name="connsiteY4" fmla="*/ 1840637 h 1891359"/>
              <a:gd name="connsiteX5" fmla="*/ 1612449 w 1764590"/>
              <a:gd name="connsiteY5" fmla="*/ 1257671 h 1891359"/>
              <a:gd name="connsiteX6" fmla="*/ 1309780 w 1764590"/>
              <a:gd name="connsiteY6" fmla="*/ 1046341 h 1891359"/>
              <a:gd name="connsiteX7" fmla="*/ 1560208 w 1764590"/>
              <a:gd name="connsiteY7" fmla="*/ 672856 h 1891359"/>
              <a:gd name="connsiteX8" fmla="*/ 1428622 w 1764590"/>
              <a:gd name="connsiteY8" fmla="*/ 154877 h 1891359"/>
              <a:gd name="connsiteX9" fmla="*/ 930782 w 1764590"/>
              <a:gd name="connsiteY9" fmla="*/ 21205 h 1891359"/>
              <a:gd name="connsiteX10" fmla="*/ 452050 w 1764590"/>
              <a:gd name="connsiteY10" fmla="*/ 534641 h 1891359"/>
              <a:gd name="connsiteX0" fmla="*/ 452050 w 1764592"/>
              <a:gd name="connsiteY0" fmla="*/ 534641 h 1891359"/>
              <a:gd name="connsiteX1" fmla="*/ 91698 w 1764592"/>
              <a:gd name="connsiteY1" fmla="*/ 940200 h 1891359"/>
              <a:gd name="connsiteX2" fmla="*/ 13351 w 1764592"/>
              <a:gd name="connsiteY2" fmla="*/ 1737812 h 1891359"/>
              <a:gd name="connsiteX3" fmla="*/ 309435 w 1764592"/>
              <a:gd name="connsiteY3" fmla="*/ 1891359 h 1891359"/>
              <a:gd name="connsiteX4" fmla="*/ 1669435 w 1764592"/>
              <a:gd name="connsiteY4" fmla="*/ 1840637 h 1891359"/>
              <a:gd name="connsiteX5" fmla="*/ 1612449 w 1764592"/>
              <a:gd name="connsiteY5" fmla="*/ 1257671 h 1891359"/>
              <a:gd name="connsiteX6" fmla="*/ 1309780 w 1764592"/>
              <a:gd name="connsiteY6" fmla="*/ 1046341 h 1891359"/>
              <a:gd name="connsiteX7" fmla="*/ 1560208 w 1764592"/>
              <a:gd name="connsiteY7" fmla="*/ 672856 h 1891359"/>
              <a:gd name="connsiteX8" fmla="*/ 1428622 w 1764592"/>
              <a:gd name="connsiteY8" fmla="*/ 154877 h 1891359"/>
              <a:gd name="connsiteX9" fmla="*/ 930782 w 1764592"/>
              <a:gd name="connsiteY9" fmla="*/ 21205 h 1891359"/>
              <a:gd name="connsiteX10" fmla="*/ 452050 w 1764592"/>
              <a:gd name="connsiteY10" fmla="*/ 534641 h 1891359"/>
              <a:gd name="connsiteX0" fmla="*/ 452050 w 1764590"/>
              <a:gd name="connsiteY0" fmla="*/ 534641 h 1891359"/>
              <a:gd name="connsiteX1" fmla="*/ 91698 w 1764590"/>
              <a:gd name="connsiteY1" fmla="*/ 940200 h 1891359"/>
              <a:gd name="connsiteX2" fmla="*/ 13351 w 1764590"/>
              <a:gd name="connsiteY2" fmla="*/ 1737812 h 1891359"/>
              <a:gd name="connsiteX3" fmla="*/ 309435 w 1764590"/>
              <a:gd name="connsiteY3" fmla="*/ 1891359 h 1891359"/>
              <a:gd name="connsiteX4" fmla="*/ 1669435 w 1764590"/>
              <a:gd name="connsiteY4" fmla="*/ 1840637 h 1891359"/>
              <a:gd name="connsiteX5" fmla="*/ 1612449 w 1764590"/>
              <a:gd name="connsiteY5" fmla="*/ 1257671 h 1891359"/>
              <a:gd name="connsiteX6" fmla="*/ 1309780 w 1764590"/>
              <a:gd name="connsiteY6" fmla="*/ 1046341 h 1891359"/>
              <a:gd name="connsiteX7" fmla="*/ 1560208 w 1764590"/>
              <a:gd name="connsiteY7" fmla="*/ 672856 h 1891359"/>
              <a:gd name="connsiteX8" fmla="*/ 1428622 w 1764590"/>
              <a:gd name="connsiteY8" fmla="*/ 154877 h 1891359"/>
              <a:gd name="connsiteX9" fmla="*/ 930782 w 1764590"/>
              <a:gd name="connsiteY9" fmla="*/ 21205 h 1891359"/>
              <a:gd name="connsiteX10" fmla="*/ 452050 w 1764590"/>
              <a:gd name="connsiteY10" fmla="*/ 534641 h 1891359"/>
              <a:gd name="connsiteX0" fmla="*/ 452050 w 1792731"/>
              <a:gd name="connsiteY0" fmla="*/ 534641 h 1891359"/>
              <a:gd name="connsiteX1" fmla="*/ 91698 w 1792731"/>
              <a:gd name="connsiteY1" fmla="*/ 940200 h 1891359"/>
              <a:gd name="connsiteX2" fmla="*/ 13351 w 1792731"/>
              <a:gd name="connsiteY2" fmla="*/ 1737812 h 1891359"/>
              <a:gd name="connsiteX3" fmla="*/ 309435 w 1792731"/>
              <a:gd name="connsiteY3" fmla="*/ 1891359 h 1891359"/>
              <a:gd name="connsiteX4" fmla="*/ 1669435 w 1792731"/>
              <a:gd name="connsiteY4" fmla="*/ 1840637 h 1891359"/>
              <a:gd name="connsiteX5" fmla="*/ 1688563 w 1792731"/>
              <a:gd name="connsiteY5" fmla="*/ 1292355 h 1891359"/>
              <a:gd name="connsiteX6" fmla="*/ 1309780 w 1792731"/>
              <a:gd name="connsiteY6" fmla="*/ 1046341 h 1891359"/>
              <a:gd name="connsiteX7" fmla="*/ 1560208 w 1792731"/>
              <a:gd name="connsiteY7" fmla="*/ 672856 h 1891359"/>
              <a:gd name="connsiteX8" fmla="*/ 1428622 w 1792731"/>
              <a:gd name="connsiteY8" fmla="*/ 154877 h 1891359"/>
              <a:gd name="connsiteX9" fmla="*/ 930782 w 1792731"/>
              <a:gd name="connsiteY9" fmla="*/ 21205 h 1891359"/>
              <a:gd name="connsiteX10" fmla="*/ 452050 w 1792731"/>
              <a:gd name="connsiteY10" fmla="*/ 534641 h 1891359"/>
              <a:gd name="connsiteX0" fmla="*/ 452050 w 1814809"/>
              <a:gd name="connsiteY0" fmla="*/ 534641 h 1891359"/>
              <a:gd name="connsiteX1" fmla="*/ 91698 w 1814809"/>
              <a:gd name="connsiteY1" fmla="*/ 940200 h 1891359"/>
              <a:gd name="connsiteX2" fmla="*/ 13351 w 1814809"/>
              <a:gd name="connsiteY2" fmla="*/ 1737812 h 1891359"/>
              <a:gd name="connsiteX3" fmla="*/ 309435 w 1814809"/>
              <a:gd name="connsiteY3" fmla="*/ 1891359 h 1891359"/>
              <a:gd name="connsiteX4" fmla="*/ 1669435 w 1814809"/>
              <a:gd name="connsiteY4" fmla="*/ 1840637 h 1891359"/>
              <a:gd name="connsiteX5" fmla="*/ 1688563 w 1814809"/>
              <a:gd name="connsiteY5" fmla="*/ 1292355 h 1891359"/>
              <a:gd name="connsiteX6" fmla="*/ 1309780 w 1814809"/>
              <a:gd name="connsiteY6" fmla="*/ 1046341 h 1891359"/>
              <a:gd name="connsiteX7" fmla="*/ 1560208 w 1814809"/>
              <a:gd name="connsiteY7" fmla="*/ 672856 h 1891359"/>
              <a:gd name="connsiteX8" fmla="*/ 1428622 w 1814809"/>
              <a:gd name="connsiteY8" fmla="*/ 154877 h 1891359"/>
              <a:gd name="connsiteX9" fmla="*/ 930782 w 1814809"/>
              <a:gd name="connsiteY9" fmla="*/ 21205 h 1891359"/>
              <a:gd name="connsiteX10" fmla="*/ 452050 w 1814809"/>
              <a:gd name="connsiteY10" fmla="*/ 534641 h 1891359"/>
              <a:gd name="connsiteX0" fmla="*/ 452050 w 1814809"/>
              <a:gd name="connsiteY0" fmla="*/ 534641 h 1891359"/>
              <a:gd name="connsiteX1" fmla="*/ 91698 w 1814809"/>
              <a:gd name="connsiteY1" fmla="*/ 940200 h 1891359"/>
              <a:gd name="connsiteX2" fmla="*/ 13351 w 1814809"/>
              <a:gd name="connsiteY2" fmla="*/ 1737812 h 1891359"/>
              <a:gd name="connsiteX3" fmla="*/ 309435 w 1814809"/>
              <a:gd name="connsiteY3" fmla="*/ 1891359 h 1891359"/>
              <a:gd name="connsiteX4" fmla="*/ 1669435 w 1814809"/>
              <a:gd name="connsiteY4" fmla="*/ 1840637 h 1891359"/>
              <a:gd name="connsiteX5" fmla="*/ 1688563 w 1814809"/>
              <a:gd name="connsiteY5" fmla="*/ 1292355 h 1891359"/>
              <a:gd name="connsiteX6" fmla="*/ 1309780 w 1814809"/>
              <a:gd name="connsiteY6" fmla="*/ 1046341 h 1891359"/>
              <a:gd name="connsiteX7" fmla="*/ 1619996 w 1814809"/>
              <a:gd name="connsiteY7" fmla="*/ 526399 h 1891359"/>
              <a:gd name="connsiteX8" fmla="*/ 1428622 w 1814809"/>
              <a:gd name="connsiteY8" fmla="*/ 154877 h 1891359"/>
              <a:gd name="connsiteX9" fmla="*/ 930782 w 1814809"/>
              <a:gd name="connsiteY9" fmla="*/ 21205 h 1891359"/>
              <a:gd name="connsiteX10" fmla="*/ 452050 w 1814809"/>
              <a:gd name="connsiteY10" fmla="*/ 534641 h 1891359"/>
              <a:gd name="connsiteX0" fmla="*/ 452050 w 1814809"/>
              <a:gd name="connsiteY0" fmla="*/ 542872 h 1899590"/>
              <a:gd name="connsiteX1" fmla="*/ 91698 w 1814809"/>
              <a:gd name="connsiteY1" fmla="*/ 948431 h 1899590"/>
              <a:gd name="connsiteX2" fmla="*/ 13351 w 1814809"/>
              <a:gd name="connsiteY2" fmla="*/ 1746043 h 1899590"/>
              <a:gd name="connsiteX3" fmla="*/ 309435 w 1814809"/>
              <a:gd name="connsiteY3" fmla="*/ 1899590 h 1899590"/>
              <a:gd name="connsiteX4" fmla="*/ 1669435 w 1814809"/>
              <a:gd name="connsiteY4" fmla="*/ 1848868 h 1899590"/>
              <a:gd name="connsiteX5" fmla="*/ 1688563 w 1814809"/>
              <a:gd name="connsiteY5" fmla="*/ 1300586 h 1899590"/>
              <a:gd name="connsiteX6" fmla="*/ 1309780 w 1814809"/>
              <a:gd name="connsiteY6" fmla="*/ 1054572 h 1899590"/>
              <a:gd name="connsiteX7" fmla="*/ 1619996 w 1814809"/>
              <a:gd name="connsiteY7" fmla="*/ 534630 h 1899590"/>
              <a:gd name="connsiteX8" fmla="*/ 1488411 w 1814809"/>
              <a:gd name="connsiteY8" fmla="*/ 129049 h 1899590"/>
              <a:gd name="connsiteX9" fmla="*/ 930782 w 1814809"/>
              <a:gd name="connsiteY9" fmla="*/ 29436 h 1899590"/>
              <a:gd name="connsiteX10" fmla="*/ 452050 w 1814809"/>
              <a:gd name="connsiteY10" fmla="*/ 542872 h 1899590"/>
              <a:gd name="connsiteX0" fmla="*/ 452050 w 1814809"/>
              <a:gd name="connsiteY0" fmla="*/ 540513 h 1897231"/>
              <a:gd name="connsiteX1" fmla="*/ 91698 w 1814809"/>
              <a:gd name="connsiteY1" fmla="*/ 946072 h 1897231"/>
              <a:gd name="connsiteX2" fmla="*/ 13351 w 1814809"/>
              <a:gd name="connsiteY2" fmla="*/ 1743684 h 1897231"/>
              <a:gd name="connsiteX3" fmla="*/ 309435 w 1814809"/>
              <a:gd name="connsiteY3" fmla="*/ 1897231 h 1897231"/>
              <a:gd name="connsiteX4" fmla="*/ 1669435 w 1814809"/>
              <a:gd name="connsiteY4" fmla="*/ 1846509 h 1897231"/>
              <a:gd name="connsiteX5" fmla="*/ 1688563 w 1814809"/>
              <a:gd name="connsiteY5" fmla="*/ 1298227 h 1897231"/>
              <a:gd name="connsiteX6" fmla="*/ 1309780 w 1814809"/>
              <a:gd name="connsiteY6" fmla="*/ 1052213 h 1897231"/>
              <a:gd name="connsiteX7" fmla="*/ 1619996 w 1814809"/>
              <a:gd name="connsiteY7" fmla="*/ 532271 h 1897231"/>
              <a:gd name="connsiteX8" fmla="*/ 1488411 w 1814809"/>
              <a:gd name="connsiteY8" fmla="*/ 126690 h 1897231"/>
              <a:gd name="connsiteX9" fmla="*/ 930782 w 1814809"/>
              <a:gd name="connsiteY9" fmla="*/ 27077 h 1897231"/>
              <a:gd name="connsiteX10" fmla="*/ 452050 w 1814809"/>
              <a:gd name="connsiteY10" fmla="*/ 540513 h 1897231"/>
              <a:gd name="connsiteX0" fmla="*/ 452050 w 1814809"/>
              <a:gd name="connsiteY0" fmla="*/ 540513 h 1897231"/>
              <a:gd name="connsiteX1" fmla="*/ 91698 w 1814809"/>
              <a:gd name="connsiteY1" fmla="*/ 946072 h 1897231"/>
              <a:gd name="connsiteX2" fmla="*/ 13351 w 1814809"/>
              <a:gd name="connsiteY2" fmla="*/ 1743684 h 1897231"/>
              <a:gd name="connsiteX3" fmla="*/ 309435 w 1814809"/>
              <a:gd name="connsiteY3" fmla="*/ 1897231 h 1897231"/>
              <a:gd name="connsiteX4" fmla="*/ 1669435 w 1814809"/>
              <a:gd name="connsiteY4" fmla="*/ 1846509 h 1897231"/>
              <a:gd name="connsiteX5" fmla="*/ 1688563 w 1814809"/>
              <a:gd name="connsiteY5" fmla="*/ 1298227 h 1897231"/>
              <a:gd name="connsiteX6" fmla="*/ 1309780 w 1814809"/>
              <a:gd name="connsiteY6" fmla="*/ 1052213 h 1897231"/>
              <a:gd name="connsiteX7" fmla="*/ 1619996 w 1814809"/>
              <a:gd name="connsiteY7" fmla="*/ 532271 h 1897231"/>
              <a:gd name="connsiteX8" fmla="*/ 1488411 w 1814809"/>
              <a:gd name="connsiteY8" fmla="*/ 126690 h 1897231"/>
              <a:gd name="connsiteX9" fmla="*/ 930782 w 1814809"/>
              <a:gd name="connsiteY9" fmla="*/ 27077 h 1897231"/>
              <a:gd name="connsiteX10" fmla="*/ 452050 w 1814809"/>
              <a:gd name="connsiteY10" fmla="*/ 540513 h 1897231"/>
              <a:gd name="connsiteX0" fmla="*/ 288567 w 1811701"/>
              <a:gd name="connsiteY0" fmla="*/ 555674 h 1898251"/>
              <a:gd name="connsiteX1" fmla="*/ 88590 w 1811701"/>
              <a:gd name="connsiteY1" fmla="*/ 947092 h 1898251"/>
              <a:gd name="connsiteX2" fmla="*/ 10243 w 1811701"/>
              <a:gd name="connsiteY2" fmla="*/ 1744704 h 1898251"/>
              <a:gd name="connsiteX3" fmla="*/ 306327 w 1811701"/>
              <a:gd name="connsiteY3" fmla="*/ 1898251 h 1898251"/>
              <a:gd name="connsiteX4" fmla="*/ 1666327 w 1811701"/>
              <a:gd name="connsiteY4" fmla="*/ 1847529 h 1898251"/>
              <a:gd name="connsiteX5" fmla="*/ 1685455 w 1811701"/>
              <a:gd name="connsiteY5" fmla="*/ 1299247 h 1898251"/>
              <a:gd name="connsiteX6" fmla="*/ 1306672 w 1811701"/>
              <a:gd name="connsiteY6" fmla="*/ 1053233 h 1898251"/>
              <a:gd name="connsiteX7" fmla="*/ 1616888 w 1811701"/>
              <a:gd name="connsiteY7" fmla="*/ 533291 h 1898251"/>
              <a:gd name="connsiteX8" fmla="*/ 1485303 w 1811701"/>
              <a:gd name="connsiteY8" fmla="*/ 127710 h 1898251"/>
              <a:gd name="connsiteX9" fmla="*/ 927674 w 1811701"/>
              <a:gd name="connsiteY9" fmla="*/ 28097 h 1898251"/>
              <a:gd name="connsiteX10" fmla="*/ 288567 w 1811701"/>
              <a:gd name="connsiteY10" fmla="*/ 555674 h 1898251"/>
              <a:gd name="connsiteX0" fmla="*/ 288567 w 1811701"/>
              <a:gd name="connsiteY0" fmla="*/ 479828 h 1822405"/>
              <a:gd name="connsiteX1" fmla="*/ 88590 w 1811701"/>
              <a:gd name="connsiteY1" fmla="*/ 871246 h 1822405"/>
              <a:gd name="connsiteX2" fmla="*/ 10243 w 1811701"/>
              <a:gd name="connsiteY2" fmla="*/ 1668858 h 1822405"/>
              <a:gd name="connsiteX3" fmla="*/ 306327 w 1811701"/>
              <a:gd name="connsiteY3" fmla="*/ 1822405 h 1822405"/>
              <a:gd name="connsiteX4" fmla="*/ 1666327 w 1811701"/>
              <a:gd name="connsiteY4" fmla="*/ 1771683 h 1822405"/>
              <a:gd name="connsiteX5" fmla="*/ 1685455 w 1811701"/>
              <a:gd name="connsiteY5" fmla="*/ 1223401 h 1822405"/>
              <a:gd name="connsiteX6" fmla="*/ 1306672 w 1811701"/>
              <a:gd name="connsiteY6" fmla="*/ 977387 h 1822405"/>
              <a:gd name="connsiteX7" fmla="*/ 1616888 w 1811701"/>
              <a:gd name="connsiteY7" fmla="*/ 457445 h 1822405"/>
              <a:gd name="connsiteX8" fmla="*/ 1485303 w 1811701"/>
              <a:gd name="connsiteY8" fmla="*/ 51864 h 1822405"/>
              <a:gd name="connsiteX9" fmla="*/ 895599 w 1811701"/>
              <a:gd name="connsiteY9" fmla="*/ 79530 h 1822405"/>
              <a:gd name="connsiteX10" fmla="*/ 288567 w 1811701"/>
              <a:gd name="connsiteY10" fmla="*/ 479828 h 1822405"/>
              <a:gd name="connsiteX0" fmla="*/ 288567 w 1811701"/>
              <a:gd name="connsiteY0" fmla="*/ 419258 h 1761835"/>
              <a:gd name="connsiteX1" fmla="*/ 88590 w 1811701"/>
              <a:gd name="connsiteY1" fmla="*/ 810676 h 1761835"/>
              <a:gd name="connsiteX2" fmla="*/ 10243 w 1811701"/>
              <a:gd name="connsiteY2" fmla="*/ 1608288 h 1761835"/>
              <a:gd name="connsiteX3" fmla="*/ 306327 w 1811701"/>
              <a:gd name="connsiteY3" fmla="*/ 1761835 h 1761835"/>
              <a:gd name="connsiteX4" fmla="*/ 1666327 w 1811701"/>
              <a:gd name="connsiteY4" fmla="*/ 1711113 h 1761835"/>
              <a:gd name="connsiteX5" fmla="*/ 1685455 w 1811701"/>
              <a:gd name="connsiteY5" fmla="*/ 1162831 h 1761835"/>
              <a:gd name="connsiteX6" fmla="*/ 1306672 w 1811701"/>
              <a:gd name="connsiteY6" fmla="*/ 916817 h 1761835"/>
              <a:gd name="connsiteX7" fmla="*/ 1616888 w 1811701"/>
              <a:gd name="connsiteY7" fmla="*/ 396875 h 1761835"/>
              <a:gd name="connsiteX8" fmla="*/ 1373040 w 1811701"/>
              <a:gd name="connsiteY8" fmla="*/ 118574 h 1761835"/>
              <a:gd name="connsiteX9" fmla="*/ 895599 w 1811701"/>
              <a:gd name="connsiteY9" fmla="*/ 18960 h 1761835"/>
              <a:gd name="connsiteX10" fmla="*/ 288567 w 1811701"/>
              <a:gd name="connsiteY10" fmla="*/ 419258 h 1761835"/>
              <a:gd name="connsiteX0" fmla="*/ 288567 w 1811701"/>
              <a:gd name="connsiteY0" fmla="*/ 419258 h 1761835"/>
              <a:gd name="connsiteX1" fmla="*/ 88590 w 1811701"/>
              <a:gd name="connsiteY1" fmla="*/ 810676 h 1761835"/>
              <a:gd name="connsiteX2" fmla="*/ 10243 w 1811701"/>
              <a:gd name="connsiteY2" fmla="*/ 1608288 h 1761835"/>
              <a:gd name="connsiteX3" fmla="*/ 306327 w 1811701"/>
              <a:gd name="connsiteY3" fmla="*/ 1761835 h 1761835"/>
              <a:gd name="connsiteX4" fmla="*/ 1666327 w 1811701"/>
              <a:gd name="connsiteY4" fmla="*/ 1711113 h 1761835"/>
              <a:gd name="connsiteX5" fmla="*/ 1685455 w 1811701"/>
              <a:gd name="connsiteY5" fmla="*/ 1162831 h 1761835"/>
              <a:gd name="connsiteX6" fmla="*/ 1306672 w 1811701"/>
              <a:gd name="connsiteY6" fmla="*/ 916817 h 1761835"/>
              <a:gd name="connsiteX7" fmla="*/ 1584814 w 1811701"/>
              <a:gd name="connsiteY7" fmla="*/ 510012 h 1761835"/>
              <a:gd name="connsiteX8" fmla="*/ 1373040 w 1811701"/>
              <a:gd name="connsiteY8" fmla="*/ 118574 h 1761835"/>
              <a:gd name="connsiteX9" fmla="*/ 895599 w 1811701"/>
              <a:gd name="connsiteY9" fmla="*/ 18960 h 1761835"/>
              <a:gd name="connsiteX10" fmla="*/ 288567 w 1811701"/>
              <a:gd name="connsiteY10" fmla="*/ 419258 h 1761835"/>
              <a:gd name="connsiteX0" fmla="*/ 288567 w 1770444"/>
              <a:gd name="connsiteY0" fmla="*/ 419258 h 1761835"/>
              <a:gd name="connsiteX1" fmla="*/ 88590 w 1770444"/>
              <a:gd name="connsiteY1" fmla="*/ 810676 h 1761835"/>
              <a:gd name="connsiteX2" fmla="*/ 10243 w 1770444"/>
              <a:gd name="connsiteY2" fmla="*/ 1608288 h 1761835"/>
              <a:gd name="connsiteX3" fmla="*/ 306327 w 1770444"/>
              <a:gd name="connsiteY3" fmla="*/ 1761835 h 1761835"/>
              <a:gd name="connsiteX4" fmla="*/ 1666327 w 1770444"/>
              <a:gd name="connsiteY4" fmla="*/ 1711113 h 1761835"/>
              <a:gd name="connsiteX5" fmla="*/ 1589229 w 1770444"/>
              <a:gd name="connsiteY5" fmla="*/ 1176973 h 1761835"/>
              <a:gd name="connsiteX6" fmla="*/ 1306672 w 1770444"/>
              <a:gd name="connsiteY6" fmla="*/ 916817 h 1761835"/>
              <a:gd name="connsiteX7" fmla="*/ 1584814 w 1770444"/>
              <a:gd name="connsiteY7" fmla="*/ 510012 h 1761835"/>
              <a:gd name="connsiteX8" fmla="*/ 1373040 w 1770444"/>
              <a:gd name="connsiteY8" fmla="*/ 118574 h 1761835"/>
              <a:gd name="connsiteX9" fmla="*/ 895599 w 1770444"/>
              <a:gd name="connsiteY9" fmla="*/ 18960 h 1761835"/>
              <a:gd name="connsiteX10" fmla="*/ 288567 w 1770444"/>
              <a:gd name="connsiteY10" fmla="*/ 419258 h 1761835"/>
              <a:gd name="connsiteX0" fmla="*/ 288567 w 1592514"/>
              <a:gd name="connsiteY0" fmla="*/ 419258 h 1863058"/>
              <a:gd name="connsiteX1" fmla="*/ 88590 w 1592514"/>
              <a:gd name="connsiteY1" fmla="*/ 810676 h 1863058"/>
              <a:gd name="connsiteX2" fmla="*/ 10243 w 1592514"/>
              <a:gd name="connsiteY2" fmla="*/ 1608288 h 1863058"/>
              <a:gd name="connsiteX3" fmla="*/ 306327 w 1592514"/>
              <a:gd name="connsiteY3" fmla="*/ 1761835 h 1863058"/>
              <a:gd name="connsiteX4" fmla="*/ 1377650 w 1592514"/>
              <a:gd name="connsiteY4" fmla="*/ 1838393 h 1863058"/>
              <a:gd name="connsiteX5" fmla="*/ 1589229 w 1592514"/>
              <a:gd name="connsiteY5" fmla="*/ 1176973 h 1863058"/>
              <a:gd name="connsiteX6" fmla="*/ 1306672 w 1592514"/>
              <a:gd name="connsiteY6" fmla="*/ 916817 h 1863058"/>
              <a:gd name="connsiteX7" fmla="*/ 1584814 w 1592514"/>
              <a:gd name="connsiteY7" fmla="*/ 510012 h 1863058"/>
              <a:gd name="connsiteX8" fmla="*/ 1373040 w 1592514"/>
              <a:gd name="connsiteY8" fmla="*/ 118574 h 1863058"/>
              <a:gd name="connsiteX9" fmla="*/ 895599 w 1592514"/>
              <a:gd name="connsiteY9" fmla="*/ 18960 h 1863058"/>
              <a:gd name="connsiteX10" fmla="*/ 288567 w 1592514"/>
              <a:gd name="connsiteY10" fmla="*/ 419258 h 1863058"/>
              <a:gd name="connsiteX0" fmla="*/ 421322 w 1594935"/>
              <a:gd name="connsiteY0" fmla="*/ 616342 h 1876292"/>
              <a:gd name="connsiteX1" fmla="*/ 91011 w 1594935"/>
              <a:gd name="connsiteY1" fmla="*/ 823910 h 1876292"/>
              <a:gd name="connsiteX2" fmla="*/ 12664 w 1594935"/>
              <a:gd name="connsiteY2" fmla="*/ 1621522 h 1876292"/>
              <a:gd name="connsiteX3" fmla="*/ 308748 w 1594935"/>
              <a:gd name="connsiteY3" fmla="*/ 1775069 h 1876292"/>
              <a:gd name="connsiteX4" fmla="*/ 1380071 w 1594935"/>
              <a:gd name="connsiteY4" fmla="*/ 1851627 h 1876292"/>
              <a:gd name="connsiteX5" fmla="*/ 1591650 w 1594935"/>
              <a:gd name="connsiteY5" fmla="*/ 1190207 h 1876292"/>
              <a:gd name="connsiteX6" fmla="*/ 1309093 w 1594935"/>
              <a:gd name="connsiteY6" fmla="*/ 930051 h 1876292"/>
              <a:gd name="connsiteX7" fmla="*/ 1587235 w 1594935"/>
              <a:gd name="connsiteY7" fmla="*/ 523246 h 1876292"/>
              <a:gd name="connsiteX8" fmla="*/ 1375461 w 1594935"/>
              <a:gd name="connsiteY8" fmla="*/ 131808 h 1876292"/>
              <a:gd name="connsiteX9" fmla="*/ 898020 w 1594935"/>
              <a:gd name="connsiteY9" fmla="*/ 32194 h 1876292"/>
              <a:gd name="connsiteX10" fmla="*/ 421322 w 1594935"/>
              <a:gd name="connsiteY10" fmla="*/ 616342 h 1876292"/>
              <a:gd name="connsiteX0" fmla="*/ 413257 w 1586870"/>
              <a:gd name="connsiteY0" fmla="*/ 616342 h 1876292"/>
              <a:gd name="connsiteX1" fmla="*/ 140873 w 1586870"/>
              <a:gd name="connsiteY1" fmla="*/ 993617 h 1876292"/>
              <a:gd name="connsiteX2" fmla="*/ 4599 w 1586870"/>
              <a:gd name="connsiteY2" fmla="*/ 1621522 h 1876292"/>
              <a:gd name="connsiteX3" fmla="*/ 300683 w 1586870"/>
              <a:gd name="connsiteY3" fmla="*/ 1775069 h 1876292"/>
              <a:gd name="connsiteX4" fmla="*/ 1372006 w 1586870"/>
              <a:gd name="connsiteY4" fmla="*/ 1851627 h 1876292"/>
              <a:gd name="connsiteX5" fmla="*/ 1583585 w 1586870"/>
              <a:gd name="connsiteY5" fmla="*/ 1190207 h 1876292"/>
              <a:gd name="connsiteX6" fmla="*/ 1301028 w 1586870"/>
              <a:gd name="connsiteY6" fmla="*/ 930051 h 1876292"/>
              <a:gd name="connsiteX7" fmla="*/ 1579170 w 1586870"/>
              <a:gd name="connsiteY7" fmla="*/ 523246 h 1876292"/>
              <a:gd name="connsiteX8" fmla="*/ 1367396 w 1586870"/>
              <a:gd name="connsiteY8" fmla="*/ 131808 h 1876292"/>
              <a:gd name="connsiteX9" fmla="*/ 889955 w 1586870"/>
              <a:gd name="connsiteY9" fmla="*/ 32194 h 1876292"/>
              <a:gd name="connsiteX10" fmla="*/ 413257 w 1586870"/>
              <a:gd name="connsiteY10" fmla="*/ 616342 h 1876292"/>
              <a:gd name="connsiteX0" fmla="*/ 284962 w 1458575"/>
              <a:gd name="connsiteY0" fmla="*/ 616342 h 1908017"/>
              <a:gd name="connsiteX1" fmla="*/ 12578 w 1458575"/>
              <a:gd name="connsiteY1" fmla="*/ 993617 h 1908017"/>
              <a:gd name="connsiteX2" fmla="*/ 172388 w 1458575"/>
              <a:gd name="connsiteY2" fmla="*/ 1775069 h 1908017"/>
              <a:gd name="connsiteX3" fmla="*/ 1243711 w 1458575"/>
              <a:gd name="connsiteY3" fmla="*/ 1851627 h 1908017"/>
              <a:gd name="connsiteX4" fmla="*/ 1455290 w 1458575"/>
              <a:gd name="connsiteY4" fmla="*/ 1190207 h 1908017"/>
              <a:gd name="connsiteX5" fmla="*/ 1172733 w 1458575"/>
              <a:gd name="connsiteY5" fmla="*/ 930051 h 1908017"/>
              <a:gd name="connsiteX6" fmla="*/ 1450875 w 1458575"/>
              <a:gd name="connsiteY6" fmla="*/ 523246 h 1908017"/>
              <a:gd name="connsiteX7" fmla="*/ 1239101 w 1458575"/>
              <a:gd name="connsiteY7" fmla="*/ 131808 h 1908017"/>
              <a:gd name="connsiteX8" fmla="*/ 761660 w 1458575"/>
              <a:gd name="connsiteY8" fmla="*/ 32194 h 1908017"/>
              <a:gd name="connsiteX9" fmla="*/ 284962 w 1458575"/>
              <a:gd name="connsiteY9" fmla="*/ 616342 h 1908017"/>
              <a:gd name="connsiteX0" fmla="*/ 343858 w 1519131"/>
              <a:gd name="connsiteY0" fmla="*/ 616342 h 1885036"/>
              <a:gd name="connsiteX1" fmla="*/ 71474 w 1519131"/>
              <a:gd name="connsiteY1" fmla="*/ 993617 h 1885036"/>
              <a:gd name="connsiteX2" fmla="*/ 115432 w 1519131"/>
              <a:gd name="connsiteY2" fmla="*/ 1704358 h 1885036"/>
              <a:gd name="connsiteX3" fmla="*/ 1302607 w 1519131"/>
              <a:gd name="connsiteY3" fmla="*/ 1851627 h 1885036"/>
              <a:gd name="connsiteX4" fmla="*/ 1514186 w 1519131"/>
              <a:gd name="connsiteY4" fmla="*/ 1190207 h 1885036"/>
              <a:gd name="connsiteX5" fmla="*/ 1231629 w 1519131"/>
              <a:gd name="connsiteY5" fmla="*/ 930051 h 1885036"/>
              <a:gd name="connsiteX6" fmla="*/ 1509771 w 1519131"/>
              <a:gd name="connsiteY6" fmla="*/ 523246 h 1885036"/>
              <a:gd name="connsiteX7" fmla="*/ 1297997 w 1519131"/>
              <a:gd name="connsiteY7" fmla="*/ 131808 h 1885036"/>
              <a:gd name="connsiteX8" fmla="*/ 820556 w 1519131"/>
              <a:gd name="connsiteY8" fmla="*/ 32194 h 1885036"/>
              <a:gd name="connsiteX9" fmla="*/ 343858 w 1519131"/>
              <a:gd name="connsiteY9" fmla="*/ 616342 h 1885036"/>
              <a:gd name="connsiteX0" fmla="*/ 343858 w 1549812"/>
              <a:gd name="connsiteY0" fmla="*/ 616342 h 1800235"/>
              <a:gd name="connsiteX1" fmla="*/ 71474 w 1549812"/>
              <a:gd name="connsiteY1" fmla="*/ 993617 h 1800235"/>
              <a:gd name="connsiteX2" fmla="*/ 115432 w 1549812"/>
              <a:gd name="connsiteY2" fmla="*/ 1704358 h 1800235"/>
              <a:gd name="connsiteX3" fmla="*/ 1389496 w 1549812"/>
              <a:gd name="connsiteY3" fmla="*/ 1724347 h 1800235"/>
              <a:gd name="connsiteX4" fmla="*/ 1514186 w 1549812"/>
              <a:gd name="connsiteY4" fmla="*/ 1190207 h 1800235"/>
              <a:gd name="connsiteX5" fmla="*/ 1231629 w 1549812"/>
              <a:gd name="connsiteY5" fmla="*/ 930051 h 1800235"/>
              <a:gd name="connsiteX6" fmla="*/ 1509771 w 1549812"/>
              <a:gd name="connsiteY6" fmla="*/ 523246 h 1800235"/>
              <a:gd name="connsiteX7" fmla="*/ 1297997 w 1549812"/>
              <a:gd name="connsiteY7" fmla="*/ 131808 h 1800235"/>
              <a:gd name="connsiteX8" fmla="*/ 820556 w 1549812"/>
              <a:gd name="connsiteY8" fmla="*/ 32194 h 1800235"/>
              <a:gd name="connsiteX9" fmla="*/ 343858 w 1549812"/>
              <a:gd name="connsiteY9" fmla="*/ 616342 h 1800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49812" h="1800235">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40497" y="1322590"/>
                  <a:pt x="1514186" y="1190207"/>
                </a:cubicBezTo>
                <a:cubicBezTo>
                  <a:pt x="1487875" y="1057824"/>
                  <a:pt x="1240336" y="1148914"/>
                  <a:pt x="1231629" y="930051"/>
                </a:cubicBezTo>
                <a:cubicBezTo>
                  <a:pt x="1248292" y="693847"/>
                  <a:pt x="1498710" y="656286"/>
                  <a:pt x="1509771" y="523246"/>
                </a:cubicBezTo>
                <a:cubicBezTo>
                  <a:pt x="1520832" y="39020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11" name="Freeform 417">
            <a:extLst>
              <a:ext uri="{FF2B5EF4-FFF2-40B4-BE49-F238E27FC236}">
                <a16:creationId xmlns:a16="http://schemas.microsoft.com/office/drawing/2014/main" id="{86D46BE4-B0DC-6447-9B19-4A15963D6107}"/>
              </a:ext>
            </a:extLst>
          </p:cNvPr>
          <p:cNvSpPr>
            <a:spLocks/>
          </p:cNvSpPr>
          <p:nvPr/>
        </p:nvSpPr>
        <p:spPr bwMode="auto">
          <a:xfrm>
            <a:off x="7274076" y="1826035"/>
            <a:ext cx="1736725" cy="1317704"/>
          </a:xfrm>
          <a:custGeom>
            <a:avLst/>
            <a:gdLst>
              <a:gd name="T0" fmla="*/ 2147483646 w 1036"/>
              <a:gd name="T1" fmla="*/ 2147483646 h 675"/>
              <a:gd name="T2" fmla="*/ 2147483646 w 1036"/>
              <a:gd name="T3" fmla="*/ 2147483646 h 675"/>
              <a:gd name="T4" fmla="*/ 2147483646 w 1036"/>
              <a:gd name="T5" fmla="*/ 2147483646 h 675"/>
              <a:gd name="T6" fmla="*/ 2147483646 w 1036"/>
              <a:gd name="T7" fmla="*/ 2147483646 h 675"/>
              <a:gd name="T8" fmla="*/ 2147483646 w 1036"/>
              <a:gd name="T9" fmla="*/ 2147483646 h 675"/>
              <a:gd name="T10" fmla="*/ 2147483646 w 1036"/>
              <a:gd name="T11" fmla="*/ 2147483646 h 675"/>
              <a:gd name="T12" fmla="*/ 2147483646 w 1036"/>
              <a:gd name="T13" fmla="*/ 2147483646 h 675"/>
              <a:gd name="T14" fmla="*/ 2147483646 w 1036"/>
              <a:gd name="T15" fmla="*/ 2147483646 h 675"/>
              <a:gd name="T16" fmla="*/ 2147483646 w 1036"/>
              <a:gd name="T17" fmla="*/ 2147483646 h 675"/>
              <a:gd name="T18" fmla="*/ 2147483646 w 1036"/>
              <a:gd name="T19" fmla="*/ 2147483646 h 675"/>
              <a:gd name="T20" fmla="*/ 2147483646 w 1036"/>
              <a:gd name="T21" fmla="*/ 2147483646 h 675"/>
              <a:gd name="T22" fmla="*/ 2147483646 w 1036"/>
              <a:gd name="T23" fmla="*/ 2147483646 h 675"/>
              <a:gd name="T24" fmla="*/ 2147483646 w 1036"/>
              <a:gd name="T25" fmla="*/ 2147483646 h 675"/>
              <a:gd name="T26" fmla="*/ 2147483646 w 1036"/>
              <a:gd name="T27" fmla="*/ 2147483646 h 675"/>
              <a:gd name="T28" fmla="*/ 2147483646 w 1036"/>
              <a:gd name="T29" fmla="*/ 2147483646 h 675"/>
              <a:gd name="T30" fmla="*/ 2147483646 w 1036"/>
              <a:gd name="T31" fmla="*/ 2147483646 h 675"/>
              <a:gd name="T32" fmla="*/ 2147483646 w 1036"/>
              <a:gd name="T33" fmla="*/ 2147483646 h 675"/>
              <a:gd name="T34" fmla="*/ 2147483646 w 1036"/>
              <a:gd name="T35" fmla="*/ 2147483646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grpSp>
        <p:nvGrpSpPr>
          <p:cNvPr id="12" name="Group 418">
            <a:extLst>
              <a:ext uri="{FF2B5EF4-FFF2-40B4-BE49-F238E27FC236}">
                <a16:creationId xmlns:a16="http://schemas.microsoft.com/office/drawing/2014/main" id="{B6EA0447-3C72-2546-A182-B18B3204742F}"/>
              </a:ext>
            </a:extLst>
          </p:cNvPr>
          <p:cNvGrpSpPr>
            <a:grpSpLocks/>
          </p:cNvGrpSpPr>
          <p:nvPr/>
        </p:nvGrpSpPr>
        <p:grpSpPr bwMode="auto">
          <a:xfrm>
            <a:off x="7205350" y="3289251"/>
            <a:ext cx="1458912" cy="933450"/>
            <a:chOff x="2889" y="1631"/>
            <a:chExt cx="980" cy="743"/>
          </a:xfrm>
        </p:grpSpPr>
        <p:sp>
          <p:nvSpPr>
            <p:cNvPr id="13" name="Rectangle 419">
              <a:extLst>
                <a:ext uri="{FF2B5EF4-FFF2-40B4-BE49-F238E27FC236}">
                  <a16:creationId xmlns:a16="http://schemas.microsoft.com/office/drawing/2014/main" id="{BE021C30-4F59-6844-AF0D-B5AB853A3B1C}"/>
                </a:ext>
              </a:extLst>
            </p:cNvPr>
            <p:cNvSpPr>
              <a:spLocks noChangeArrowheads="1"/>
            </p:cNvSpPr>
            <p:nvPr/>
          </p:nvSpPr>
          <p:spPr bwMode="auto">
            <a:xfrm>
              <a:off x="3046" y="1841"/>
              <a:ext cx="663" cy="533"/>
            </a:xfrm>
            <a:prstGeom prst="rect">
              <a:avLst/>
            </a:prstGeom>
            <a:solidFill>
              <a:srgbClr val="9CDFF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14" name="AutoShape 420">
              <a:extLst>
                <a:ext uri="{FF2B5EF4-FFF2-40B4-BE49-F238E27FC236}">
                  <a16:creationId xmlns:a16="http://schemas.microsoft.com/office/drawing/2014/main" id="{27AA7BFA-EEE4-4140-B9E6-23FEE52ACCEA}"/>
                </a:ext>
              </a:extLst>
            </p:cNvPr>
            <p:cNvSpPr>
              <a:spLocks noChangeArrowheads="1"/>
            </p:cNvSpPr>
            <p:nvPr/>
          </p:nvSpPr>
          <p:spPr bwMode="auto">
            <a:xfrm>
              <a:off x="2889" y="1631"/>
              <a:ext cx="980" cy="253"/>
            </a:xfrm>
            <a:prstGeom prst="triangle">
              <a:avLst>
                <a:gd name="adj" fmla="val 50000"/>
              </a:avLst>
            </a:prstGeom>
            <a:solidFill>
              <a:srgbClr val="9CDFF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srgbClr val="00CCFF"/>
                </a:solidFill>
                <a:effectLst/>
                <a:uLnTx/>
                <a:uFillTx/>
                <a:latin typeface="Times New Roman" panose="02020603050405020304" pitchFamily="18" charset="0"/>
                <a:cs typeface="Times New Roman" panose="02020603050405020304" pitchFamily="18" charset="0"/>
              </a:endParaRPr>
            </a:p>
          </p:txBody>
        </p:sp>
      </p:grpSp>
      <p:sp>
        <p:nvSpPr>
          <p:cNvPr id="15" name="Freeform 427">
            <a:extLst>
              <a:ext uri="{FF2B5EF4-FFF2-40B4-BE49-F238E27FC236}">
                <a16:creationId xmlns:a16="http://schemas.microsoft.com/office/drawing/2014/main" id="{50383F63-A1BE-EE40-9A4A-9521B5B39A87}"/>
              </a:ext>
            </a:extLst>
          </p:cNvPr>
          <p:cNvSpPr>
            <a:spLocks/>
          </p:cNvSpPr>
          <p:nvPr/>
        </p:nvSpPr>
        <p:spPr bwMode="auto">
          <a:xfrm>
            <a:off x="7712401" y="4683134"/>
            <a:ext cx="3079750" cy="1665288"/>
          </a:xfrm>
          <a:custGeom>
            <a:avLst/>
            <a:gdLst>
              <a:gd name="T0" fmla="*/ 2147483646 w 1940"/>
              <a:gd name="T1" fmla="*/ 2147483646 h 1049"/>
              <a:gd name="T2" fmla="*/ 2147483646 w 1940"/>
              <a:gd name="T3" fmla="*/ 2147483646 h 1049"/>
              <a:gd name="T4" fmla="*/ 2147483646 w 1940"/>
              <a:gd name="T5" fmla="*/ 2147483646 h 1049"/>
              <a:gd name="T6" fmla="*/ 2147483646 w 1940"/>
              <a:gd name="T7" fmla="*/ 2147483646 h 1049"/>
              <a:gd name="T8" fmla="*/ 2147483646 w 1940"/>
              <a:gd name="T9" fmla="*/ 2147483646 h 1049"/>
              <a:gd name="T10" fmla="*/ 2147483646 w 1940"/>
              <a:gd name="T11" fmla="*/ 2147483646 h 1049"/>
              <a:gd name="T12" fmla="*/ 2147483646 w 1940"/>
              <a:gd name="T13" fmla="*/ 2147483646 h 1049"/>
              <a:gd name="T14" fmla="*/ 2147483646 w 1940"/>
              <a:gd name="T15" fmla="*/ 2147483646 h 1049"/>
              <a:gd name="T16" fmla="*/ 2147483646 w 1940"/>
              <a:gd name="T17" fmla="*/ 2147483646 h 1049"/>
              <a:gd name="T18" fmla="*/ 2147483646 w 1940"/>
              <a:gd name="T19" fmla="*/ 2147483646 h 1049"/>
              <a:gd name="T20" fmla="*/ 2147483646 w 1940"/>
              <a:gd name="T21" fmla="*/ 2147483646 h 1049"/>
              <a:gd name="T22" fmla="*/ 2147483646 w 1940"/>
              <a:gd name="T23" fmla="*/ 2147483646 h 1049"/>
              <a:gd name="T24" fmla="*/ 2147483646 w 1940"/>
              <a:gd name="T25" fmla="*/ 2147483646 h 1049"/>
              <a:gd name="T26" fmla="*/ 2147483646 w 1940"/>
              <a:gd name="T27" fmla="*/ 2147483646 h 1049"/>
              <a:gd name="T28" fmla="*/ 2147483646 w 1940"/>
              <a:gd name="T29" fmla="*/ 2147483646 h 1049"/>
              <a:gd name="T30" fmla="*/ 2147483646 w 1940"/>
              <a:gd name="T31" fmla="*/ 2147483646 h 104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940"/>
              <a:gd name="T49" fmla="*/ 0 h 1049"/>
              <a:gd name="T50" fmla="*/ 1940 w 1940"/>
              <a:gd name="T51" fmla="*/ 1049 h 104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940" h="1049">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16" name="Text Box 580">
            <a:extLst>
              <a:ext uri="{FF2B5EF4-FFF2-40B4-BE49-F238E27FC236}">
                <a16:creationId xmlns:a16="http://schemas.microsoft.com/office/drawing/2014/main" id="{68F39DC6-82AA-494B-BF8C-3328A3504C38}"/>
              </a:ext>
            </a:extLst>
          </p:cNvPr>
          <p:cNvSpPr txBox="1">
            <a:spLocks noChangeArrowheads="1"/>
          </p:cNvSpPr>
          <p:nvPr/>
        </p:nvSpPr>
        <p:spPr bwMode="auto">
          <a:xfrm>
            <a:off x="7679274" y="1488461"/>
            <a:ext cx="133940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mobile network</a:t>
            </a:r>
          </a:p>
        </p:txBody>
      </p:sp>
      <p:sp>
        <p:nvSpPr>
          <p:cNvPr id="19" name="Text Box 580">
            <a:extLst>
              <a:ext uri="{FF2B5EF4-FFF2-40B4-BE49-F238E27FC236}">
                <a16:creationId xmlns:a16="http://schemas.microsoft.com/office/drawing/2014/main" id="{18D63BA9-A80C-3C4E-951E-EC3E6277A653}"/>
              </a:ext>
            </a:extLst>
          </p:cNvPr>
          <p:cNvSpPr txBox="1">
            <a:spLocks noChangeArrowheads="1"/>
          </p:cNvSpPr>
          <p:nvPr/>
        </p:nvSpPr>
        <p:spPr bwMode="auto">
          <a:xfrm>
            <a:off x="7306908" y="5779775"/>
            <a:ext cx="1221809" cy="437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enterprise</a:t>
            </a:r>
          </a:p>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network</a:t>
            </a:r>
          </a:p>
        </p:txBody>
      </p:sp>
      <p:sp>
        <p:nvSpPr>
          <p:cNvPr id="20" name="Freeform 19">
            <a:extLst>
              <a:ext uri="{FF2B5EF4-FFF2-40B4-BE49-F238E27FC236}">
                <a16:creationId xmlns:a16="http://schemas.microsoft.com/office/drawing/2014/main" id="{21C1BA4F-9694-604C-B41C-E527BFD0B4FC}"/>
              </a:ext>
            </a:extLst>
          </p:cNvPr>
          <p:cNvSpPr/>
          <p:nvPr/>
        </p:nvSpPr>
        <p:spPr>
          <a:xfrm>
            <a:off x="10222146" y="3179540"/>
            <a:ext cx="1273167" cy="1935748"/>
          </a:xfrm>
          <a:custGeom>
            <a:avLst/>
            <a:gdLst>
              <a:gd name="connsiteX0" fmla="*/ 434989 w 1523031"/>
              <a:gd name="connsiteY0" fmla="*/ 253346 h 1763594"/>
              <a:gd name="connsiteX1" fmla="*/ 488 w 1523031"/>
              <a:gd name="connsiteY1" fmla="*/ 921706 h 1763594"/>
              <a:gd name="connsiteX2" fmla="*/ 368142 w 1523031"/>
              <a:gd name="connsiteY2" fmla="*/ 1489812 h 1763594"/>
              <a:gd name="connsiteX3" fmla="*/ 1187008 w 1523031"/>
              <a:gd name="connsiteY3" fmla="*/ 1757156 h 1763594"/>
              <a:gd name="connsiteX4" fmla="*/ 1521239 w 1523031"/>
              <a:gd name="connsiteY4" fmla="*/ 1239177 h 1763594"/>
              <a:gd name="connsiteX5" fmla="*/ 1320700 w 1523031"/>
              <a:gd name="connsiteY5" fmla="*/ 654362 h 1763594"/>
              <a:gd name="connsiteX6" fmla="*/ 1337412 w 1523031"/>
              <a:gd name="connsiteY6" fmla="*/ 136383 h 1763594"/>
              <a:gd name="connsiteX7" fmla="*/ 1086739 w 1523031"/>
              <a:gd name="connsiteY7" fmla="*/ 2711 h 1763594"/>
              <a:gd name="connsiteX8" fmla="*/ 434989 w 1523031"/>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1086739 w 1537226"/>
              <a:gd name="connsiteY7" fmla="*/ 2711 h 1763594"/>
              <a:gd name="connsiteX8" fmla="*/ 434989 w 1537226"/>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839572 w 1537226"/>
              <a:gd name="connsiteY7" fmla="*/ 2711 h 1763594"/>
              <a:gd name="connsiteX8" fmla="*/ 434989 w 1537226"/>
              <a:gd name="connsiteY8" fmla="*/ 253346 h 1763594"/>
              <a:gd name="connsiteX0" fmla="*/ 360357 w 1536743"/>
              <a:gd name="connsiteY0" fmla="*/ 534641 h 1782088"/>
              <a:gd name="connsiteX1" fmla="*/ 5 w 1536743"/>
              <a:gd name="connsiteY1" fmla="*/ 940200 h 1782088"/>
              <a:gd name="connsiteX2" fmla="*/ 367659 w 1536743"/>
              <a:gd name="connsiteY2" fmla="*/ 1508306 h 1782088"/>
              <a:gd name="connsiteX3" fmla="*/ 1186525 w 1536743"/>
              <a:gd name="connsiteY3" fmla="*/ 1775650 h 1782088"/>
              <a:gd name="connsiteX4" fmla="*/ 1520756 w 1536743"/>
              <a:gd name="connsiteY4" fmla="*/ 1257671 h 1782088"/>
              <a:gd name="connsiteX5" fmla="*/ 1468515 w 1536743"/>
              <a:gd name="connsiteY5" fmla="*/ 672856 h 1782088"/>
              <a:gd name="connsiteX6" fmla="*/ 1336929 w 1536743"/>
              <a:gd name="connsiteY6" fmla="*/ 154877 h 1782088"/>
              <a:gd name="connsiteX7" fmla="*/ 839089 w 1536743"/>
              <a:gd name="connsiteY7" fmla="*/ 21205 h 1782088"/>
              <a:gd name="connsiteX8" fmla="*/ 360357 w 1536743"/>
              <a:gd name="connsiteY8" fmla="*/ 534641 h 1782088"/>
              <a:gd name="connsiteX0" fmla="*/ 360355 w 1536741"/>
              <a:gd name="connsiteY0" fmla="*/ 534641 h 1782088"/>
              <a:gd name="connsiteX1" fmla="*/ 3 w 1536741"/>
              <a:gd name="connsiteY1" fmla="*/ 940200 h 1782088"/>
              <a:gd name="connsiteX2" fmla="*/ 367657 w 1536741"/>
              <a:gd name="connsiteY2" fmla="*/ 1508306 h 1782088"/>
              <a:gd name="connsiteX3" fmla="*/ 1186523 w 1536741"/>
              <a:gd name="connsiteY3" fmla="*/ 1775650 h 1782088"/>
              <a:gd name="connsiteX4" fmla="*/ 1520754 w 1536741"/>
              <a:gd name="connsiteY4" fmla="*/ 1257671 h 1782088"/>
              <a:gd name="connsiteX5" fmla="*/ 1468513 w 1536741"/>
              <a:gd name="connsiteY5" fmla="*/ 672856 h 1782088"/>
              <a:gd name="connsiteX6" fmla="*/ 1336927 w 1536741"/>
              <a:gd name="connsiteY6" fmla="*/ 154877 h 1782088"/>
              <a:gd name="connsiteX7" fmla="*/ 839087 w 1536741"/>
              <a:gd name="connsiteY7" fmla="*/ 21205 h 1782088"/>
              <a:gd name="connsiteX8" fmla="*/ 360355 w 1536741"/>
              <a:gd name="connsiteY8" fmla="*/ 534641 h 1782088"/>
              <a:gd name="connsiteX0" fmla="*/ 360355 w 1534770"/>
              <a:gd name="connsiteY0" fmla="*/ 553225 h 1800672"/>
              <a:gd name="connsiteX1" fmla="*/ 3 w 1534770"/>
              <a:gd name="connsiteY1" fmla="*/ 958784 h 1800672"/>
              <a:gd name="connsiteX2" fmla="*/ 367657 w 1534770"/>
              <a:gd name="connsiteY2" fmla="*/ 1526890 h 1800672"/>
              <a:gd name="connsiteX3" fmla="*/ 1186523 w 1534770"/>
              <a:gd name="connsiteY3" fmla="*/ 1794234 h 1800672"/>
              <a:gd name="connsiteX4" fmla="*/ 1520754 w 1534770"/>
              <a:gd name="connsiteY4" fmla="*/ 1276255 h 1800672"/>
              <a:gd name="connsiteX5" fmla="*/ 1468513 w 1534770"/>
              <a:gd name="connsiteY5" fmla="*/ 691440 h 1800672"/>
              <a:gd name="connsiteX6" fmla="*/ 1435794 w 1534770"/>
              <a:gd name="connsiteY6" fmla="*/ 107761 h 1800672"/>
              <a:gd name="connsiteX7" fmla="*/ 839087 w 1534770"/>
              <a:gd name="connsiteY7" fmla="*/ 39789 h 1800672"/>
              <a:gd name="connsiteX8" fmla="*/ 360355 w 1534770"/>
              <a:gd name="connsiteY8" fmla="*/ 553225 h 1800672"/>
              <a:gd name="connsiteX0" fmla="*/ 360355 w 1580585"/>
              <a:gd name="connsiteY0" fmla="*/ 553225 h 1880420"/>
              <a:gd name="connsiteX1" fmla="*/ 3 w 1580585"/>
              <a:gd name="connsiteY1" fmla="*/ 958784 h 1880420"/>
              <a:gd name="connsiteX2" fmla="*/ 367657 w 1580585"/>
              <a:gd name="connsiteY2" fmla="*/ 1526890 h 1880420"/>
              <a:gd name="connsiteX3" fmla="*/ 1186523 w 1580585"/>
              <a:gd name="connsiteY3" fmla="*/ 1794234 h 1880420"/>
              <a:gd name="connsiteX4" fmla="*/ 1570188 w 1580585"/>
              <a:gd name="connsiteY4" fmla="*/ 1785433 h 1880420"/>
              <a:gd name="connsiteX5" fmla="*/ 1468513 w 1580585"/>
              <a:gd name="connsiteY5" fmla="*/ 691440 h 1880420"/>
              <a:gd name="connsiteX6" fmla="*/ 1435794 w 1580585"/>
              <a:gd name="connsiteY6" fmla="*/ 107761 h 1880420"/>
              <a:gd name="connsiteX7" fmla="*/ 839087 w 1580585"/>
              <a:gd name="connsiteY7" fmla="*/ 39789 h 1880420"/>
              <a:gd name="connsiteX8" fmla="*/ 360355 w 1580585"/>
              <a:gd name="connsiteY8" fmla="*/ 553225 h 1880420"/>
              <a:gd name="connsiteX0" fmla="*/ 316588 w 1580732"/>
              <a:gd name="connsiteY0" fmla="*/ 359285 h 1867156"/>
              <a:gd name="connsiteX1" fmla="*/ 150 w 1580732"/>
              <a:gd name="connsiteY1" fmla="*/ 945520 h 1867156"/>
              <a:gd name="connsiteX2" fmla="*/ 367804 w 1580732"/>
              <a:gd name="connsiteY2" fmla="*/ 1513626 h 1867156"/>
              <a:gd name="connsiteX3" fmla="*/ 1186670 w 1580732"/>
              <a:gd name="connsiteY3" fmla="*/ 1780970 h 1867156"/>
              <a:gd name="connsiteX4" fmla="*/ 1570335 w 1580732"/>
              <a:gd name="connsiteY4" fmla="*/ 1772169 h 1867156"/>
              <a:gd name="connsiteX5" fmla="*/ 1468660 w 1580732"/>
              <a:gd name="connsiteY5" fmla="*/ 678176 h 1867156"/>
              <a:gd name="connsiteX6" fmla="*/ 1435941 w 1580732"/>
              <a:gd name="connsiteY6" fmla="*/ 94497 h 1867156"/>
              <a:gd name="connsiteX7" fmla="*/ 839234 w 1580732"/>
              <a:gd name="connsiteY7" fmla="*/ 26525 h 1867156"/>
              <a:gd name="connsiteX8" fmla="*/ 316588 w 1580732"/>
              <a:gd name="connsiteY8" fmla="*/ 359285 h 1867156"/>
              <a:gd name="connsiteX0" fmla="*/ 163575 w 1427719"/>
              <a:gd name="connsiteY0" fmla="*/ 359285 h 1867156"/>
              <a:gd name="connsiteX1" fmla="*/ 836 w 1427719"/>
              <a:gd name="connsiteY1" fmla="*/ 1076921 h 1867156"/>
              <a:gd name="connsiteX2" fmla="*/ 214791 w 1427719"/>
              <a:gd name="connsiteY2" fmla="*/ 1513626 h 1867156"/>
              <a:gd name="connsiteX3" fmla="*/ 1033657 w 1427719"/>
              <a:gd name="connsiteY3" fmla="*/ 1780970 h 1867156"/>
              <a:gd name="connsiteX4" fmla="*/ 1417322 w 1427719"/>
              <a:gd name="connsiteY4" fmla="*/ 1772169 h 1867156"/>
              <a:gd name="connsiteX5" fmla="*/ 1315647 w 1427719"/>
              <a:gd name="connsiteY5" fmla="*/ 678176 h 1867156"/>
              <a:gd name="connsiteX6" fmla="*/ 1282928 w 1427719"/>
              <a:gd name="connsiteY6" fmla="*/ 94497 h 1867156"/>
              <a:gd name="connsiteX7" fmla="*/ 686221 w 1427719"/>
              <a:gd name="connsiteY7" fmla="*/ 26525 h 1867156"/>
              <a:gd name="connsiteX8" fmla="*/ 163575 w 1427719"/>
              <a:gd name="connsiteY8" fmla="*/ 359285 h 1867156"/>
              <a:gd name="connsiteX0" fmla="*/ 163575 w 1426632"/>
              <a:gd name="connsiteY0" fmla="*/ 394322 h 1902193"/>
              <a:gd name="connsiteX1" fmla="*/ 836 w 1426632"/>
              <a:gd name="connsiteY1" fmla="*/ 1111958 h 1902193"/>
              <a:gd name="connsiteX2" fmla="*/ 214791 w 1426632"/>
              <a:gd name="connsiteY2" fmla="*/ 1548663 h 1902193"/>
              <a:gd name="connsiteX3" fmla="*/ 1033657 w 1426632"/>
              <a:gd name="connsiteY3" fmla="*/ 1816007 h 1902193"/>
              <a:gd name="connsiteX4" fmla="*/ 1417322 w 1426632"/>
              <a:gd name="connsiteY4" fmla="*/ 1807206 h 1902193"/>
              <a:gd name="connsiteX5" fmla="*/ 1315647 w 1426632"/>
              <a:gd name="connsiteY5" fmla="*/ 713213 h 1902193"/>
              <a:gd name="connsiteX6" fmla="*/ 1401843 w 1426632"/>
              <a:gd name="connsiteY6" fmla="*/ 63834 h 1902193"/>
              <a:gd name="connsiteX7" fmla="*/ 686221 w 1426632"/>
              <a:gd name="connsiteY7" fmla="*/ 61562 h 1902193"/>
              <a:gd name="connsiteX8" fmla="*/ 163575 w 1426632"/>
              <a:gd name="connsiteY8" fmla="*/ 394322 h 1902193"/>
              <a:gd name="connsiteX0" fmla="*/ 163575 w 1435249"/>
              <a:gd name="connsiteY0" fmla="*/ 394322 h 1885560"/>
              <a:gd name="connsiteX1" fmla="*/ 836 w 1435249"/>
              <a:gd name="connsiteY1" fmla="*/ 1111958 h 1885560"/>
              <a:gd name="connsiteX2" fmla="*/ 214791 w 1435249"/>
              <a:gd name="connsiteY2" fmla="*/ 1548663 h 1885560"/>
              <a:gd name="connsiteX3" fmla="*/ 1033657 w 1435249"/>
              <a:gd name="connsiteY3" fmla="*/ 1816007 h 1885560"/>
              <a:gd name="connsiteX4" fmla="*/ 1417322 w 1435249"/>
              <a:gd name="connsiteY4" fmla="*/ 1807206 h 1885560"/>
              <a:gd name="connsiteX5" fmla="*/ 1375103 w 1435249"/>
              <a:gd name="connsiteY5" fmla="*/ 943164 h 1885560"/>
              <a:gd name="connsiteX6" fmla="*/ 1401843 w 1435249"/>
              <a:gd name="connsiteY6" fmla="*/ 63834 h 1885560"/>
              <a:gd name="connsiteX7" fmla="*/ 686221 w 1435249"/>
              <a:gd name="connsiteY7" fmla="*/ 61562 h 1885560"/>
              <a:gd name="connsiteX8" fmla="*/ 163575 w 1435249"/>
              <a:gd name="connsiteY8" fmla="*/ 394322 h 1885560"/>
              <a:gd name="connsiteX0" fmla="*/ 128947 w 1438213"/>
              <a:gd name="connsiteY0" fmla="*/ 345176 h 1883146"/>
              <a:gd name="connsiteX1" fmla="*/ 3802 w 1438213"/>
              <a:gd name="connsiteY1" fmla="*/ 1109544 h 1883146"/>
              <a:gd name="connsiteX2" fmla="*/ 217757 w 1438213"/>
              <a:gd name="connsiteY2" fmla="*/ 1546249 h 1883146"/>
              <a:gd name="connsiteX3" fmla="*/ 1036623 w 1438213"/>
              <a:gd name="connsiteY3" fmla="*/ 1813593 h 1883146"/>
              <a:gd name="connsiteX4" fmla="*/ 1420288 w 1438213"/>
              <a:gd name="connsiteY4" fmla="*/ 1804792 h 1883146"/>
              <a:gd name="connsiteX5" fmla="*/ 1378069 w 1438213"/>
              <a:gd name="connsiteY5" fmla="*/ 940750 h 1883146"/>
              <a:gd name="connsiteX6" fmla="*/ 1404809 w 1438213"/>
              <a:gd name="connsiteY6" fmla="*/ 61420 h 1883146"/>
              <a:gd name="connsiteX7" fmla="*/ 689187 w 1438213"/>
              <a:gd name="connsiteY7" fmla="*/ 59148 h 1883146"/>
              <a:gd name="connsiteX8" fmla="*/ 128947 w 1438213"/>
              <a:gd name="connsiteY8" fmla="*/ 345176 h 1883146"/>
              <a:gd name="connsiteX0" fmla="*/ 126587 w 1435854"/>
              <a:gd name="connsiteY0" fmla="*/ 353278 h 1891248"/>
              <a:gd name="connsiteX1" fmla="*/ 1442 w 1435854"/>
              <a:gd name="connsiteY1" fmla="*/ 1117646 h 1891248"/>
              <a:gd name="connsiteX2" fmla="*/ 215397 w 1435854"/>
              <a:gd name="connsiteY2" fmla="*/ 1554351 h 1891248"/>
              <a:gd name="connsiteX3" fmla="*/ 1034263 w 1435854"/>
              <a:gd name="connsiteY3" fmla="*/ 1821695 h 1891248"/>
              <a:gd name="connsiteX4" fmla="*/ 1417928 w 1435854"/>
              <a:gd name="connsiteY4" fmla="*/ 1812894 h 1891248"/>
              <a:gd name="connsiteX5" fmla="*/ 1375709 w 1435854"/>
              <a:gd name="connsiteY5" fmla="*/ 948852 h 1891248"/>
              <a:gd name="connsiteX6" fmla="*/ 1402449 w 1435854"/>
              <a:gd name="connsiteY6" fmla="*/ 69522 h 1891248"/>
              <a:gd name="connsiteX7" fmla="*/ 221605 w 1435854"/>
              <a:gd name="connsiteY7" fmla="*/ 47778 h 1891248"/>
              <a:gd name="connsiteX8" fmla="*/ 126587 w 1435854"/>
              <a:gd name="connsiteY8" fmla="*/ 353278 h 1891248"/>
              <a:gd name="connsiteX0" fmla="*/ 35803 w 1453152"/>
              <a:gd name="connsiteY0" fmla="*/ 439993 h 1896181"/>
              <a:gd name="connsiteX1" fmla="*/ 18740 w 1453152"/>
              <a:gd name="connsiteY1" fmla="*/ 1122579 h 1896181"/>
              <a:gd name="connsiteX2" fmla="*/ 232695 w 1453152"/>
              <a:gd name="connsiteY2" fmla="*/ 1559284 h 1896181"/>
              <a:gd name="connsiteX3" fmla="*/ 1051561 w 1453152"/>
              <a:gd name="connsiteY3" fmla="*/ 1826628 h 1896181"/>
              <a:gd name="connsiteX4" fmla="*/ 1435226 w 1453152"/>
              <a:gd name="connsiteY4" fmla="*/ 1817827 h 1896181"/>
              <a:gd name="connsiteX5" fmla="*/ 1393007 w 1453152"/>
              <a:gd name="connsiteY5" fmla="*/ 953785 h 1896181"/>
              <a:gd name="connsiteX6" fmla="*/ 1419747 w 1453152"/>
              <a:gd name="connsiteY6" fmla="*/ 74455 h 1896181"/>
              <a:gd name="connsiteX7" fmla="*/ 238903 w 1453152"/>
              <a:gd name="connsiteY7" fmla="*/ 52711 h 1896181"/>
              <a:gd name="connsiteX8" fmla="*/ 35803 w 1453152"/>
              <a:gd name="connsiteY8" fmla="*/ 439993 h 1896181"/>
              <a:gd name="connsiteX0" fmla="*/ 35803 w 1447873"/>
              <a:gd name="connsiteY0" fmla="*/ 439993 h 1952840"/>
              <a:gd name="connsiteX1" fmla="*/ 18740 w 1447873"/>
              <a:gd name="connsiteY1" fmla="*/ 1122579 h 1952840"/>
              <a:gd name="connsiteX2" fmla="*/ 232695 w 1447873"/>
              <a:gd name="connsiteY2" fmla="*/ 1559284 h 1952840"/>
              <a:gd name="connsiteX3" fmla="*/ 1130848 w 1447873"/>
              <a:gd name="connsiteY3" fmla="*/ 1925181 h 1952840"/>
              <a:gd name="connsiteX4" fmla="*/ 1435226 w 1447873"/>
              <a:gd name="connsiteY4" fmla="*/ 1817827 h 1952840"/>
              <a:gd name="connsiteX5" fmla="*/ 1393007 w 1447873"/>
              <a:gd name="connsiteY5" fmla="*/ 953785 h 1952840"/>
              <a:gd name="connsiteX6" fmla="*/ 1419747 w 1447873"/>
              <a:gd name="connsiteY6" fmla="*/ 74455 h 1952840"/>
              <a:gd name="connsiteX7" fmla="*/ 238903 w 1447873"/>
              <a:gd name="connsiteY7" fmla="*/ 52711 h 1952840"/>
              <a:gd name="connsiteX8" fmla="*/ 35803 w 1447873"/>
              <a:gd name="connsiteY8" fmla="*/ 439993 h 1952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47873" h="1952840">
                <a:moveTo>
                  <a:pt x="35803" y="439993"/>
                </a:moveTo>
                <a:cubicBezTo>
                  <a:pt x="-891" y="618304"/>
                  <a:pt x="-14075" y="936031"/>
                  <a:pt x="18740" y="1122579"/>
                </a:cubicBezTo>
                <a:cubicBezTo>
                  <a:pt x="51555" y="1309127"/>
                  <a:pt x="47344" y="1425517"/>
                  <a:pt x="232695" y="1559284"/>
                </a:cubicBezTo>
                <a:cubicBezTo>
                  <a:pt x="418046" y="1693051"/>
                  <a:pt x="930426" y="1882091"/>
                  <a:pt x="1130848" y="1925181"/>
                </a:cubicBezTo>
                <a:cubicBezTo>
                  <a:pt x="1331270" y="1968271"/>
                  <a:pt x="1391533" y="1979726"/>
                  <a:pt x="1435226" y="1817827"/>
                </a:cubicBezTo>
                <a:cubicBezTo>
                  <a:pt x="1478919" y="1655928"/>
                  <a:pt x="1395587" y="1244347"/>
                  <a:pt x="1393007" y="953785"/>
                </a:cubicBezTo>
                <a:cubicBezTo>
                  <a:pt x="1390427" y="663223"/>
                  <a:pt x="1458740" y="183063"/>
                  <a:pt x="1419747" y="74455"/>
                </a:cubicBezTo>
                <a:cubicBezTo>
                  <a:pt x="1380754" y="-34153"/>
                  <a:pt x="469560" y="-8212"/>
                  <a:pt x="238903" y="52711"/>
                </a:cubicBezTo>
                <a:cubicBezTo>
                  <a:pt x="8246" y="113634"/>
                  <a:pt x="72497" y="261682"/>
                  <a:pt x="35803" y="439993"/>
                </a:cubicBezTo>
                <a:close/>
              </a:path>
            </a:pathLst>
          </a:custGeom>
          <a:gradFill flip="none" rotWithShape="1">
            <a:gsLst>
              <a:gs pos="0">
                <a:srgbClr val="9CDFF9"/>
              </a:gs>
              <a:gs pos="100000">
                <a:schemeClr val="bg1"/>
              </a:gs>
              <a:gs pos="59000">
                <a:schemeClr val="accent5">
                  <a:lumMod val="20000"/>
                  <a:lumOff val="80000"/>
                </a:schemeClr>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grpSp>
        <p:nvGrpSpPr>
          <p:cNvPr id="21" name="Group 20">
            <a:extLst>
              <a:ext uri="{FF2B5EF4-FFF2-40B4-BE49-F238E27FC236}">
                <a16:creationId xmlns:a16="http://schemas.microsoft.com/office/drawing/2014/main" id="{09D929D7-3426-7545-8640-DC8E2ED95FB9}"/>
              </a:ext>
            </a:extLst>
          </p:cNvPr>
          <p:cNvGrpSpPr/>
          <p:nvPr/>
        </p:nvGrpSpPr>
        <p:grpSpPr>
          <a:xfrm>
            <a:off x="10837700" y="3928050"/>
            <a:ext cx="687393" cy="721548"/>
            <a:chOff x="5203089" y="1751190"/>
            <a:chExt cx="858331" cy="662414"/>
          </a:xfrm>
        </p:grpSpPr>
        <p:sp>
          <p:nvSpPr>
            <p:cNvPr id="22" name="Freeform 21">
              <a:extLst>
                <a:ext uri="{FF2B5EF4-FFF2-40B4-BE49-F238E27FC236}">
                  <a16:creationId xmlns:a16="http://schemas.microsoft.com/office/drawing/2014/main" id="{32949C6B-70A2-0C41-96B1-4A94F8B7F80B}"/>
                </a:ext>
              </a:extLst>
            </p:cNvPr>
            <p:cNvSpPr/>
            <p:nvPr/>
          </p:nvSpPr>
          <p:spPr>
            <a:xfrm>
              <a:off x="5536769" y="1751190"/>
              <a:ext cx="524651" cy="662124"/>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 name="connsiteX0" fmla="*/ 3618 w 651290"/>
                <a:gd name="connsiteY0" fmla="*/ 593378 h 593378"/>
                <a:gd name="connsiteX1" fmla="*/ 0 w 651290"/>
                <a:gd name="connsiteY1" fmla="*/ 242416 h 593378"/>
                <a:gd name="connsiteX2" fmla="*/ 423338 w 651290"/>
                <a:gd name="connsiteY2" fmla="*/ 101308 h 593378"/>
                <a:gd name="connsiteX3" fmla="*/ 647672 w 651290"/>
                <a:gd name="connsiteY3" fmla="*/ 0 h 593378"/>
                <a:gd name="connsiteX4" fmla="*/ 651290 w 651290"/>
                <a:gd name="connsiteY4" fmla="*/ 593378 h 593378"/>
                <a:gd name="connsiteX5" fmla="*/ 3618 w 651290"/>
                <a:gd name="connsiteY5" fmla="*/ 593378 h 593378"/>
                <a:gd name="connsiteX0" fmla="*/ 3618 w 651290"/>
                <a:gd name="connsiteY0" fmla="*/ 662124 h 662124"/>
                <a:gd name="connsiteX1" fmla="*/ 0 w 651290"/>
                <a:gd name="connsiteY1" fmla="*/ 311162 h 662124"/>
                <a:gd name="connsiteX2" fmla="*/ 376300 w 651290"/>
                <a:gd name="connsiteY2" fmla="*/ 0 h 662124"/>
                <a:gd name="connsiteX3" fmla="*/ 647672 w 651290"/>
                <a:gd name="connsiteY3" fmla="*/ 68746 h 662124"/>
                <a:gd name="connsiteX4" fmla="*/ 651290 w 651290"/>
                <a:gd name="connsiteY4" fmla="*/ 662124 h 662124"/>
                <a:gd name="connsiteX5" fmla="*/ 3618 w 651290"/>
                <a:gd name="connsiteY5" fmla="*/ 662124 h 662124"/>
                <a:gd name="connsiteX0" fmla="*/ 0 w 647672"/>
                <a:gd name="connsiteY0" fmla="*/ 662124 h 662124"/>
                <a:gd name="connsiteX1" fmla="*/ 123021 w 647672"/>
                <a:gd name="connsiteY1" fmla="*/ 83217 h 662124"/>
                <a:gd name="connsiteX2" fmla="*/ 372682 w 647672"/>
                <a:gd name="connsiteY2" fmla="*/ 0 h 662124"/>
                <a:gd name="connsiteX3" fmla="*/ 644054 w 647672"/>
                <a:gd name="connsiteY3" fmla="*/ 68746 h 662124"/>
                <a:gd name="connsiteX4" fmla="*/ 647672 w 647672"/>
                <a:gd name="connsiteY4" fmla="*/ 662124 h 662124"/>
                <a:gd name="connsiteX5" fmla="*/ 0 w 647672"/>
                <a:gd name="connsiteY5" fmla="*/ 662124 h 662124"/>
                <a:gd name="connsiteX0" fmla="*/ 7238 w 524651"/>
                <a:gd name="connsiteY0" fmla="*/ 669360 h 669360"/>
                <a:gd name="connsiteX1" fmla="*/ 0 w 524651"/>
                <a:gd name="connsiteY1" fmla="*/ 83217 h 669360"/>
                <a:gd name="connsiteX2" fmla="*/ 249661 w 524651"/>
                <a:gd name="connsiteY2" fmla="*/ 0 h 669360"/>
                <a:gd name="connsiteX3" fmla="*/ 521033 w 524651"/>
                <a:gd name="connsiteY3" fmla="*/ 68746 h 669360"/>
                <a:gd name="connsiteX4" fmla="*/ 524651 w 524651"/>
                <a:gd name="connsiteY4" fmla="*/ 662124 h 669360"/>
                <a:gd name="connsiteX5" fmla="*/ 7238 w 524651"/>
                <a:gd name="connsiteY5" fmla="*/ 669360 h 669360"/>
                <a:gd name="connsiteX0" fmla="*/ 438 w 528706"/>
                <a:gd name="connsiteY0" fmla="*/ 665742 h 665742"/>
                <a:gd name="connsiteX1" fmla="*/ 4055 w 528706"/>
                <a:gd name="connsiteY1" fmla="*/ 83217 h 665742"/>
                <a:gd name="connsiteX2" fmla="*/ 253716 w 528706"/>
                <a:gd name="connsiteY2" fmla="*/ 0 h 665742"/>
                <a:gd name="connsiteX3" fmla="*/ 525088 w 528706"/>
                <a:gd name="connsiteY3" fmla="*/ 68746 h 665742"/>
                <a:gd name="connsiteX4" fmla="*/ 528706 w 528706"/>
                <a:gd name="connsiteY4" fmla="*/ 662124 h 665742"/>
                <a:gd name="connsiteX5" fmla="*/ 438 w 528706"/>
                <a:gd name="connsiteY5" fmla="*/ 665742 h 665742"/>
                <a:gd name="connsiteX0" fmla="*/ 155 w 546514"/>
                <a:gd name="connsiteY0" fmla="*/ 662124 h 662124"/>
                <a:gd name="connsiteX1" fmla="*/ 21863 w 546514"/>
                <a:gd name="connsiteY1" fmla="*/ 83217 h 662124"/>
                <a:gd name="connsiteX2" fmla="*/ 271524 w 546514"/>
                <a:gd name="connsiteY2" fmla="*/ 0 h 662124"/>
                <a:gd name="connsiteX3" fmla="*/ 542896 w 546514"/>
                <a:gd name="connsiteY3" fmla="*/ 68746 h 662124"/>
                <a:gd name="connsiteX4" fmla="*/ 546514 w 546514"/>
                <a:gd name="connsiteY4" fmla="*/ 662124 h 662124"/>
                <a:gd name="connsiteX5" fmla="*/ 155 w 546514"/>
                <a:gd name="connsiteY5" fmla="*/ 662124 h 662124"/>
                <a:gd name="connsiteX0" fmla="*/ 10856 w 524651"/>
                <a:gd name="connsiteY0" fmla="*/ 658506 h 662124"/>
                <a:gd name="connsiteX1" fmla="*/ 0 w 524651"/>
                <a:gd name="connsiteY1" fmla="*/ 83217 h 662124"/>
                <a:gd name="connsiteX2" fmla="*/ 249661 w 524651"/>
                <a:gd name="connsiteY2" fmla="*/ 0 h 662124"/>
                <a:gd name="connsiteX3" fmla="*/ 521033 w 524651"/>
                <a:gd name="connsiteY3" fmla="*/ 68746 h 662124"/>
                <a:gd name="connsiteX4" fmla="*/ 524651 w 524651"/>
                <a:gd name="connsiteY4" fmla="*/ 662124 h 662124"/>
                <a:gd name="connsiteX5" fmla="*/ 10856 w 524651"/>
                <a:gd name="connsiteY5" fmla="*/ 658506 h 662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4651" h="662124">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w="12700">
              <a:solidFill>
                <a:srgbClr val="0000A8"/>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23" name="Freeform 22">
              <a:extLst>
                <a:ext uri="{FF2B5EF4-FFF2-40B4-BE49-F238E27FC236}">
                  <a16:creationId xmlns:a16="http://schemas.microsoft.com/office/drawing/2014/main" id="{6A42A8C1-0A52-8944-BCD0-7C3E1000F6A9}"/>
                </a:ext>
              </a:extLst>
            </p:cNvPr>
            <p:cNvSpPr/>
            <p:nvPr/>
          </p:nvSpPr>
          <p:spPr>
            <a:xfrm>
              <a:off x="5203089" y="1921244"/>
              <a:ext cx="651290" cy="492070"/>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1290" h="492070">
                  <a:moveTo>
                    <a:pt x="3618" y="492070"/>
                  </a:moveTo>
                  <a:lnTo>
                    <a:pt x="0" y="141108"/>
                  </a:lnTo>
                  <a:lnTo>
                    <a:pt x="423338" y="0"/>
                  </a:lnTo>
                  <a:lnTo>
                    <a:pt x="647672" y="57891"/>
                  </a:lnTo>
                  <a:lnTo>
                    <a:pt x="651290" y="492070"/>
                  </a:lnTo>
                  <a:lnTo>
                    <a:pt x="3618" y="492070"/>
                  </a:lnTo>
                  <a:close/>
                </a:path>
              </a:pathLst>
            </a:custGeom>
            <a:solidFill>
              <a:srgbClr val="E0EBF1"/>
            </a:solidFill>
            <a:ln w="12700">
              <a:solidFill>
                <a:srgbClr val="0000A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cxnSp>
          <p:nvCxnSpPr>
            <p:cNvPr id="24" name="Straight Connector 23">
              <a:extLst>
                <a:ext uri="{FF2B5EF4-FFF2-40B4-BE49-F238E27FC236}">
                  <a16:creationId xmlns:a16="http://schemas.microsoft.com/office/drawing/2014/main" id="{3801E422-A8CB-5D4B-8A53-10BB1CC241B4}"/>
                </a:ext>
              </a:extLst>
            </p:cNvPr>
            <p:cNvCxnSpPr/>
            <p:nvPr/>
          </p:nvCxnSpPr>
          <p:spPr>
            <a:xfrm flipV="1">
              <a:off x="5270526" y="2029553"/>
              <a:ext cx="295249" cy="73468"/>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9A70776E-060B-774C-AF87-577276BCDEDB}"/>
                </a:ext>
              </a:extLst>
            </p:cNvPr>
            <p:cNvCxnSpPr/>
            <p:nvPr/>
          </p:nvCxnSpPr>
          <p:spPr>
            <a:xfrm flipV="1">
              <a:off x="5275406" y="2261710"/>
              <a:ext cx="290369" cy="1675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04F15741-4E5D-2C40-AA55-B8A92FB5641B}"/>
                </a:ext>
              </a:extLst>
            </p:cNvPr>
            <p:cNvCxnSpPr/>
            <p:nvPr/>
          </p:nvCxnSpPr>
          <p:spPr>
            <a:xfrm flipV="1">
              <a:off x="5275406" y="2151772"/>
              <a:ext cx="290369" cy="4840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CC116124-6B0D-0A48-9748-70E0EE10E0B8}"/>
                </a:ext>
              </a:extLst>
            </p:cNvPr>
            <p:cNvCxnSpPr/>
            <p:nvPr/>
          </p:nvCxnSpPr>
          <p:spPr>
            <a:xfrm>
              <a:off x="5270094" y="2354086"/>
              <a:ext cx="295681" cy="0"/>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41A80C21-FB20-4F42-A016-94A2E068D917}"/>
                </a:ext>
              </a:extLst>
            </p:cNvPr>
            <p:cNvCxnSpPr/>
            <p:nvPr/>
          </p:nvCxnSpPr>
          <p:spPr>
            <a:xfrm flipV="1">
              <a:off x="5950242" y="1866900"/>
              <a:ext cx="0" cy="465273"/>
            </a:xfrm>
            <a:prstGeom prst="line">
              <a:avLst/>
            </a:prstGeom>
            <a:ln w="44450">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D96746B7-2DA8-C14F-A27C-643C5FAB1AF2}"/>
                </a:ext>
              </a:extLst>
            </p:cNvPr>
            <p:cNvCxnSpPr/>
            <p:nvPr/>
          </p:nvCxnSpPr>
          <p:spPr>
            <a:xfrm>
              <a:off x="5628589" y="1936750"/>
              <a:ext cx="0" cy="476854"/>
            </a:xfrm>
            <a:prstGeom prst="line">
              <a:avLst/>
            </a:prstGeom>
            <a:ln w="15875">
              <a:solidFill>
                <a:srgbClr val="0000A8"/>
              </a:solidFill>
            </a:ln>
            <a:effectLst/>
          </p:spPr>
          <p:style>
            <a:lnRef idx="2">
              <a:schemeClr val="accent1"/>
            </a:lnRef>
            <a:fillRef idx="0">
              <a:schemeClr val="accent1"/>
            </a:fillRef>
            <a:effectRef idx="1">
              <a:schemeClr val="accent1"/>
            </a:effectRef>
            <a:fontRef idx="minor">
              <a:schemeClr val="tx1"/>
            </a:fontRef>
          </p:style>
        </p:cxnSp>
      </p:grpSp>
      <p:grpSp>
        <p:nvGrpSpPr>
          <p:cNvPr id="30" name="Group 29">
            <a:extLst>
              <a:ext uri="{FF2B5EF4-FFF2-40B4-BE49-F238E27FC236}">
                <a16:creationId xmlns:a16="http://schemas.microsoft.com/office/drawing/2014/main" id="{02066780-DE5E-6740-8BBA-01C995D1619B}"/>
              </a:ext>
            </a:extLst>
          </p:cNvPr>
          <p:cNvGrpSpPr/>
          <p:nvPr/>
        </p:nvGrpSpPr>
        <p:grpSpPr>
          <a:xfrm>
            <a:off x="10771171" y="3194171"/>
            <a:ext cx="594613" cy="648336"/>
            <a:chOff x="5203089" y="1751190"/>
            <a:chExt cx="858331" cy="662414"/>
          </a:xfrm>
        </p:grpSpPr>
        <p:sp>
          <p:nvSpPr>
            <p:cNvPr id="31" name="Freeform 30">
              <a:extLst>
                <a:ext uri="{FF2B5EF4-FFF2-40B4-BE49-F238E27FC236}">
                  <a16:creationId xmlns:a16="http://schemas.microsoft.com/office/drawing/2014/main" id="{F49A9BF7-5D60-2C4D-AF1F-F5F5F46EB76B}"/>
                </a:ext>
              </a:extLst>
            </p:cNvPr>
            <p:cNvSpPr/>
            <p:nvPr/>
          </p:nvSpPr>
          <p:spPr>
            <a:xfrm>
              <a:off x="5536769" y="1751190"/>
              <a:ext cx="524651" cy="662124"/>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 name="connsiteX0" fmla="*/ 3618 w 651290"/>
                <a:gd name="connsiteY0" fmla="*/ 593378 h 593378"/>
                <a:gd name="connsiteX1" fmla="*/ 0 w 651290"/>
                <a:gd name="connsiteY1" fmla="*/ 242416 h 593378"/>
                <a:gd name="connsiteX2" fmla="*/ 423338 w 651290"/>
                <a:gd name="connsiteY2" fmla="*/ 101308 h 593378"/>
                <a:gd name="connsiteX3" fmla="*/ 647672 w 651290"/>
                <a:gd name="connsiteY3" fmla="*/ 0 h 593378"/>
                <a:gd name="connsiteX4" fmla="*/ 651290 w 651290"/>
                <a:gd name="connsiteY4" fmla="*/ 593378 h 593378"/>
                <a:gd name="connsiteX5" fmla="*/ 3618 w 651290"/>
                <a:gd name="connsiteY5" fmla="*/ 593378 h 593378"/>
                <a:gd name="connsiteX0" fmla="*/ 3618 w 651290"/>
                <a:gd name="connsiteY0" fmla="*/ 662124 h 662124"/>
                <a:gd name="connsiteX1" fmla="*/ 0 w 651290"/>
                <a:gd name="connsiteY1" fmla="*/ 311162 h 662124"/>
                <a:gd name="connsiteX2" fmla="*/ 376300 w 651290"/>
                <a:gd name="connsiteY2" fmla="*/ 0 h 662124"/>
                <a:gd name="connsiteX3" fmla="*/ 647672 w 651290"/>
                <a:gd name="connsiteY3" fmla="*/ 68746 h 662124"/>
                <a:gd name="connsiteX4" fmla="*/ 651290 w 651290"/>
                <a:gd name="connsiteY4" fmla="*/ 662124 h 662124"/>
                <a:gd name="connsiteX5" fmla="*/ 3618 w 651290"/>
                <a:gd name="connsiteY5" fmla="*/ 662124 h 662124"/>
                <a:gd name="connsiteX0" fmla="*/ 0 w 647672"/>
                <a:gd name="connsiteY0" fmla="*/ 662124 h 662124"/>
                <a:gd name="connsiteX1" fmla="*/ 123021 w 647672"/>
                <a:gd name="connsiteY1" fmla="*/ 83217 h 662124"/>
                <a:gd name="connsiteX2" fmla="*/ 372682 w 647672"/>
                <a:gd name="connsiteY2" fmla="*/ 0 h 662124"/>
                <a:gd name="connsiteX3" fmla="*/ 644054 w 647672"/>
                <a:gd name="connsiteY3" fmla="*/ 68746 h 662124"/>
                <a:gd name="connsiteX4" fmla="*/ 647672 w 647672"/>
                <a:gd name="connsiteY4" fmla="*/ 662124 h 662124"/>
                <a:gd name="connsiteX5" fmla="*/ 0 w 647672"/>
                <a:gd name="connsiteY5" fmla="*/ 662124 h 662124"/>
                <a:gd name="connsiteX0" fmla="*/ 7238 w 524651"/>
                <a:gd name="connsiteY0" fmla="*/ 669360 h 669360"/>
                <a:gd name="connsiteX1" fmla="*/ 0 w 524651"/>
                <a:gd name="connsiteY1" fmla="*/ 83217 h 669360"/>
                <a:gd name="connsiteX2" fmla="*/ 249661 w 524651"/>
                <a:gd name="connsiteY2" fmla="*/ 0 h 669360"/>
                <a:gd name="connsiteX3" fmla="*/ 521033 w 524651"/>
                <a:gd name="connsiteY3" fmla="*/ 68746 h 669360"/>
                <a:gd name="connsiteX4" fmla="*/ 524651 w 524651"/>
                <a:gd name="connsiteY4" fmla="*/ 662124 h 669360"/>
                <a:gd name="connsiteX5" fmla="*/ 7238 w 524651"/>
                <a:gd name="connsiteY5" fmla="*/ 669360 h 669360"/>
                <a:gd name="connsiteX0" fmla="*/ 438 w 528706"/>
                <a:gd name="connsiteY0" fmla="*/ 665742 h 665742"/>
                <a:gd name="connsiteX1" fmla="*/ 4055 w 528706"/>
                <a:gd name="connsiteY1" fmla="*/ 83217 h 665742"/>
                <a:gd name="connsiteX2" fmla="*/ 253716 w 528706"/>
                <a:gd name="connsiteY2" fmla="*/ 0 h 665742"/>
                <a:gd name="connsiteX3" fmla="*/ 525088 w 528706"/>
                <a:gd name="connsiteY3" fmla="*/ 68746 h 665742"/>
                <a:gd name="connsiteX4" fmla="*/ 528706 w 528706"/>
                <a:gd name="connsiteY4" fmla="*/ 662124 h 665742"/>
                <a:gd name="connsiteX5" fmla="*/ 438 w 528706"/>
                <a:gd name="connsiteY5" fmla="*/ 665742 h 665742"/>
                <a:gd name="connsiteX0" fmla="*/ 155 w 546514"/>
                <a:gd name="connsiteY0" fmla="*/ 662124 h 662124"/>
                <a:gd name="connsiteX1" fmla="*/ 21863 w 546514"/>
                <a:gd name="connsiteY1" fmla="*/ 83217 h 662124"/>
                <a:gd name="connsiteX2" fmla="*/ 271524 w 546514"/>
                <a:gd name="connsiteY2" fmla="*/ 0 h 662124"/>
                <a:gd name="connsiteX3" fmla="*/ 542896 w 546514"/>
                <a:gd name="connsiteY3" fmla="*/ 68746 h 662124"/>
                <a:gd name="connsiteX4" fmla="*/ 546514 w 546514"/>
                <a:gd name="connsiteY4" fmla="*/ 662124 h 662124"/>
                <a:gd name="connsiteX5" fmla="*/ 155 w 546514"/>
                <a:gd name="connsiteY5" fmla="*/ 662124 h 662124"/>
                <a:gd name="connsiteX0" fmla="*/ 10856 w 524651"/>
                <a:gd name="connsiteY0" fmla="*/ 658506 h 662124"/>
                <a:gd name="connsiteX1" fmla="*/ 0 w 524651"/>
                <a:gd name="connsiteY1" fmla="*/ 83217 h 662124"/>
                <a:gd name="connsiteX2" fmla="*/ 249661 w 524651"/>
                <a:gd name="connsiteY2" fmla="*/ 0 h 662124"/>
                <a:gd name="connsiteX3" fmla="*/ 521033 w 524651"/>
                <a:gd name="connsiteY3" fmla="*/ 68746 h 662124"/>
                <a:gd name="connsiteX4" fmla="*/ 524651 w 524651"/>
                <a:gd name="connsiteY4" fmla="*/ 662124 h 662124"/>
                <a:gd name="connsiteX5" fmla="*/ 10856 w 524651"/>
                <a:gd name="connsiteY5" fmla="*/ 658506 h 662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4651" h="662124">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w="12700">
              <a:solidFill>
                <a:srgbClr val="0000A8"/>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32" name="Freeform 31">
              <a:extLst>
                <a:ext uri="{FF2B5EF4-FFF2-40B4-BE49-F238E27FC236}">
                  <a16:creationId xmlns:a16="http://schemas.microsoft.com/office/drawing/2014/main" id="{F8935E55-D83F-F74C-A0C3-358E8FF3E7CE}"/>
                </a:ext>
              </a:extLst>
            </p:cNvPr>
            <p:cNvSpPr/>
            <p:nvPr/>
          </p:nvSpPr>
          <p:spPr>
            <a:xfrm>
              <a:off x="5203089" y="1921244"/>
              <a:ext cx="651290" cy="492070"/>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1290" h="492070">
                  <a:moveTo>
                    <a:pt x="3618" y="492070"/>
                  </a:moveTo>
                  <a:lnTo>
                    <a:pt x="0" y="141108"/>
                  </a:lnTo>
                  <a:lnTo>
                    <a:pt x="423338" y="0"/>
                  </a:lnTo>
                  <a:lnTo>
                    <a:pt x="647672" y="57891"/>
                  </a:lnTo>
                  <a:lnTo>
                    <a:pt x="651290" y="492070"/>
                  </a:lnTo>
                  <a:lnTo>
                    <a:pt x="3618" y="492070"/>
                  </a:lnTo>
                  <a:close/>
                </a:path>
              </a:pathLst>
            </a:custGeom>
            <a:solidFill>
              <a:srgbClr val="E0EBF1"/>
            </a:solidFill>
            <a:ln w="12700">
              <a:solidFill>
                <a:srgbClr val="0000A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cxnSp>
          <p:nvCxnSpPr>
            <p:cNvPr id="33" name="Straight Connector 32">
              <a:extLst>
                <a:ext uri="{FF2B5EF4-FFF2-40B4-BE49-F238E27FC236}">
                  <a16:creationId xmlns:a16="http://schemas.microsoft.com/office/drawing/2014/main" id="{3FFB49DC-1122-2D42-9C83-51C0E0469DF6}"/>
                </a:ext>
              </a:extLst>
            </p:cNvPr>
            <p:cNvCxnSpPr/>
            <p:nvPr/>
          </p:nvCxnSpPr>
          <p:spPr>
            <a:xfrm flipV="1">
              <a:off x="5270526" y="2029553"/>
              <a:ext cx="295249" cy="73468"/>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FB4DFA1B-BDC0-0547-BA3C-F5988DF09577}"/>
                </a:ext>
              </a:extLst>
            </p:cNvPr>
            <p:cNvCxnSpPr/>
            <p:nvPr/>
          </p:nvCxnSpPr>
          <p:spPr>
            <a:xfrm flipV="1">
              <a:off x="5275406" y="2261710"/>
              <a:ext cx="290369" cy="1675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734898AC-622F-264A-9A7D-E5817715A6AD}"/>
                </a:ext>
              </a:extLst>
            </p:cNvPr>
            <p:cNvCxnSpPr/>
            <p:nvPr/>
          </p:nvCxnSpPr>
          <p:spPr>
            <a:xfrm flipV="1">
              <a:off x="5275406" y="2151772"/>
              <a:ext cx="290369" cy="4840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B01C8AF5-125A-4746-96BD-BF09BC7DDE9B}"/>
                </a:ext>
              </a:extLst>
            </p:cNvPr>
            <p:cNvCxnSpPr/>
            <p:nvPr/>
          </p:nvCxnSpPr>
          <p:spPr>
            <a:xfrm>
              <a:off x="5270094" y="2354086"/>
              <a:ext cx="295681" cy="0"/>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53662089-AD1C-A64B-9B48-0369C502239D}"/>
                </a:ext>
              </a:extLst>
            </p:cNvPr>
            <p:cNvCxnSpPr/>
            <p:nvPr/>
          </p:nvCxnSpPr>
          <p:spPr>
            <a:xfrm flipV="1">
              <a:off x="5950242" y="1866900"/>
              <a:ext cx="0" cy="465273"/>
            </a:xfrm>
            <a:prstGeom prst="line">
              <a:avLst/>
            </a:prstGeom>
            <a:ln w="44450">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B0D9A8F3-9F56-D642-96B2-51A352E9864D}"/>
                </a:ext>
              </a:extLst>
            </p:cNvPr>
            <p:cNvCxnSpPr/>
            <p:nvPr/>
          </p:nvCxnSpPr>
          <p:spPr>
            <a:xfrm>
              <a:off x="5628589" y="1936750"/>
              <a:ext cx="0" cy="476854"/>
            </a:xfrm>
            <a:prstGeom prst="line">
              <a:avLst/>
            </a:prstGeom>
            <a:ln w="15875">
              <a:solidFill>
                <a:srgbClr val="0000A8"/>
              </a:solidFill>
            </a:ln>
            <a:effectLst/>
          </p:spPr>
          <p:style>
            <a:lnRef idx="2">
              <a:schemeClr val="accent1"/>
            </a:lnRef>
            <a:fillRef idx="0">
              <a:schemeClr val="accent1"/>
            </a:fillRef>
            <a:effectRef idx="1">
              <a:schemeClr val="accent1"/>
            </a:effectRef>
            <a:fontRef idx="minor">
              <a:schemeClr val="tx1"/>
            </a:fontRef>
          </p:style>
        </p:cxnSp>
      </p:grpSp>
      <p:sp>
        <p:nvSpPr>
          <p:cNvPr id="39" name="Freeform 38">
            <a:extLst>
              <a:ext uri="{FF2B5EF4-FFF2-40B4-BE49-F238E27FC236}">
                <a16:creationId xmlns:a16="http://schemas.microsoft.com/office/drawing/2014/main" id="{717B1C14-4D36-EF4F-A926-BBBD98456BEE}"/>
              </a:ext>
            </a:extLst>
          </p:cNvPr>
          <p:cNvSpPr/>
          <p:nvPr/>
        </p:nvSpPr>
        <p:spPr>
          <a:xfrm>
            <a:off x="9540813" y="1782042"/>
            <a:ext cx="1497864" cy="1386455"/>
          </a:xfrm>
          <a:custGeom>
            <a:avLst/>
            <a:gdLst>
              <a:gd name="connsiteX0" fmla="*/ 434989 w 1523031"/>
              <a:gd name="connsiteY0" fmla="*/ 253346 h 1763594"/>
              <a:gd name="connsiteX1" fmla="*/ 488 w 1523031"/>
              <a:gd name="connsiteY1" fmla="*/ 921706 h 1763594"/>
              <a:gd name="connsiteX2" fmla="*/ 368142 w 1523031"/>
              <a:gd name="connsiteY2" fmla="*/ 1489812 h 1763594"/>
              <a:gd name="connsiteX3" fmla="*/ 1187008 w 1523031"/>
              <a:gd name="connsiteY3" fmla="*/ 1757156 h 1763594"/>
              <a:gd name="connsiteX4" fmla="*/ 1521239 w 1523031"/>
              <a:gd name="connsiteY4" fmla="*/ 1239177 h 1763594"/>
              <a:gd name="connsiteX5" fmla="*/ 1320700 w 1523031"/>
              <a:gd name="connsiteY5" fmla="*/ 654362 h 1763594"/>
              <a:gd name="connsiteX6" fmla="*/ 1337412 w 1523031"/>
              <a:gd name="connsiteY6" fmla="*/ 136383 h 1763594"/>
              <a:gd name="connsiteX7" fmla="*/ 1086739 w 1523031"/>
              <a:gd name="connsiteY7" fmla="*/ 2711 h 1763594"/>
              <a:gd name="connsiteX8" fmla="*/ 434989 w 1523031"/>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1086739 w 1537226"/>
              <a:gd name="connsiteY7" fmla="*/ 2711 h 1763594"/>
              <a:gd name="connsiteX8" fmla="*/ 434989 w 1537226"/>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839572 w 1537226"/>
              <a:gd name="connsiteY7" fmla="*/ 2711 h 1763594"/>
              <a:gd name="connsiteX8" fmla="*/ 434989 w 1537226"/>
              <a:gd name="connsiteY8" fmla="*/ 253346 h 1763594"/>
              <a:gd name="connsiteX0" fmla="*/ 360357 w 1536743"/>
              <a:gd name="connsiteY0" fmla="*/ 534641 h 1782088"/>
              <a:gd name="connsiteX1" fmla="*/ 5 w 1536743"/>
              <a:gd name="connsiteY1" fmla="*/ 940200 h 1782088"/>
              <a:gd name="connsiteX2" fmla="*/ 367659 w 1536743"/>
              <a:gd name="connsiteY2" fmla="*/ 1508306 h 1782088"/>
              <a:gd name="connsiteX3" fmla="*/ 1186525 w 1536743"/>
              <a:gd name="connsiteY3" fmla="*/ 1775650 h 1782088"/>
              <a:gd name="connsiteX4" fmla="*/ 1520756 w 1536743"/>
              <a:gd name="connsiteY4" fmla="*/ 1257671 h 1782088"/>
              <a:gd name="connsiteX5" fmla="*/ 1468515 w 1536743"/>
              <a:gd name="connsiteY5" fmla="*/ 672856 h 1782088"/>
              <a:gd name="connsiteX6" fmla="*/ 1336929 w 1536743"/>
              <a:gd name="connsiteY6" fmla="*/ 154877 h 1782088"/>
              <a:gd name="connsiteX7" fmla="*/ 839089 w 1536743"/>
              <a:gd name="connsiteY7" fmla="*/ 21205 h 1782088"/>
              <a:gd name="connsiteX8" fmla="*/ 360357 w 1536743"/>
              <a:gd name="connsiteY8" fmla="*/ 534641 h 1782088"/>
              <a:gd name="connsiteX0" fmla="*/ 360355 w 1536741"/>
              <a:gd name="connsiteY0" fmla="*/ 534641 h 1782088"/>
              <a:gd name="connsiteX1" fmla="*/ 3 w 1536741"/>
              <a:gd name="connsiteY1" fmla="*/ 940200 h 1782088"/>
              <a:gd name="connsiteX2" fmla="*/ 367657 w 1536741"/>
              <a:gd name="connsiteY2" fmla="*/ 1508306 h 1782088"/>
              <a:gd name="connsiteX3" fmla="*/ 1186523 w 1536741"/>
              <a:gd name="connsiteY3" fmla="*/ 1775650 h 1782088"/>
              <a:gd name="connsiteX4" fmla="*/ 1520754 w 1536741"/>
              <a:gd name="connsiteY4" fmla="*/ 1257671 h 1782088"/>
              <a:gd name="connsiteX5" fmla="*/ 1468513 w 1536741"/>
              <a:gd name="connsiteY5" fmla="*/ 672856 h 1782088"/>
              <a:gd name="connsiteX6" fmla="*/ 1336927 w 1536741"/>
              <a:gd name="connsiteY6" fmla="*/ 154877 h 1782088"/>
              <a:gd name="connsiteX7" fmla="*/ 839087 w 1536741"/>
              <a:gd name="connsiteY7" fmla="*/ 21205 h 1782088"/>
              <a:gd name="connsiteX8" fmla="*/ 360355 w 1536741"/>
              <a:gd name="connsiteY8" fmla="*/ 534641 h 1782088"/>
              <a:gd name="connsiteX0" fmla="*/ 360355 w 1494463"/>
              <a:gd name="connsiteY0" fmla="*/ 534641 h 1775651"/>
              <a:gd name="connsiteX1" fmla="*/ 3 w 1494463"/>
              <a:gd name="connsiteY1" fmla="*/ 940200 h 1775651"/>
              <a:gd name="connsiteX2" fmla="*/ 367657 w 1494463"/>
              <a:gd name="connsiteY2" fmla="*/ 1508306 h 1775651"/>
              <a:gd name="connsiteX3" fmla="*/ 1186523 w 1494463"/>
              <a:gd name="connsiteY3" fmla="*/ 1775650 h 1775651"/>
              <a:gd name="connsiteX4" fmla="*/ 1467465 w 1494463"/>
              <a:gd name="connsiteY4" fmla="*/ 1510813 h 1775651"/>
              <a:gd name="connsiteX5" fmla="*/ 1468513 w 1494463"/>
              <a:gd name="connsiteY5" fmla="*/ 672856 h 1775651"/>
              <a:gd name="connsiteX6" fmla="*/ 1336927 w 1494463"/>
              <a:gd name="connsiteY6" fmla="*/ 154877 h 1775651"/>
              <a:gd name="connsiteX7" fmla="*/ 839087 w 1494463"/>
              <a:gd name="connsiteY7" fmla="*/ 21205 h 1775651"/>
              <a:gd name="connsiteX8" fmla="*/ 360355 w 1494463"/>
              <a:gd name="connsiteY8" fmla="*/ 534641 h 1775651"/>
              <a:gd name="connsiteX0" fmla="*/ 360355 w 1491064"/>
              <a:gd name="connsiteY0" fmla="*/ 552327 h 1793337"/>
              <a:gd name="connsiteX1" fmla="*/ 3 w 1491064"/>
              <a:gd name="connsiteY1" fmla="*/ 957886 h 1793337"/>
              <a:gd name="connsiteX2" fmla="*/ 367657 w 1491064"/>
              <a:gd name="connsiteY2" fmla="*/ 1525992 h 1793337"/>
              <a:gd name="connsiteX3" fmla="*/ 1186523 w 1491064"/>
              <a:gd name="connsiteY3" fmla="*/ 1793336 h 1793337"/>
              <a:gd name="connsiteX4" fmla="*/ 1467465 w 1491064"/>
              <a:gd name="connsiteY4" fmla="*/ 1528499 h 1793337"/>
              <a:gd name="connsiteX5" fmla="*/ 1468513 w 1491064"/>
              <a:gd name="connsiteY5" fmla="*/ 690542 h 1793337"/>
              <a:gd name="connsiteX6" fmla="*/ 1407977 w 1491064"/>
              <a:gd name="connsiteY6" fmla="*/ 109278 h 1793337"/>
              <a:gd name="connsiteX7" fmla="*/ 839087 w 1491064"/>
              <a:gd name="connsiteY7" fmla="*/ 38891 h 1793337"/>
              <a:gd name="connsiteX8" fmla="*/ 360355 w 1491064"/>
              <a:gd name="connsiteY8" fmla="*/ 552327 h 1793337"/>
              <a:gd name="connsiteX0" fmla="*/ 360355 w 1502818"/>
              <a:gd name="connsiteY0" fmla="*/ 552327 h 1612281"/>
              <a:gd name="connsiteX1" fmla="*/ 3 w 1502818"/>
              <a:gd name="connsiteY1" fmla="*/ 957886 h 1612281"/>
              <a:gd name="connsiteX2" fmla="*/ 367657 w 1502818"/>
              <a:gd name="connsiteY2" fmla="*/ 1525992 h 1612281"/>
              <a:gd name="connsiteX3" fmla="*/ 1026659 w 1502818"/>
              <a:gd name="connsiteY3" fmla="*/ 1582385 h 1612281"/>
              <a:gd name="connsiteX4" fmla="*/ 1467465 w 1502818"/>
              <a:gd name="connsiteY4" fmla="*/ 1528499 h 1612281"/>
              <a:gd name="connsiteX5" fmla="*/ 1468513 w 1502818"/>
              <a:gd name="connsiteY5" fmla="*/ 690542 h 1612281"/>
              <a:gd name="connsiteX6" fmla="*/ 1407977 w 1502818"/>
              <a:gd name="connsiteY6" fmla="*/ 109278 h 1612281"/>
              <a:gd name="connsiteX7" fmla="*/ 839087 w 1502818"/>
              <a:gd name="connsiteY7" fmla="*/ 38891 h 1612281"/>
              <a:gd name="connsiteX8" fmla="*/ 360355 w 1502818"/>
              <a:gd name="connsiteY8" fmla="*/ 552327 h 1612281"/>
              <a:gd name="connsiteX0" fmla="*/ 360384 w 1502847"/>
              <a:gd name="connsiteY0" fmla="*/ 552327 h 1803602"/>
              <a:gd name="connsiteX1" fmla="*/ 32 w 1502847"/>
              <a:gd name="connsiteY1" fmla="*/ 957886 h 1803602"/>
              <a:gd name="connsiteX2" fmla="*/ 385448 w 1502847"/>
              <a:gd name="connsiteY2" fmla="*/ 1779134 h 1803602"/>
              <a:gd name="connsiteX3" fmla="*/ 1026688 w 1502847"/>
              <a:gd name="connsiteY3" fmla="*/ 1582385 h 1803602"/>
              <a:gd name="connsiteX4" fmla="*/ 1467494 w 1502847"/>
              <a:gd name="connsiteY4" fmla="*/ 1528499 h 1803602"/>
              <a:gd name="connsiteX5" fmla="*/ 1468542 w 1502847"/>
              <a:gd name="connsiteY5" fmla="*/ 690542 h 1803602"/>
              <a:gd name="connsiteX6" fmla="*/ 1408006 w 1502847"/>
              <a:gd name="connsiteY6" fmla="*/ 109278 h 1803602"/>
              <a:gd name="connsiteX7" fmla="*/ 839116 w 1502847"/>
              <a:gd name="connsiteY7" fmla="*/ 38891 h 1803602"/>
              <a:gd name="connsiteX8" fmla="*/ 360384 w 1502847"/>
              <a:gd name="connsiteY8" fmla="*/ 552327 h 1803602"/>
              <a:gd name="connsiteX0" fmla="*/ 360384 w 1502847"/>
              <a:gd name="connsiteY0" fmla="*/ 552327 h 1826319"/>
              <a:gd name="connsiteX1" fmla="*/ 32 w 1502847"/>
              <a:gd name="connsiteY1" fmla="*/ 957886 h 1826319"/>
              <a:gd name="connsiteX2" fmla="*/ 385448 w 1502847"/>
              <a:gd name="connsiteY2" fmla="*/ 1779134 h 1826319"/>
              <a:gd name="connsiteX3" fmla="*/ 1026688 w 1502847"/>
              <a:gd name="connsiteY3" fmla="*/ 1582385 h 1826319"/>
              <a:gd name="connsiteX4" fmla="*/ 1467494 w 1502847"/>
              <a:gd name="connsiteY4" fmla="*/ 1528499 h 1826319"/>
              <a:gd name="connsiteX5" fmla="*/ 1468542 w 1502847"/>
              <a:gd name="connsiteY5" fmla="*/ 690542 h 1826319"/>
              <a:gd name="connsiteX6" fmla="*/ 1408006 w 1502847"/>
              <a:gd name="connsiteY6" fmla="*/ 109278 h 1826319"/>
              <a:gd name="connsiteX7" fmla="*/ 839116 w 1502847"/>
              <a:gd name="connsiteY7" fmla="*/ 38891 h 1826319"/>
              <a:gd name="connsiteX8" fmla="*/ 360384 w 1502847"/>
              <a:gd name="connsiteY8" fmla="*/ 552327 h 1826319"/>
              <a:gd name="connsiteX0" fmla="*/ 289852 w 1503366"/>
              <a:gd name="connsiteY0" fmla="*/ 461730 h 1820101"/>
              <a:gd name="connsiteX1" fmla="*/ 551 w 1503366"/>
              <a:gd name="connsiteY1" fmla="*/ 951668 h 1820101"/>
              <a:gd name="connsiteX2" fmla="*/ 385967 w 1503366"/>
              <a:gd name="connsiteY2" fmla="*/ 1772916 h 1820101"/>
              <a:gd name="connsiteX3" fmla="*/ 1027207 w 1503366"/>
              <a:gd name="connsiteY3" fmla="*/ 1576167 h 1820101"/>
              <a:gd name="connsiteX4" fmla="*/ 1468013 w 1503366"/>
              <a:gd name="connsiteY4" fmla="*/ 1522281 h 1820101"/>
              <a:gd name="connsiteX5" fmla="*/ 1469061 w 1503366"/>
              <a:gd name="connsiteY5" fmla="*/ 684324 h 1820101"/>
              <a:gd name="connsiteX6" fmla="*/ 1408525 w 1503366"/>
              <a:gd name="connsiteY6" fmla="*/ 103060 h 1820101"/>
              <a:gd name="connsiteX7" fmla="*/ 839635 w 1503366"/>
              <a:gd name="connsiteY7" fmla="*/ 32673 h 1820101"/>
              <a:gd name="connsiteX8" fmla="*/ 289852 w 1503366"/>
              <a:gd name="connsiteY8" fmla="*/ 461730 h 1820101"/>
              <a:gd name="connsiteX0" fmla="*/ 293376 w 1506890"/>
              <a:gd name="connsiteY0" fmla="*/ 461730 h 1820101"/>
              <a:gd name="connsiteX1" fmla="*/ 4075 w 1506890"/>
              <a:gd name="connsiteY1" fmla="*/ 951668 h 1820101"/>
              <a:gd name="connsiteX2" fmla="*/ 389491 w 1506890"/>
              <a:gd name="connsiteY2" fmla="*/ 1772916 h 1820101"/>
              <a:gd name="connsiteX3" fmla="*/ 1030731 w 1506890"/>
              <a:gd name="connsiteY3" fmla="*/ 1576167 h 1820101"/>
              <a:gd name="connsiteX4" fmla="*/ 1471537 w 1506890"/>
              <a:gd name="connsiteY4" fmla="*/ 1522281 h 1820101"/>
              <a:gd name="connsiteX5" fmla="*/ 1472585 w 1506890"/>
              <a:gd name="connsiteY5" fmla="*/ 684324 h 1820101"/>
              <a:gd name="connsiteX6" fmla="*/ 1412049 w 1506890"/>
              <a:gd name="connsiteY6" fmla="*/ 103060 h 1820101"/>
              <a:gd name="connsiteX7" fmla="*/ 843159 w 1506890"/>
              <a:gd name="connsiteY7" fmla="*/ 32673 h 1820101"/>
              <a:gd name="connsiteX8" fmla="*/ 293376 w 1506890"/>
              <a:gd name="connsiteY8" fmla="*/ 461730 h 1820101"/>
              <a:gd name="connsiteX0" fmla="*/ 203955 w 1545103"/>
              <a:gd name="connsiteY0" fmla="*/ 206126 h 1802639"/>
              <a:gd name="connsiteX1" fmla="*/ 42288 w 1545103"/>
              <a:gd name="connsiteY1" fmla="*/ 934206 h 1802639"/>
              <a:gd name="connsiteX2" fmla="*/ 427704 w 1545103"/>
              <a:gd name="connsiteY2" fmla="*/ 1755454 h 1802639"/>
              <a:gd name="connsiteX3" fmla="*/ 1068944 w 1545103"/>
              <a:gd name="connsiteY3" fmla="*/ 1558705 h 1802639"/>
              <a:gd name="connsiteX4" fmla="*/ 1509750 w 1545103"/>
              <a:gd name="connsiteY4" fmla="*/ 1504819 h 1802639"/>
              <a:gd name="connsiteX5" fmla="*/ 1510798 w 1545103"/>
              <a:gd name="connsiteY5" fmla="*/ 666862 h 1802639"/>
              <a:gd name="connsiteX6" fmla="*/ 1450262 w 1545103"/>
              <a:gd name="connsiteY6" fmla="*/ 85598 h 1802639"/>
              <a:gd name="connsiteX7" fmla="*/ 881372 w 1545103"/>
              <a:gd name="connsiteY7" fmla="*/ 15211 h 1802639"/>
              <a:gd name="connsiteX8" fmla="*/ 203955 w 1545103"/>
              <a:gd name="connsiteY8" fmla="*/ 206126 h 1802639"/>
              <a:gd name="connsiteX0" fmla="*/ 147252 w 1634267"/>
              <a:gd name="connsiteY0" fmla="*/ 113266 h 1796376"/>
              <a:gd name="connsiteX1" fmla="*/ 131452 w 1634267"/>
              <a:gd name="connsiteY1" fmla="*/ 927943 h 1796376"/>
              <a:gd name="connsiteX2" fmla="*/ 516868 w 1634267"/>
              <a:gd name="connsiteY2" fmla="*/ 1749191 h 1796376"/>
              <a:gd name="connsiteX3" fmla="*/ 1158108 w 1634267"/>
              <a:gd name="connsiteY3" fmla="*/ 1552442 h 1796376"/>
              <a:gd name="connsiteX4" fmla="*/ 1598914 w 1634267"/>
              <a:gd name="connsiteY4" fmla="*/ 1498556 h 1796376"/>
              <a:gd name="connsiteX5" fmla="*/ 1599962 w 1634267"/>
              <a:gd name="connsiteY5" fmla="*/ 660599 h 1796376"/>
              <a:gd name="connsiteX6" fmla="*/ 1539426 w 1634267"/>
              <a:gd name="connsiteY6" fmla="*/ 79335 h 1796376"/>
              <a:gd name="connsiteX7" fmla="*/ 970536 w 1634267"/>
              <a:gd name="connsiteY7" fmla="*/ 8948 h 1796376"/>
              <a:gd name="connsiteX8" fmla="*/ 147252 w 1634267"/>
              <a:gd name="connsiteY8" fmla="*/ 113266 h 179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34267" h="1796376">
                <a:moveTo>
                  <a:pt x="147252" y="113266"/>
                </a:moveTo>
                <a:cubicBezTo>
                  <a:pt x="-139307" y="245497"/>
                  <a:pt x="69849" y="655289"/>
                  <a:pt x="131452" y="927943"/>
                </a:cubicBezTo>
                <a:cubicBezTo>
                  <a:pt x="193055" y="1200597"/>
                  <a:pt x="345759" y="1645108"/>
                  <a:pt x="516868" y="1749191"/>
                </a:cubicBezTo>
                <a:cubicBezTo>
                  <a:pt x="687977" y="1853274"/>
                  <a:pt x="1013294" y="1784070"/>
                  <a:pt x="1158108" y="1552442"/>
                </a:cubicBezTo>
                <a:cubicBezTo>
                  <a:pt x="1302922" y="1320814"/>
                  <a:pt x="1525272" y="1647197"/>
                  <a:pt x="1598914" y="1498556"/>
                </a:cubicBezTo>
                <a:cubicBezTo>
                  <a:pt x="1672556" y="1349916"/>
                  <a:pt x="1609877" y="897136"/>
                  <a:pt x="1599962" y="660599"/>
                </a:cubicBezTo>
                <a:cubicBezTo>
                  <a:pt x="1590047" y="424062"/>
                  <a:pt x="1578419" y="187943"/>
                  <a:pt x="1539426" y="79335"/>
                </a:cubicBezTo>
                <a:cubicBezTo>
                  <a:pt x="1500433" y="-29273"/>
                  <a:pt x="1202565" y="3293"/>
                  <a:pt x="970536" y="8948"/>
                </a:cubicBezTo>
                <a:cubicBezTo>
                  <a:pt x="738507" y="14603"/>
                  <a:pt x="433811" y="-18965"/>
                  <a:pt x="147252" y="113266"/>
                </a:cubicBezTo>
                <a:close/>
              </a:path>
            </a:pathLst>
          </a:custGeom>
          <a:gradFill flip="none" rotWithShape="1">
            <a:gsLst>
              <a:gs pos="0">
                <a:srgbClr val="9CDFF9"/>
              </a:gs>
              <a:gs pos="100000">
                <a:schemeClr val="bg1"/>
              </a:gs>
              <a:gs pos="57000">
                <a:schemeClr val="accent5">
                  <a:lumMod val="20000"/>
                  <a:lumOff val="80000"/>
                </a:schemeClr>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40" name="TextBox 39">
            <a:extLst>
              <a:ext uri="{FF2B5EF4-FFF2-40B4-BE49-F238E27FC236}">
                <a16:creationId xmlns:a16="http://schemas.microsoft.com/office/drawing/2014/main" id="{E13F2107-1C9A-0C41-B24A-0671CC60D47A}"/>
              </a:ext>
            </a:extLst>
          </p:cNvPr>
          <p:cNvSpPr txBox="1"/>
          <p:nvPr/>
        </p:nvSpPr>
        <p:spPr>
          <a:xfrm>
            <a:off x="9427201" y="1851195"/>
            <a:ext cx="1754006" cy="286232"/>
          </a:xfrm>
          <a:prstGeom prst="rect">
            <a:avLst/>
          </a:prstGeom>
          <a:noFill/>
        </p:spPr>
        <p:txBody>
          <a:bodyPr wrap="none"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national or global ISP</a:t>
            </a:r>
          </a:p>
        </p:txBody>
      </p:sp>
      <p:sp>
        <p:nvSpPr>
          <p:cNvPr id="41" name="Rectangle 40">
            <a:extLst>
              <a:ext uri="{FF2B5EF4-FFF2-40B4-BE49-F238E27FC236}">
                <a16:creationId xmlns:a16="http://schemas.microsoft.com/office/drawing/2014/main" id="{4E6D405D-F88D-A643-A8DA-87BCB5348C5C}"/>
              </a:ext>
            </a:extLst>
          </p:cNvPr>
          <p:cNvSpPr/>
          <p:nvPr/>
        </p:nvSpPr>
        <p:spPr>
          <a:xfrm>
            <a:off x="9279068" y="3677908"/>
            <a:ext cx="305749" cy="197847"/>
          </a:xfrm>
          <a:prstGeom prst="rect">
            <a:avLst/>
          </a:prstGeom>
          <a:solidFill>
            <a:srgbClr val="9CD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795F625F-E4CA-A14C-BDB7-680FDFE6EE1F}"/>
              </a:ext>
            </a:extLst>
          </p:cNvPr>
          <p:cNvSpPr txBox="1"/>
          <p:nvPr/>
        </p:nvSpPr>
        <p:spPr>
          <a:xfrm>
            <a:off x="10917767" y="4677937"/>
            <a:ext cx="768159" cy="383182"/>
          </a:xfrm>
          <a:prstGeom prst="rect">
            <a:avLst/>
          </a:prstGeom>
          <a:noFill/>
        </p:spPr>
        <p:txBody>
          <a:bodyPr wrap="none"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datacenter </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network</a:t>
            </a:r>
          </a:p>
        </p:txBody>
      </p:sp>
      <p:cxnSp>
        <p:nvCxnSpPr>
          <p:cNvPr id="45" name="Straight Connector 44">
            <a:extLst>
              <a:ext uri="{FF2B5EF4-FFF2-40B4-BE49-F238E27FC236}">
                <a16:creationId xmlns:a16="http://schemas.microsoft.com/office/drawing/2014/main" id="{959284F2-2C3E-6B49-83BE-150EADA93824}"/>
              </a:ext>
            </a:extLst>
          </p:cNvPr>
          <p:cNvCxnSpPr>
            <a:cxnSpLocks/>
          </p:cNvCxnSpPr>
          <p:nvPr/>
        </p:nvCxnSpPr>
        <p:spPr>
          <a:xfrm flipH="1" flipV="1">
            <a:off x="10559920" y="3580125"/>
            <a:ext cx="412964" cy="6371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91AEFAB6-4248-8846-A79A-BF9D6164DE76}"/>
              </a:ext>
            </a:extLst>
          </p:cNvPr>
          <p:cNvCxnSpPr>
            <a:cxnSpLocks/>
          </p:cNvCxnSpPr>
          <p:nvPr/>
        </p:nvCxnSpPr>
        <p:spPr>
          <a:xfrm flipH="1" flipV="1">
            <a:off x="10660835" y="3640684"/>
            <a:ext cx="345866" cy="7389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ED0D3269-0EC2-2640-AC07-B881868275F8}"/>
              </a:ext>
            </a:extLst>
          </p:cNvPr>
          <p:cNvCxnSpPr>
            <a:cxnSpLocks/>
          </p:cNvCxnSpPr>
          <p:nvPr/>
        </p:nvCxnSpPr>
        <p:spPr>
          <a:xfrm flipV="1">
            <a:off x="10636897" y="3633421"/>
            <a:ext cx="335987" cy="39534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F63C34A0-4725-C44D-9514-4F74B2157D8C}"/>
              </a:ext>
            </a:extLst>
          </p:cNvPr>
          <p:cNvCxnSpPr>
            <a:cxnSpLocks/>
          </p:cNvCxnSpPr>
          <p:nvPr/>
        </p:nvCxnSpPr>
        <p:spPr>
          <a:xfrm flipH="1" flipV="1">
            <a:off x="10570774" y="3594896"/>
            <a:ext cx="1" cy="4857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DD0311E5-76D3-2C44-A6A8-22CB01ADCF02}"/>
              </a:ext>
            </a:extLst>
          </p:cNvPr>
          <p:cNvCxnSpPr>
            <a:cxnSpLocks/>
          </p:cNvCxnSpPr>
          <p:nvPr/>
        </p:nvCxnSpPr>
        <p:spPr>
          <a:xfrm flipH="1" flipV="1">
            <a:off x="10550620" y="4071642"/>
            <a:ext cx="508543" cy="34864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1939BF82-EFED-E140-BFC2-23D3688C2CB7}"/>
              </a:ext>
            </a:extLst>
          </p:cNvPr>
          <p:cNvCxnSpPr>
            <a:cxnSpLocks/>
          </p:cNvCxnSpPr>
          <p:nvPr/>
        </p:nvCxnSpPr>
        <p:spPr>
          <a:xfrm flipH="1">
            <a:off x="9895195" y="4087742"/>
            <a:ext cx="6554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56E47AF2-94A8-0243-8795-936020048815}"/>
              </a:ext>
            </a:extLst>
          </p:cNvPr>
          <p:cNvCxnSpPr>
            <a:cxnSpLocks/>
          </p:cNvCxnSpPr>
          <p:nvPr/>
        </p:nvCxnSpPr>
        <p:spPr>
          <a:xfrm flipH="1">
            <a:off x="9219616" y="4087742"/>
            <a:ext cx="6554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AD648A8C-238E-7045-A29E-EDD4DA54C3A4}"/>
              </a:ext>
            </a:extLst>
          </p:cNvPr>
          <p:cNvCxnSpPr>
            <a:cxnSpLocks/>
          </p:cNvCxnSpPr>
          <p:nvPr/>
        </p:nvCxnSpPr>
        <p:spPr>
          <a:xfrm flipH="1">
            <a:off x="9276868" y="3507672"/>
            <a:ext cx="382424" cy="5170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1F8AD327-3BC9-7D46-A7E7-D0F90B60A252}"/>
              </a:ext>
            </a:extLst>
          </p:cNvPr>
          <p:cNvCxnSpPr>
            <a:cxnSpLocks/>
          </p:cNvCxnSpPr>
          <p:nvPr/>
        </p:nvCxnSpPr>
        <p:spPr>
          <a:xfrm>
            <a:off x="9733069" y="3507672"/>
            <a:ext cx="0" cy="54029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217C26C3-84F1-C149-AC22-6F1EB6629DA9}"/>
              </a:ext>
            </a:extLst>
          </p:cNvPr>
          <p:cNvCxnSpPr/>
          <p:nvPr/>
        </p:nvCxnSpPr>
        <p:spPr>
          <a:xfrm>
            <a:off x="10137668" y="2754692"/>
            <a:ext cx="488174" cy="8393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E0F05EFE-FD3D-3C4D-8F4F-0AC6B112D1A2}"/>
              </a:ext>
            </a:extLst>
          </p:cNvPr>
          <p:cNvCxnSpPr>
            <a:cxnSpLocks/>
          </p:cNvCxnSpPr>
          <p:nvPr/>
        </p:nvCxnSpPr>
        <p:spPr>
          <a:xfrm flipH="1">
            <a:off x="9798719" y="2695013"/>
            <a:ext cx="380432" cy="694807"/>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56" name="Group 55">
            <a:extLst>
              <a:ext uri="{FF2B5EF4-FFF2-40B4-BE49-F238E27FC236}">
                <a16:creationId xmlns:a16="http://schemas.microsoft.com/office/drawing/2014/main" id="{CCC39A38-643E-1841-84E4-48B68DB2ED03}"/>
              </a:ext>
            </a:extLst>
          </p:cNvPr>
          <p:cNvGrpSpPr/>
          <p:nvPr/>
        </p:nvGrpSpPr>
        <p:grpSpPr>
          <a:xfrm>
            <a:off x="7562238" y="2127325"/>
            <a:ext cx="3578867" cy="3640283"/>
            <a:chOff x="7562238" y="2127325"/>
            <a:chExt cx="3578867" cy="3640283"/>
          </a:xfrm>
        </p:grpSpPr>
        <p:grpSp>
          <p:nvGrpSpPr>
            <p:cNvPr id="57" name="Group 56">
              <a:extLst>
                <a:ext uri="{FF2B5EF4-FFF2-40B4-BE49-F238E27FC236}">
                  <a16:creationId xmlns:a16="http://schemas.microsoft.com/office/drawing/2014/main" id="{479EF77B-B7F5-D441-A37D-7AC14D43B519}"/>
                </a:ext>
              </a:extLst>
            </p:cNvPr>
            <p:cNvGrpSpPr/>
            <p:nvPr/>
          </p:nvGrpSpPr>
          <p:grpSpPr>
            <a:xfrm>
              <a:off x="7857253" y="2127325"/>
              <a:ext cx="3283852" cy="3640283"/>
              <a:chOff x="7881336" y="2104198"/>
              <a:chExt cx="3283852" cy="3640283"/>
            </a:xfrm>
          </p:grpSpPr>
          <p:sp>
            <p:nvSpPr>
              <p:cNvPr id="62" name="Line 428">
                <a:extLst>
                  <a:ext uri="{FF2B5EF4-FFF2-40B4-BE49-F238E27FC236}">
                    <a16:creationId xmlns:a16="http://schemas.microsoft.com/office/drawing/2014/main" id="{16F1973E-A8F0-6E4E-9510-49D75998F4A8}"/>
                  </a:ext>
                </a:extLst>
              </p:cNvPr>
              <p:cNvSpPr>
                <a:spLocks noChangeShapeType="1"/>
              </p:cNvSpPr>
              <p:nvPr/>
            </p:nvSpPr>
            <p:spPr bwMode="auto">
              <a:xfrm rot="16200000" flipV="1">
                <a:off x="9813692" y="5228612"/>
                <a:ext cx="388062" cy="75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63" name="Line 430">
                <a:extLst>
                  <a:ext uri="{FF2B5EF4-FFF2-40B4-BE49-F238E27FC236}">
                    <a16:creationId xmlns:a16="http://schemas.microsoft.com/office/drawing/2014/main" id="{CAB72423-2D43-1046-869C-9EDAEA5E40C1}"/>
                  </a:ext>
                </a:extLst>
              </p:cNvPr>
              <p:cNvSpPr>
                <a:spLocks noChangeShapeType="1"/>
              </p:cNvSpPr>
              <p:nvPr/>
            </p:nvSpPr>
            <p:spPr bwMode="auto">
              <a:xfrm rot="16200000">
                <a:off x="10234009" y="5382159"/>
                <a:ext cx="0" cy="114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64" name="Line 431">
                <a:extLst>
                  <a:ext uri="{FF2B5EF4-FFF2-40B4-BE49-F238E27FC236}">
                    <a16:creationId xmlns:a16="http://schemas.microsoft.com/office/drawing/2014/main" id="{99BD1088-D56F-3A42-8E44-483A32BEDA49}"/>
                  </a:ext>
                </a:extLst>
              </p:cNvPr>
              <p:cNvSpPr>
                <a:spLocks noChangeShapeType="1"/>
              </p:cNvSpPr>
              <p:nvPr/>
            </p:nvSpPr>
            <p:spPr bwMode="auto">
              <a:xfrm>
                <a:off x="9457042" y="4815390"/>
                <a:ext cx="524483" cy="2615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65" name="Line 432">
                <a:extLst>
                  <a:ext uri="{FF2B5EF4-FFF2-40B4-BE49-F238E27FC236}">
                    <a16:creationId xmlns:a16="http://schemas.microsoft.com/office/drawing/2014/main" id="{8A75CF99-7455-B74F-8BAD-3AD43E03F473}"/>
                  </a:ext>
                </a:extLst>
              </p:cNvPr>
              <p:cNvSpPr>
                <a:spLocks noChangeShapeType="1"/>
              </p:cNvSpPr>
              <p:nvPr/>
            </p:nvSpPr>
            <p:spPr bwMode="auto">
              <a:xfrm flipV="1">
                <a:off x="8874149" y="4815390"/>
                <a:ext cx="569255" cy="24626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66" name="Line 433">
                <a:extLst>
                  <a:ext uri="{FF2B5EF4-FFF2-40B4-BE49-F238E27FC236}">
                    <a16:creationId xmlns:a16="http://schemas.microsoft.com/office/drawing/2014/main" id="{FC542B29-675E-3D46-80C8-75565CBAE29A}"/>
                  </a:ext>
                </a:extLst>
              </p:cNvPr>
              <p:cNvSpPr>
                <a:spLocks noChangeShapeType="1"/>
              </p:cNvSpPr>
              <p:nvPr/>
            </p:nvSpPr>
            <p:spPr bwMode="auto">
              <a:xfrm flipV="1">
                <a:off x="8845827" y="5085749"/>
                <a:ext cx="103050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67" name="Line 435">
                <a:extLst>
                  <a:ext uri="{FF2B5EF4-FFF2-40B4-BE49-F238E27FC236}">
                    <a16:creationId xmlns:a16="http://schemas.microsoft.com/office/drawing/2014/main" id="{2B974C3D-5280-D849-8D04-7FDDEF66CF86}"/>
                  </a:ext>
                </a:extLst>
              </p:cNvPr>
              <p:cNvSpPr>
                <a:spLocks noChangeShapeType="1"/>
              </p:cNvSpPr>
              <p:nvPr/>
            </p:nvSpPr>
            <p:spPr bwMode="auto">
              <a:xfrm>
                <a:off x="8234290" y="5094207"/>
                <a:ext cx="226800" cy="127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68" name="Line 436">
                <a:extLst>
                  <a:ext uri="{FF2B5EF4-FFF2-40B4-BE49-F238E27FC236}">
                    <a16:creationId xmlns:a16="http://schemas.microsoft.com/office/drawing/2014/main" id="{05391238-AE6D-D14C-8C1F-CD07E40328C7}"/>
                  </a:ext>
                </a:extLst>
              </p:cNvPr>
              <p:cNvSpPr>
                <a:spLocks noChangeShapeType="1"/>
              </p:cNvSpPr>
              <p:nvPr/>
            </p:nvSpPr>
            <p:spPr bwMode="auto">
              <a:xfrm flipV="1">
                <a:off x="7972450" y="5267343"/>
                <a:ext cx="412750" cy="127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69" name="Line 439">
                <a:extLst>
                  <a:ext uri="{FF2B5EF4-FFF2-40B4-BE49-F238E27FC236}">
                    <a16:creationId xmlns:a16="http://schemas.microsoft.com/office/drawing/2014/main" id="{F0B33890-F38E-9948-851E-64C7E965F08B}"/>
                  </a:ext>
                </a:extLst>
              </p:cNvPr>
              <p:cNvSpPr>
                <a:spLocks noChangeShapeType="1"/>
              </p:cNvSpPr>
              <p:nvPr/>
            </p:nvSpPr>
            <p:spPr bwMode="auto">
              <a:xfrm flipH="1">
                <a:off x="8397900" y="5259125"/>
                <a:ext cx="68080" cy="2939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70" name="Line 440">
                <a:extLst>
                  <a:ext uri="{FF2B5EF4-FFF2-40B4-BE49-F238E27FC236}">
                    <a16:creationId xmlns:a16="http://schemas.microsoft.com/office/drawing/2014/main" id="{A6F6A7F9-E45C-124D-AC6C-F4101DAE4B5F}"/>
                  </a:ext>
                </a:extLst>
              </p:cNvPr>
              <p:cNvSpPr>
                <a:spLocks noChangeShapeType="1"/>
              </p:cNvSpPr>
              <p:nvPr/>
            </p:nvSpPr>
            <p:spPr bwMode="auto">
              <a:xfrm flipH="1" flipV="1">
                <a:off x="8512814" y="5284804"/>
                <a:ext cx="280374" cy="2698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71" name="Line 441">
                <a:extLst>
                  <a:ext uri="{FF2B5EF4-FFF2-40B4-BE49-F238E27FC236}">
                    <a16:creationId xmlns:a16="http://schemas.microsoft.com/office/drawing/2014/main" id="{AD8346D7-6C40-1348-A196-CC99EDB76C75}"/>
                  </a:ext>
                </a:extLst>
              </p:cNvPr>
              <p:cNvSpPr>
                <a:spLocks noChangeShapeType="1"/>
              </p:cNvSpPr>
              <p:nvPr/>
            </p:nvSpPr>
            <p:spPr bwMode="auto">
              <a:xfrm>
                <a:off x="8512814" y="5234921"/>
                <a:ext cx="914184" cy="4686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72" name="Line 443">
                <a:extLst>
                  <a:ext uri="{FF2B5EF4-FFF2-40B4-BE49-F238E27FC236}">
                    <a16:creationId xmlns:a16="http://schemas.microsoft.com/office/drawing/2014/main" id="{E2DA8AD7-F617-354E-B5AE-47F97541A8FA}"/>
                  </a:ext>
                </a:extLst>
              </p:cNvPr>
              <p:cNvSpPr>
                <a:spLocks noChangeShapeType="1"/>
              </p:cNvSpPr>
              <p:nvPr/>
            </p:nvSpPr>
            <p:spPr bwMode="auto">
              <a:xfrm>
                <a:off x="8271861" y="3806843"/>
                <a:ext cx="0" cy="1317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73" name="Line 449">
                <a:extLst>
                  <a:ext uri="{FF2B5EF4-FFF2-40B4-BE49-F238E27FC236}">
                    <a16:creationId xmlns:a16="http://schemas.microsoft.com/office/drawing/2014/main" id="{E873DD89-2DB7-304C-ADED-170F1F4E1A6A}"/>
                  </a:ext>
                </a:extLst>
              </p:cNvPr>
              <p:cNvSpPr>
                <a:spLocks noChangeShapeType="1"/>
              </p:cNvSpPr>
              <p:nvPr/>
            </p:nvSpPr>
            <p:spPr bwMode="auto">
              <a:xfrm flipV="1">
                <a:off x="7881336" y="4017980"/>
                <a:ext cx="168275" cy="31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74" name="Line 428">
                <a:extLst>
                  <a:ext uri="{FF2B5EF4-FFF2-40B4-BE49-F238E27FC236}">
                    <a16:creationId xmlns:a16="http://schemas.microsoft.com/office/drawing/2014/main" id="{56AC483A-3972-5540-9E9F-AE1FE256604E}"/>
                  </a:ext>
                </a:extLst>
              </p:cNvPr>
              <p:cNvSpPr>
                <a:spLocks noChangeShapeType="1"/>
              </p:cNvSpPr>
              <p:nvPr/>
            </p:nvSpPr>
            <p:spPr bwMode="auto">
              <a:xfrm rot="16200000" flipV="1">
                <a:off x="9909628" y="5560344"/>
                <a:ext cx="366793" cy="148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75" name="Line 440">
                <a:extLst>
                  <a:ext uri="{FF2B5EF4-FFF2-40B4-BE49-F238E27FC236}">
                    <a16:creationId xmlns:a16="http://schemas.microsoft.com/office/drawing/2014/main" id="{B0224379-0B0C-1343-B0E2-E62DFA482C03}"/>
                  </a:ext>
                </a:extLst>
              </p:cNvPr>
              <p:cNvSpPr>
                <a:spLocks noChangeShapeType="1"/>
              </p:cNvSpPr>
              <p:nvPr/>
            </p:nvSpPr>
            <p:spPr bwMode="auto">
              <a:xfrm flipV="1">
                <a:off x="8483508" y="5013435"/>
                <a:ext cx="404236" cy="20777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cxnSp>
            <p:nvCxnSpPr>
              <p:cNvPr id="76" name="Straight Connector 75">
                <a:extLst>
                  <a:ext uri="{FF2B5EF4-FFF2-40B4-BE49-F238E27FC236}">
                    <a16:creationId xmlns:a16="http://schemas.microsoft.com/office/drawing/2014/main" id="{1DFBDA95-16CE-D146-A4C5-C45EDEC8D34E}"/>
                  </a:ext>
                </a:extLst>
              </p:cNvPr>
              <p:cNvCxnSpPr/>
              <p:nvPr/>
            </p:nvCxnSpPr>
            <p:spPr>
              <a:xfrm flipH="1">
                <a:off x="10124718" y="2146305"/>
                <a:ext cx="761467" cy="577355"/>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7" name="Straight Connector 76">
                <a:extLst>
                  <a:ext uri="{FF2B5EF4-FFF2-40B4-BE49-F238E27FC236}">
                    <a16:creationId xmlns:a16="http://schemas.microsoft.com/office/drawing/2014/main" id="{A282E722-916E-234E-AC0B-E2B36A0049E1}"/>
                  </a:ext>
                </a:extLst>
              </p:cNvPr>
              <p:cNvCxnSpPr/>
              <p:nvPr/>
            </p:nvCxnSpPr>
            <p:spPr>
              <a:xfrm flipH="1">
                <a:off x="10124718" y="2245186"/>
                <a:ext cx="3970" cy="518461"/>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8" name="Straight Connector 77">
                <a:extLst>
                  <a:ext uri="{FF2B5EF4-FFF2-40B4-BE49-F238E27FC236}">
                    <a16:creationId xmlns:a16="http://schemas.microsoft.com/office/drawing/2014/main" id="{F691F242-AF67-1B42-8D8E-F09C1EB27D39}"/>
                  </a:ext>
                </a:extLst>
              </p:cNvPr>
              <p:cNvCxnSpPr/>
              <p:nvPr/>
            </p:nvCxnSpPr>
            <p:spPr>
              <a:xfrm flipH="1">
                <a:off x="10696218" y="2177379"/>
                <a:ext cx="149360" cy="518461"/>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9" name="Straight Connector 78">
                <a:extLst>
                  <a:ext uri="{FF2B5EF4-FFF2-40B4-BE49-F238E27FC236}">
                    <a16:creationId xmlns:a16="http://schemas.microsoft.com/office/drawing/2014/main" id="{EFE49F46-6C78-A640-A53B-1F2DCAE49B5E}"/>
                  </a:ext>
                </a:extLst>
              </p:cNvPr>
              <p:cNvCxnSpPr/>
              <p:nvPr/>
            </p:nvCxnSpPr>
            <p:spPr>
              <a:xfrm flipH="1">
                <a:off x="10166249" y="2695840"/>
                <a:ext cx="574283" cy="2782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80" name="Straight Connector 79">
                <a:extLst>
                  <a:ext uri="{FF2B5EF4-FFF2-40B4-BE49-F238E27FC236}">
                    <a16:creationId xmlns:a16="http://schemas.microsoft.com/office/drawing/2014/main" id="{81454C82-BE7E-874F-AA28-09F795395B3E}"/>
                  </a:ext>
                </a:extLst>
              </p:cNvPr>
              <p:cNvCxnSpPr/>
              <p:nvPr/>
            </p:nvCxnSpPr>
            <p:spPr>
              <a:xfrm flipH="1">
                <a:off x="10093625" y="2146305"/>
                <a:ext cx="788589" cy="98881"/>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81" name="Straight Connector 80">
                <a:extLst>
                  <a:ext uri="{FF2B5EF4-FFF2-40B4-BE49-F238E27FC236}">
                    <a16:creationId xmlns:a16="http://schemas.microsoft.com/office/drawing/2014/main" id="{42F00AE0-2163-514F-B52E-CFE0592CCF07}"/>
                  </a:ext>
                </a:extLst>
              </p:cNvPr>
              <p:cNvCxnSpPr/>
              <p:nvPr/>
            </p:nvCxnSpPr>
            <p:spPr>
              <a:xfrm flipH="1">
                <a:off x="10886186" y="2104198"/>
                <a:ext cx="279002" cy="42107"/>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82" name="Straight Connector 81">
                <a:extLst>
                  <a:ext uri="{FF2B5EF4-FFF2-40B4-BE49-F238E27FC236}">
                    <a16:creationId xmlns:a16="http://schemas.microsoft.com/office/drawing/2014/main" id="{9E38317B-7455-F04C-9FB3-A47169171585}"/>
                  </a:ext>
                </a:extLst>
              </p:cNvPr>
              <p:cNvCxnSpPr/>
              <p:nvPr/>
            </p:nvCxnSpPr>
            <p:spPr>
              <a:xfrm flipH="1" flipV="1">
                <a:off x="10706077" y="2695840"/>
                <a:ext cx="353541" cy="67807"/>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83" name="Straight Connector 82">
                <a:extLst>
                  <a:ext uri="{FF2B5EF4-FFF2-40B4-BE49-F238E27FC236}">
                    <a16:creationId xmlns:a16="http://schemas.microsoft.com/office/drawing/2014/main" id="{18CD097C-75DA-B84B-B03E-371F3044C3BB}"/>
                  </a:ext>
                </a:extLst>
              </p:cNvPr>
              <p:cNvCxnSpPr/>
              <p:nvPr/>
            </p:nvCxnSpPr>
            <p:spPr>
              <a:xfrm flipH="1">
                <a:off x="8793306" y="2245186"/>
                <a:ext cx="1300319" cy="606622"/>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4" name="Line 541">
                <a:extLst>
                  <a:ext uri="{FF2B5EF4-FFF2-40B4-BE49-F238E27FC236}">
                    <a16:creationId xmlns:a16="http://schemas.microsoft.com/office/drawing/2014/main" id="{3EE4D6D5-1F58-604E-926E-B12AF198F926}"/>
                  </a:ext>
                </a:extLst>
              </p:cNvPr>
              <p:cNvSpPr>
                <a:spLocks noChangeShapeType="1"/>
              </p:cNvSpPr>
              <p:nvPr/>
            </p:nvSpPr>
            <p:spPr bwMode="auto">
              <a:xfrm flipV="1">
                <a:off x="9402788" y="4090252"/>
                <a:ext cx="429324" cy="70560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85" name="Line 424">
                <a:extLst>
                  <a:ext uri="{FF2B5EF4-FFF2-40B4-BE49-F238E27FC236}">
                    <a16:creationId xmlns:a16="http://schemas.microsoft.com/office/drawing/2014/main" id="{69D11C97-9A2A-6F4A-BEC2-192440539BA8}"/>
                  </a:ext>
                </a:extLst>
              </p:cNvPr>
              <p:cNvSpPr>
                <a:spLocks noChangeShapeType="1"/>
              </p:cNvSpPr>
              <p:nvPr/>
            </p:nvSpPr>
            <p:spPr bwMode="auto">
              <a:xfrm flipV="1">
                <a:off x="8268637" y="4024329"/>
                <a:ext cx="969051" cy="31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grpSp>
        <p:pic>
          <p:nvPicPr>
            <p:cNvPr id="58" name="Picture 778" descr="antenna_radiation_stylized">
              <a:extLst>
                <a:ext uri="{FF2B5EF4-FFF2-40B4-BE49-F238E27FC236}">
                  <a16:creationId xmlns:a16="http://schemas.microsoft.com/office/drawing/2014/main" id="{AE641E33-5C90-9C48-B6C0-B2DA38E6B4B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62238" y="3813930"/>
              <a:ext cx="506412" cy="1060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 name="Picture 781" descr="antenna_radiation_stylized">
              <a:extLst>
                <a:ext uri="{FF2B5EF4-FFF2-40B4-BE49-F238E27FC236}">
                  <a16:creationId xmlns:a16="http://schemas.microsoft.com/office/drawing/2014/main" id="{58D0D77F-41BF-B141-99CC-7444770200B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42073" y="5480938"/>
              <a:ext cx="452014" cy="95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 name="Picture 799" descr="cell_tower_radiation copy">
              <a:extLst>
                <a:ext uri="{FF2B5EF4-FFF2-40B4-BE49-F238E27FC236}">
                  <a16:creationId xmlns:a16="http://schemas.microsoft.com/office/drawing/2014/main" id="{B93FCB1A-5588-5743-82CC-8E52ADEAD1E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80866" y="2158167"/>
              <a:ext cx="457200" cy="33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 name="Oval 800">
              <a:extLst>
                <a:ext uri="{FF2B5EF4-FFF2-40B4-BE49-F238E27FC236}">
                  <a16:creationId xmlns:a16="http://schemas.microsoft.com/office/drawing/2014/main" id="{029C7FDD-ABE9-EB40-A1C5-64FF9B2F936D}"/>
                </a:ext>
              </a:extLst>
            </p:cNvPr>
            <p:cNvSpPr>
              <a:spLocks noChangeArrowheads="1"/>
            </p:cNvSpPr>
            <p:nvPr/>
          </p:nvSpPr>
          <p:spPr bwMode="auto">
            <a:xfrm>
              <a:off x="8174541" y="2292995"/>
              <a:ext cx="52388" cy="49485"/>
            </a:xfrm>
            <a:prstGeom prst="ellipse">
              <a:avLst/>
            </a:prstGeom>
            <a:solidFill>
              <a:schemeClr val="tx2"/>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grpSp>
      <p:sp>
        <p:nvSpPr>
          <p:cNvPr id="86" name="Line 426">
            <a:extLst>
              <a:ext uri="{FF2B5EF4-FFF2-40B4-BE49-F238E27FC236}">
                <a16:creationId xmlns:a16="http://schemas.microsoft.com/office/drawing/2014/main" id="{390C81B6-E64F-6D4C-8D06-8F1804B7F591}"/>
              </a:ext>
            </a:extLst>
          </p:cNvPr>
          <p:cNvSpPr>
            <a:spLocks noChangeShapeType="1"/>
          </p:cNvSpPr>
          <p:nvPr/>
        </p:nvSpPr>
        <p:spPr bwMode="auto">
          <a:xfrm>
            <a:off x="8207860" y="2700359"/>
            <a:ext cx="227964" cy="17435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grpSp>
        <p:nvGrpSpPr>
          <p:cNvPr id="87" name="Group 783">
            <a:extLst>
              <a:ext uri="{FF2B5EF4-FFF2-40B4-BE49-F238E27FC236}">
                <a16:creationId xmlns:a16="http://schemas.microsoft.com/office/drawing/2014/main" id="{D14ED3CD-0929-5445-B9CD-FC1AEB08F0F0}"/>
              </a:ext>
            </a:extLst>
          </p:cNvPr>
          <p:cNvGrpSpPr>
            <a:grpSpLocks/>
          </p:cNvGrpSpPr>
          <p:nvPr/>
        </p:nvGrpSpPr>
        <p:grpSpPr bwMode="auto">
          <a:xfrm>
            <a:off x="8050698" y="2309376"/>
            <a:ext cx="298450" cy="464008"/>
            <a:chOff x="3130" y="3288"/>
            <a:chExt cx="410" cy="742"/>
          </a:xfrm>
        </p:grpSpPr>
        <p:sp>
          <p:nvSpPr>
            <p:cNvPr id="88" name="Line 270">
              <a:extLst>
                <a:ext uri="{FF2B5EF4-FFF2-40B4-BE49-F238E27FC236}">
                  <a16:creationId xmlns:a16="http://schemas.microsoft.com/office/drawing/2014/main" id="{7ABD4004-114C-724F-BAC3-6F9DA6DE1F0C}"/>
                </a:ext>
              </a:extLst>
            </p:cNvPr>
            <p:cNvSpPr>
              <a:spLocks noChangeShapeType="1"/>
            </p:cNvSpPr>
            <p:nvPr/>
          </p:nvSpPr>
          <p:spPr bwMode="auto">
            <a:xfrm flipH="1">
              <a:off x="3130" y="3288"/>
              <a:ext cx="205" cy="6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89" name="Line 271">
              <a:extLst>
                <a:ext uri="{FF2B5EF4-FFF2-40B4-BE49-F238E27FC236}">
                  <a16:creationId xmlns:a16="http://schemas.microsoft.com/office/drawing/2014/main" id="{1A244344-E514-B64F-9963-6369BD9BE1B3}"/>
                </a:ext>
              </a:extLst>
            </p:cNvPr>
            <p:cNvSpPr>
              <a:spLocks noChangeShapeType="1"/>
            </p:cNvSpPr>
            <p:nvPr/>
          </p:nvSpPr>
          <p:spPr bwMode="auto">
            <a:xfrm>
              <a:off x="3335" y="3288"/>
              <a:ext cx="205" cy="6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90" name="Line 272">
              <a:extLst>
                <a:ext uri="{FF2B5EF4-FFF2-40B4-BE49-F238E27FC236}">
                  <a16:creationId xmlns:a16="http://schemas.microsoft.com/office/drawing/2014/main" id="{EB3A4111-A6F1-154E-9274-6BFFCDBAB6AB}"/>
                </a:ext>
              </a:extLst>
            </p:cNvPr>
            <p:cNvSpPr>
              <a:spLocks noChangeShapeType="1"/>
            </p:cNvSpPr>
            <p:nvPr/>
          </p:nvSpPr>
          <p:spPr bwMode="auto">
            <a:xfrm>
              <a:off x="3130"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91" name="Line 273">
              <a:extLst>
                <a:ext uri="{FF2B5EF4-FFF2-40B4-BE49-F238E27FC236}">
                  <a16:creationId xmlns:a16="http://schemas.microsoft.com/office/drawing/2014/main" id="{714583CC-4366-B448-8BCD-BEB3688ECA74}"/>
                </a:ext>
              </a:extLst>
            </p:cNvPr>
            <p:cNvSpPr>
              <a:spLocks noChangeShapeType="1"/>
            </p:cNvSpPr>
            <p:nvPr/>
          </p:nvSpPr>
          <p:spPr bwMode="auto">
            <a:xfrm flipH="1">
              <a:off x="3335"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92" name="Line 274">
              <a:extLst>
                <a:ext uri="{FF2B5EF4-FFF2-40B4-BE49-F238E27FC236}">
                  <a16:creationId xmlns:a16="http://schemas.microsoft.com/office/drawing/2014/main" id="{06696B02-1354-964A-892D-7D1A072DD376}"/>
                </a:ext>
              </a:extLst>
            </p:cNvPr>
            <p:cNvSpPr>
              <a:spLocks noChangeShapeType="1"/>
            </p:cNvSpPr>
            <p:nvPr/>
          </p:nvSpPr>
          <p:spPr bwMode="auto">
            <a:xfrm>
              <a:off x="3335" y="3303"/>
              <a:ext cx="0" cy="7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93" name="Line 275">
              <a:extLst>
                <a:ext uri="{FF2B5EF4-FFF2-40B4-BE49-F238E27FC236}">
                  <a16:creationId xmlns:a16="http://schemas.microsoft.com/office/drawing/2014/main" id="{C744D6E3-66B2-4349-A4C7-A96CCC727200}"/>
                </a:ext>
              </a:extLst>
            </p:cNvPr>
            <p:cNvSpPr>
              <a:spLocks noChangeShapeType="1"/>
            </p:cNvSpPr>
            <p:nvPr/>
          </p:nvSpPr>
          <p:spPr bwMode="auto">
            <a:xfrm flipV="1">
              <a:off x="3130" y="3888"/>
              <a:ext cx="205" cy="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94" name="Line 276">
              <a:extLst>
                <a:ext uri="{FF2B5EF4-FFF2-40B4-BE49-F238E27FC236}">
                  <a16:creationId xmlns:a16="http://schemas.microsoft.com/office/drawing/2014/main" id="{9AD49573-21B8-594C-A124-75FF6787F57A}"/>
                </a:ext>
              </a:extLst>
            </p:cNvPr>
            <p:cNvSpPr>
              <a:spLocks noChangeShapeType="1"/>
            </p:cNvSpPr>
            <p:nvPr/>
          </p:nvSpPr>
          <p:spPr bwMode="auto">
            <a:xfrm flipH="1" flipV="1">
              <a:off x="3335" y="3888"/>
              <a:ext cx="205" cy="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95" name="Line 277">
              <a:extLst>
                <a:ext uri="{FF2B5EF4-FFF2-40B4-BE49-F238E27FC236}">
                  <a16:creationId xmlns:a16="http://schemas.microsoft.com/office/drawing/2014/main" id="{F5B9977B-7FCA-934E-8672-B6E02820BAA5}"/>
                </a:ext>
              </a:extLst>
            </p:cNvPr>
            <p:cNvSpPr>
              <a:spLocks noChangeShapeType="1"/>
            </p:cNvSpPr>
            <p:nvPr/>
          </p:nvSpPr>
          <p:spPr bwMode="auto">
            <a:xfrm>
              <a:off x="3217" y="3668"/>
              <a:ext cx="118"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96" name="Line 278">
              <a:extLst>
                <a:ext uri="{FF2B5EF4-FFF2-40B4-BE49-F238E27FC236}">
                  <a16:creationId xmlns:a16="http://schemas.microsoft.com/office/drawing/2014/main" id="{90BBE456-8113-E140-9697-13DE1099C425}"/>
                </a:ext>
              </a:extLst>
            </p:cNvPr>
            <p:cNvSpPr>
              <a:spLocks noChangeShapeType="1"/>
            </p:cNvSpPr>
            <p:nvPr/>
          </p:nvSpPr>
          <p:spPr bwMode="auto">
            <a:xfrm flipV="1">
              <a:off x="3335" y="3668"/>
              <a:ext cx="124"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97" name="Line 279">
              <a:extLst>
                <a:ext uri="{FF2B5EF4-FFF2-40B4-BE49-F238E27FC236}">
                  <a16:creationId xmlns:a16="http://schemas.microsoft.com/office/drawing/2014/main" id="{8B179862-B59B-0340-81D5-D6460EDA625B}"/>
                </a:ext>
              </a:extLst>
            </p:cNvPr>
            <p:cNvSpPr>
              <a:spLocks noChangeShapeType="1"/>
            </p:cNvSpPr>
            <p:nvPr/>
          </p:nvSpPr>
          <p:spPr bwMode="auto">
            <a:xfrm>
              <a:off x="3178" y="3766"/>
              <a:ext cx="152" cy="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98" name="Line 280">
              <a:extLst>
                <a:ext uri="{FF2B5EF4-FFF2-40B4-BE49-F238E27FC236}">
                  <a16:creationId xmlns:a16="http://schemas.microsoft.com/office/drawing/2014/main" id="{5E3E4AF0-3A1E-634F-B106-0E1BAE932630}"/>
                </a:ext>
              </a:extLst>
            </p:cNvPr>
            <p:cNvSpPr>
              <a:spLocks noChangeShapeType="1"/>
            </p:cNvSpPr>
            <p:nvPr/>
          </p:nvSpPr>
          <p:spPr bwMode="auto">
            <a:xfrm flipV="1">
              <a:off x="3335" y="3781"/>
              <a:ext cx="153" cy="6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99" name="Line 281">
              <a:extLst>
                <a:ext uri="{FF2B5EF4-FFF2-40B4-BE49-F238E27FC236}">
                  <a16:creationId xmlns:a16="http://schemas.microsoft.com/office/drawing/2014/main" id="{51EBD3A2-D943-F443-A868-FD6059B0D77A}"/>
                </a:ext>
              </a:extLst>
            </p:cNvPr>
            <p:cNvSpPr>
              <a:spLocks noChangeShapeType="1"/>
            </p:cNvSpPr>
            <p:nvPr/>
          </p:nvSpPr>
          <p:spPr bwMode="auto">
            <a:xfrm flipV="1">
              <a:off x="3335" y="3567"/>
              <a:ext cx="78" cy="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100" name="Line 282">
              <a:extLst>
                <a:ext uri="{FF2B5EF4-FFF2-40B4-BE49-F238E27FC236}">
                  <a16:creationId xmlns:a16="http://schemas.microsoft.com/office/drawing/2014/main" id="{CE35DACD-3834-3A4F-BF5D-05FD16494C16}"/>
                </a:ext>
              </a:extLst>
            </p:cNvPr>
            <p:cNvSpPr>
              <a:spLocks noChangeShapeType="1"/>
            </p:cNvSpPr>
            <p:nvPr/>
          </p:nvSpPr>
          <p:spPr bwMode="auto">
            <a:xfrm flipV="1">
              <a:off x="3335" y="3428"/>
              <a:ext cx="49" cy="2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101" name="Line 283">
              <a:extLst>
                <a:ext uri="{FF2B5EF4-FFF2-40B4-BE49-F238E27FC236}">
                  <a16:creationId xmlns:a16="http://schemas.microsoft.com/office/drawing/2014/main" id="{F225C514-F00F-374D-A3A6-0E00BBF2ABD0}"/>
                </a:ext>
              </a:extLst>
            </p:cNvPr>
            <p:cNvSpPr>
              <a:spLocks noChangeShapeType="1"/>
            </p:cNvSpPr>
            <p:nvPr/>
          </p:nvSpPr>
          <p:spPr bwMode="auto">
            <a:xfrm>
              <a:off x="3247" y="3558"/>
              <a:ext cx="9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102" name="Line 284">
              <a:extLst>
                <a:ext uri="{FF2B5EF4-FFF2-40B4-BE49-F238E27FC236}">
                  <a16:creationId xmlns:a16="http://schemas.microsoft.com/office/drawing/2014/main" id="{5AB5EE34-E853-4349-982D-7BA8A0223AA8}"/>
                </a:ext>
              </a:extLst>
            </p:cNvPr>
            <p:cNvSpPr>
              <a:spLocks noChangeShapeType="1"/>
            </p:cNvSpPr>
            <p:nvPr/>
          </p:nvSpPr>
          <p:spPr bwMode="auto">
            <a:xfrm>
              <a:off x="3289" y="3422"/>
              <a:ext cx="5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grpSp>
      <p:pic>
        <p:nvPicPr>
          <p:cNvPr id="103" name="Picture 777" descr="access_point_stylized_small">
            <a:extLst>
              <a:ext uri="{FF2B5EF4-FFF2-40B4-BE49-F238E27FC236}">
                <a16:creationId xmlns:a16="http://schemas.microsoft.com/office/drawing/2014/main" id="{B5B19229-5990-4C46-B116-F6E2FC9344A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13882" y="3861899"/>
            <a:ext cx="370169" cy="306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4" name="Picture 780" descr="access_point_stylized_small">
            <a:extLst>
              <a:ext uri="{FF2B5EF4-FFF2-40B4-BE49-F238E27FC236}">
                <a16:creationId xmlns:a16="http://schemas.microsoft.com/office/drawing/2014/main" id="{615B9139-7B73-FE46-A7A9-D06CDC313A8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290610" y="5524232"/>
            <a:ext cx="380935" cy="317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13" name="Group 112">
            <a:extLst>
              <a:ext uri="{FF2B5EF4-FFF2-40B4-BE49-F238E27FC236}">
                <a16:creationId xmlns:a16="http://schemas.microsoft.com/office/drawing/2014/main" id="{827C4B55-0BAE-0949-8777-F3099C171813}"/>
              </a:ext>
            </a:extLst>
          </p:cNvPr>
          <p:cNvGrpSpPr/>
          <p:nvPr/>
        </p:nvGrpSpPr>
        <p:grpSpPr>
          <a:xfrm>
            <a:off x="9849365" y="5339037"/>
            <a:ext cx="309740" cy="190838"/>
            <a:chOff x="3668110" y="2448910"/>
            <a:chExt cx="3794234" cy="2165130"/>
          </a:xfrm>
        </p:grpSpPr>
        <p:sp>
          <p:nvSpPr>
            <p:cNvPr id="114" name="Rectangle 113">
              <a:extLst>
                <a:ext uri="{FF2B5EF4-FFF2-40B4-BE49-F238E27FC236}">
                  <a16:creationId xmlns:a16="http://schemas.microsoft.com/office/drawing/2014/main" id="{CEC32CAA-AFF2-A34D-8E74-D6E2F0308798}"/>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115" name="Freeform 114">
              <a:extLst>
                <a:ext uri="{FF2B5EF4-FFF2-40B4-BE49-F238E27FC236}">
                  <a16:creationId xmlns:a16="http://schemas.microsoft.com/office/drawing/2014/main" id="{A1675819-8BAA-AB4F-BBAA-A405C6E76216}"/>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grpSp>
          <p:nvGrpSpPr>
            <p:cNvPr id="116" name="Group 115">
              <a:extLst>
                <a:ext uri="{FF2B5EF4-FFF2-40B4-BE49-F238E27FC236}">
                  <a16:creationId xmlns:a16="http://schemas.microsoft.com/office/drawing/2014/main" id="{73F9E373-4875-744C-970D-E5EB77A5E340}"/>
                </a:ext>
              </a:extLst>
            </p:cNvPr>
            <p:cNvGrpSpPr/>
            <p:nvPr/>
          </p:nvGrpSpPr>
          <p:grpSpPr>
            <a:xfrm>
              <a:off x="3941378" y="2603243"/>
              <a:ext cx="3202061" cy="1066110"/>
              <a:chOff x="7939341" y="3037317"/>
              <a:chExt cx="897649" cy="353919"/>
            </a:xfrm>
          </p:grpSpPr>
          <p:sp>
            <p:nvSpPr>
              <p:cNvPr id="117" name="Freeform 116">
                <a:extLst>
                  <a:ext uri="{FF2B5EF4-FFF2-40B4-BE49-F238E27FC236}">
                    <a16:creationId xmlns:a16="http://schemas.microsoft.com/office/drawing/2014/main" id="{FFDA189D-222C-1443-856D-7A608CA88C95}"/>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118" name="Freeform 117">
                <a:extLst>
                  <a:ext uri="{FF2B5EF4-FFF2-40B4-BE49-F238E27FC236}">
                    <a16:creationId xmlns:a16="http://schemas.microsoft.com/office/drawing/2014/main" id="{642BB264-137D-E643-AE9B-8AA6D9E21B0C}"/>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119" name="Freeform 118">
                <a:extLst>
                  <a:ext uri="{FF2B5EF4-FFF2-40B4-BE49-F238E27FC236}">
                    <a16:creationId xmlns:a16="http://schemas.microsoft.com/office/drawing/2014/main" id="{786FF02A-1562-3745-ABB9-0D40C7DEF61E}"/>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120" name="Freeform 119">
                <a:extLst>
                  <a:ext uri="{FF2B5EF4-FFF2-40B4-BE49-F238E27FC236}">
                    <a16:creationId xmlns:a16="http://schemas.microsoft.com/office/drawing/2014/main" id="{DEC12CCB-8331-9F49-BF6A-94DF11B7CB19}"/>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grpSp>
      </p:grpSp>
      <p:grpSp>
        <p:nvGrpSpPr>
          <p:cNvPr id="121" name="Group 120">
            <a:extLst>
              <a:ext uri="{FF2B5EF4-FFF2-40B4-BE49-F238E27FC236}">
                <a16:creationId xmlns:a16="http://schemas.microsoft.com/office/drawing/2014/main" id="{9932E1A1-9866-4149-B71C-D56584CCE488}"/>
              </a:ext>
            </a:extLst>
          </p:cNvPr>
          <p:cNvGrpSpPr/>
          <p:nvPr/>
        </p:nvGrpSpPr>
        <p:grpSpPr>
          <a:xfrm>
            <a:off x="8676619" y="4967420"/>
            <a:ext cx="393760" cy="218578"/>
            <a:chOff x="7493876" y="2774731"/>
            <a:chExt cx="1481958" cy="894622"/>
          </a:xfrm>
        </p:grpSpPr>
        <p:sp>
          <p:nvSpPr>
            <p:cNvPr id="122" name="Freeform 121">
              <a:extLst>
                <a:ext uri="{FF2B5EF4-FFF2-40B4-BE49-F238E27FC236}">
                  <a16:creationId xmlns:a16="http://schemas.microsoft.com/office/drawing/2014/main" id="{A60DF978-36B3-2D47-A16A-0D97C01CAFE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rPr>
                <a:t>                   </a:t>
              </a:r>
            </a:p>
          </p:txBody>
        </p:sp>
        <p:sp>
          <p:nvSpPr>
            <p:cNvPr id="123" name="Oval 122">
              <a:extLst>
                <a:ext uri="{FF2B5EF4-FFF2-40B4-BE49-F238E27FC236}">
                  <a16:creationId xmlns:a16="http://schemas.microsoft.com/office/drawing/2014/main" id="{8656B286-5B4C-0D4F-9AF0-6A6CFC0099D8}"/>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rPr>
                <a:t>              </a:t>
              </a:r>
            </a:p>
          </p:txBody>
        </p:sp>
        <p:grpSp>
          <p:nvGrpSpPr>
            <p:cNvPr id="124" name="Group 123">
              <a:extLst>
                <a:ext uri="{FF2B5EF4-FFF2-40B4-BE49-F238E27FC236}">
                  <a16:creationId xmlns:a16="http://schemas.microsoft.com/office/drawing/2014/main" id="{CE4349E7-CC12-8D4C-8CFA-829CDA082037}"/>
                </a:ext>
              </a:extLst>
            </p:cNvPr>
            <p:cNvGrpSpPr/>
            <p:nvPr/>
          </p:nvGrpSpPr>
          <p:grpSpPr>
            <a:xfrm>
              <a:off x="7713663" y="2848339"/>
              <a:ext cx="1042107" cy="425543"/>
              <a:chOff x="7786941" y="2884917"/>
              <a:chExt cx="897649" cy="353919"/>
            </a:xfrm>
          </p:grpSpPr>
          <p:sp>
            <p:nvSpPr>
              <p:cNvPr id="125" name="Freeform 124">
                <a:extLst>
                  <a:ext uri="{FF2B5EF4-FFF2-40B4-BE49-F238E27FC236}">
                    <a16:creationId xmlns:a16="http://schemas.microsoft.com/office/drawing/2014/main" id="{AD86C2F1-D4F0-7948-9E05-62E1C42CC8F0}"/>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126" name="Freeform 125">
                <a:extLst>
                  <a:ext uri="{FF2B5EF4-FFF2-40B4-BE49-F238E27FC236}">
                    <a16:creationId xmlns:a16="http://schemas.microsoft.com/office/drawing/2014/main" id="{6224715B-0FC5-9E49-B361-2A29A286F3CE}"/>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127" name="Freeform 126">
                <a:extLst>
                  <a:ext uri="{FF2B5EF4-FFF2-40B4-BE49-F238E27FC236}">
                    <a16:creationId xmlns:a16="http://schemas.microsoft.com/office/drawing/2014/main" id="{7CA2DA9C-2B13-214E-ACD2-0EA76BA8301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128" name="Freeform 127">
                <a:extLst>
                  <a:ext uri="{FF2B5EF4-FFF2-40B4-BE49-F238E27FC236}">
                    <a16:creationId xmlns:a16="http://schemas.microsoft.com/office/drawing/2014/main" id="{8C4A6B5C-46E6-5E4D-96C8-1C3F87F03876}"/>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grpSp>
      </p:grpSp>
      <p:grpSp>
        <p:nvGrpSpPr>
          <p:cNvPr id="129" name="Group 128">
            <a:extLst>
              <a:ext uri="{FF2B5EF4-FFF2-40B4-BE49-F238E27FC236}">
                <a16:creationId xmlns:a16="http://schemas.microsoft.com/office/drawing/2014/main" id="{0E1D7EA0-6DA2-8D43-8279-78C750CFC172}"/>
              </a:ext>
            </a:extLst>
          </p:cNvPr>
          <p:cNvGrpSpPr/>
          <p:nvPr/>
        </p:nvGrpSpPr>
        <p:grpSpPr>
          <a:xfrm>
            <a:off x="8311520" y="5194433"/>
            <a:ext cx="309740" cy="190838"/>
            <a:chOff x="3668110" y="2448910"/>
            <a:chExt cx="3794234" cy="2165130"/>
          </a:xfrm>
        </p:grpSpPr>
        <p:sp>
          <p:nvSpPr>
            <p:cNvPr id="130" name="Rectangle 129">
              <a:extLst>
                <a:ext uri="{FF2B5EF4-FFF2-40B4-BE49-F238E27FC236}">
                  <a16:creationId xmlns:a16="http://schemas.microsoft.com/office/drawing/2014/main" id="{3632348E-CBF0-8F4E-B1C0-FA5E7B140362}"/>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131" name="Freeform 130">
              <a:extLst>
                <a:ext uri="{FF2B5EF4-FFF2-40B4-BE49-F238E27FC236}">
                  <a16:creationId xmlns:a16="http://schemas.microsoft.com/office/drawing/2014/main" id="{9E6F91D8-1A83-2A42-AC0B-AD8F10B7EF35}"/>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grpSp>
          <p:nvGrpSpPr>
            <p:cNvPr id="132" name="Group 131">
              <a:extLst>
                <a:ext uri="{FF2B5EF4-FFF2-40B4-BE49-F238E27FC236}">
                  <a16:creationId xmlns:a16="http://schemas.microsoft.com/office/drawing/2014/main" id="{941E3EF0-51B2-C349-B41E-2A6C5F46D905}"/>
                </a:ext>
              </a:extLst>
            </p:cNvPr>
            <p:cNvGrpSpPr/>
            <p:nvPr/>
          </p:nvGrpSpPr>
          <p:grpSpPr>
            <a:xfrm>
              <a:off x="3941378" y="2603243"/>
              <a:ext cx="3202061" cy="1066110"/>
              <a:chOff x="7939341" y="3037317"/>
              <a:chExt cx="897649" cy="353919"/>
            </a:xfrm>
          </p:grpSpPr>
          <p:sp>
            <p:nvSpPr>
              <p:cNvPr id="133" name="Freeform 132">
                <a:extLst>
                  <a:ext uri="{FF2B5EF4-FFF2-40B4-BE49-F238E27FC236}">
                    <a16:creationId xmlns:a16="http://schemas.microsoft.com/office/drawing/2014/main" id="{C7403B7C-7FA1-3F40-B91E-B9311B3831C3}"/>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134" name="Freeform 133">
                <a:extLst>
                  <a:ext uri="{FF2B5EF4-FFF2-40B4-BE49-F238E27FC236}">
                    <a16:creationId xmlns:a16="http://schemas.microsoft.com/office/drawing/2014/main" id="{2456F695-074E-CC4D-8221-531E7EA3A74D}"/>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135" name="Freeform 134">
                <a:extLst>
                  <a:ext uri="{FF2B5EF4-FFF2-40B4-BE49-F238E27FC236}">
                    <a16:creationId xmlns:a16="http://schemas.microsoft.com/office/drawing/2014/main" id="{224A04C3-C296-1C4B-BBD4-CDE7083CB1D5}"/>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136" name="Freeform 135">
                <a:extLst>
                  <a:ext uri="{FF2B5EF4-FFF2-40B4-BE49-F238E27FC236}">
                    <a16:creationId xmlns:a16="http://schemas.microsoft.com/office/drawing/2014/main" id="{5BBAC641-21BF-8B45-BB54-F143F77A1556}"/>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grpSp>
      </p:grpSp>
      <p:grpSp>
        <p:nvGrpSpPr>
          <p:cNvPr id="137" name="Group 136">
            <a:extLst>
              <a:ext uri="{FF2B5EF4-FFF2-40B4-BE49-F238E27FC236}">
                <a16:creationId xmlns:a16="http://schemas.microsoft.com/office/drawing/2014/main" id="{93BC347E-C394-3042-B2F7-B3F23FAEAB95}"/>
              </a:ext>
            </a:extLst>
          </p:cNvPr>
          <p:cNvGrpSpPr/>
          <p:nvPr/>
        </p:nvGrpSpPr>
        <p:grpSpPr>
          <a:xfrm>
            <a:off x="8439827" y="2812309"/>
            <a:ext cx="353678" cy="168275"/>
            <a:chOff x="7493876" y="2774731"/>
            <a:chExt cx="1481958" cy="894622"/>
          </a:xfrm>
        </p:grpSpPr>
        <p:sp>
          <p:nvSpPr>
            <p:cNvPr id="138" name="Freeform 137">
              <a:extLst>
                <a:ext uri="{FF2B5EF4-FFF2-40B4-BE49-F238E27FC236}">
                  <a16:creationId xmlns:a16="http://schemas.microsoft.com/office/drawing/2014/main" id="{E2A87F28-E662-7843-88D6-0813EE7C9C7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rPr>
                <a:t>                   </a:t>
              </a:r>
            </a:p>
          </p:txBody>
        </p:sp>
        <p:sp>
          <p:nvSpPr>
            <p:cNvPr id="139" name="Oval 138">
              <a:extLst>
                <a:ext uri="{FF2B5EF4-FFF2-40B4-BE49-F238E27FC236}">
                  <a16:creationId xmlns:a16="http://schemas.microsoft.com/office/drawing/2014/main" id="{7F5A88D5-7F33-C641-91D0-89A14D0320A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rPr>
                <a:t>              </a:t>
              </a:r>
            </a:p>
          </p:txBody>
        </p:sp>
        <p:grpSp>
          <p:nvGrpSpPr>
            <p:cNvPr id="140" name="Group 139">
              <a:extLst>
                <a:ext uri="{FF2B5EF4-FFF2-40B4-BE49-F238E27FC236}">
                  <a16:creationId xmlns:a16="http://schemas.microsoft.com/office/drawing/2014/main" id="{F27C385B-C23A-9D47-A881-792955281F4B}"/>
                </a:ext>
              </a:extLst>
            </p:cNvPr>
            <p:cNvGrpSpPr/>
            <p:nvPr/>
          </p:nvGrpSpPr>
          <p:grpSpPr>
            <a:xfrm>
              <a:off x="7713663" y="2848339"/>
              <a:ext cx="1042107" cy="425543"/>
              <a:chOff x="7786941" y="2884917"/>
              <a:chExt cx="897649" cy="353919"/>
            </a:xfrm>
          </p:grpSpPr>
          <p:sp>
            <p:nvSpPr>
              <p:cNvPr id="141" name="Freeform 140">
                <a:extLst>
                  <a:ext uri="{FF2B5EF4-FFF2-40B4-BE49-F238E27FC236}">
                    <a16:creationId xmlns:a16="http://schemas.microsoft.com/office/drawing/2014/main" id="{1AAAA0E5-7CFA-D644-ADAB-E7BF68F3D3B3}"/>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142" name="Freeform 141">
                <a:extLst>
                  <a:ext uri="{FF2B5EF4-FFF2-40B4-BE49-F238E27FC236}">
                    <a16:creationId xmlns:a16="http://schemas.microsoft.com/office/drawing/2014/main" id="{751DAA20-67FB-F046-A058-83AEFE0E26C0}"/>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143" name="Freeform 142">
                <a:extLst>
                  <a:ext uri="{FF2B5EF4-FFF2-40B4-BE49-F238E27FC236}">
                    <a16:creationId xmlns:a16="http://schemas.microsoft.com/office/drawing/2014/main" id="{0C03FD79-9BD7-DD42-AC59-6C4F96612AC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144" name="Freeform 143">
                <a:extLst>
                  <a:ext uri="{FF2B5EF4-FFF2-40B4-BE49-F238E27FC236}">
                    <a16:creationId xmlns:a16="http://schemas.microsoft.com/office/drawing/2014/main" id="{A4610651-9548-304A-8A63-B930DF62228F}"/>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grpSp>
      </p:grpSp>
      <p:grpSp>
        <p:nvGrpSpPr>
          <p:cNvPr id="153" name="Group 152">
            <a:extLst>
              <a:ext uri="{FF2B5EF4-FFF2-40B4-BE49-F238E27FC236}">
                <a16:creationId xmlns:a16="http://schemas.microsoft.com/office/drawing/2014/main" id="{419BFD2C-DE5F-0C45-B636-6597FE43775F}"/>
              </a:ext>
            </a:extLst>
          </p:cNvPr>
          <p:cNvGrpSpPr/>
          <p:nvPr/>
        </p:nvGrpSpPr>
        <p:grpSpPr>
          <a:xfrm>
            <a:off x="10884085" y="3601365"/>
            <a:ext cx="170989" cy="97052"/>
            <a:chOff x="7493876" y="2774731"/>
            <a:chExt cx="1481958" cy="894622"/>
          </a:xfrm>
        </p:grpSpPr>
        <p:sp>
          <p:nvSpPr>
            <p:cNvPr id="154" name="Freeform 153">
              <a:extLst>
                <a:ext uri="{FF2B5EF4-FFF2-40B4-BE49-F238E27FC236}">
                  <a16:creationId xmlns:a16="http://schemas.microsoft.com/office/drawing/2014/main" id="{58D0A013-957C-4B4E-8B83-D6592094AC1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rPr>
                <a:t>                   </a:t>
              </a:r>
            </a:p>
          </p:txBody>
        </p:sp>
        <p:sp>
          <p:nvSpPr>
            <p:cNvPr id="155" name="Oval 154">
              <a:extLst>
                <a:ext uri="{FF2B5EF4-FFF2-40B4-BE49-F238E27FC236}">
                  <a16:creationId xmlns:a16="http://schemas.microsoft.com/office/drawing/2014/main" id="{F7DC0323-148A-714F-A6FC-9ADB6FB12895}"/>
                </a:ext>
              </a:extLst>
            </p:cNvPr>
            <p:cNvSpPr/>
            <p:nvPr/>
          </p:nvSpPr>
          <p:spPr>
            <a:xfrm>
              <a:off x="7494729" y="2774731"/>
              <a:ext cx="1480163" cy="579140"/>
            </a:xfrm>
            <a:prstGeom prst="ellipse">
              <a:avLst/>
            </a:prstGeom>
            <a:solidFill>
              <a:srgbClr val="B8C2C9"/>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rPr>
                <a:t>              </a:t>
              </a:r>
            </a:p>
          </p:txBody>
        </p:sp>
        <p:grpSp>
          <p:nvGrpSpPr>
            <p:cNvPr id="156" name="Group 155">
              <a:extLst>
                <a:ext uri="{FF2B5EF4-FFF2-40B4-BE49-F238E27FC236}">
                  <a16:creationId xmlns:a16="http://schemas.microsoft.com/office/drawing/2014/main" id="{2B6897F2-F6E6-A049-A1D9-17378B713B31}"/>
                </a:ext>
              </a:extLst>
            </p:cNvPr>
            <p:cNvGrpSpPr/>
            <p:nvPr/>
          </p:nvGrpSpPr>
          <p:grpSpPr>
            <a:xfrm>
              <a:off x="7713663" y="2848339"/>
              <a:ext cx="1042107" cy="425543"/>
              <a:chOff x="7786941" y="2884917"/>
              <a:chExt cx="897649" cy="353919"/>
            </a:xfrm>
          </p:grpSpPr>
          <p:sp>
            <p:nvSpPr>
              <p:cNvPr id="157" name="Freeform 156">
                <a:extLst>
                  <a:ext uri="{FF2B5EF4-FFF2-40B4-BE49-F238E27FC236}">
                    <a16:creationId xmlns:a16="http://schemas.microsoft.com/office/drawing/2014/main" id="{0F6ACC7A-4B31-AF42-A472-F972FEE8139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158" name="Freeform 157">
                <a:extLst>
                  <a:ext uri="{FF2B5EF4-FFF2-40B4-BE49-F238E27FC236}">
                    <a16:creationId xmlns:a16="http://schemas.microsoft.com/office/drawing/2014/main" id="{0CE6B10E-CA3E-D444-AB50-17DAB7CAD2C8}"/>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159" name="Freeform 158">
                <a:extLst>
                  <a:ext uri="{FF2B5EF4-FFF2-40B4-BE49-F238E27FC236}">
                    <a16:creationId xmlns:a16="http://schemas.microsoft.com/office/drawing/2014/main" id="{E3B2228D-5BAA-EC47-BEFB-CB31458923DB}"/>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160" name="Freeform 159">
                <a:extLst>
                  <a:ext uri="{FF2B5EF4-FFF2-40B4-BE49-F238E27FC236}">
                    <a16:creationId xmlns:a16="http://schemas.microsoft.com/office/drawing/2014/main" id="{B7729E0C-173F-C14A-AEF0-A4EC382A5215}"/>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grpSp>
      </p:grpSp>
      <p:grpSp>
        <p:nvGrpSpPr>
          <p:cNvPr id="161" name="Group 160">
            <a:extLst>
              <a:ext uri="{FF2B5EF4-FFF2-40B4-BE49-F238E27FC236}">
                <a16:creationId xmlns:a16="http://schemas.microsoft.com/office/drawing/2014/main" id="{0F65CB9E-D1E1-5348-9E59-69DA1CEF2123}"/>
              </a:ext>
            </a:extLst>
          </p:cNvPr>
          <p:cNvGrpSpPr/>
          <p:nvPr/>
        </p:nvGrpSpPr>
        <p:grpSpPr>
          <a:xfrm>
            <a:off x="10410609" y="3496138"/>
            <a:ext cx="353678" cy="198344"/>
            <a:chOff x="7493876" y="2774731"/>
            <a:chExt cx="1481958" cy="894622"/>
          </a:xfrm>
        </p:grpSpPr>
        <p:sp>
          <p:nvSpPr>
            <p:cNvPr id="162" name="Freeform 161">
              <a:extLst>
                <a:ext uri="{FF2B5EF4-FFF2-40B4-BE49-F238E27FC236}">
                  <a16:creationId xmlns:a16="http://schemas.microsoft.com/office/drawing/2014/main" id="{21DBEC0A-03A5-5849-AD80-43903CE8F98A}"/>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rPr>
                <a:t>                   </a:t>
              </a:r>
            </a:p>
          </p:txBody>
        </p:sp>
        <p:sp>
          <p:nvSpPr>
            <p:cNvPr id="163" name="Oval 162">
              <a:extLst>
                <a:ext uri="{FF2B5EF4-FFF2-40B4-BE49-F238E27FC236}">
                  <a16:creationId xmlns:a16="http://schemas.microsoft.com/office/drawing/2014/main" id="{093155A2-B6DA-E04B-931F-EAE90D03294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rPr>
                <a:t>              </a:t>
              </a:r>
            </a:p>
          </p:txBody>
        </p:sp>
        <p:grpSp>
          <p:nvGrpSpPr>
            <p:cNvPr id="164" name="Group 163">
              <a:extLst>
                <a:ext uri="{FF2B5EF4-FFF2-40B4-BE49-F238E27FC236}">
                  <a16:creationId xmlns:a16="http://schemas.microsoft.com/office/drawing/2014/main" id="{3931AF15-7062-194D-9D41-4344D0DE6CAC}"/>
                </a:ext>
              </a:extLst>
            </p:cNvPr>
            <p:cNvGrpSpPr/>
            <p:nvPr/>
          </p:nvGrpSpPr>
          <p:grpSpPr>
            <a:xfrm>
              <a:off x="7713663" y="2848339"/>
              <a:ext cx="1042107" cy="425543"/>
              <a:chOff x="7786941" y="2884917"/>
              <a:chExt cx="897649" cy="353919"/>
            </a:xfrm>
          </p:grpSpPr>
          <p:sp>
            <p:nvSpPr>
              <p:cNvPr id="165" name="Freeform 164">
                <a:extLst>
                  <a:ext uri="{FF2B5EF4-FFF2-40B4-BE49-F238E27FC236}">
                    <a16:creationId xmlns:a16="http://schemas.microsoft.com/office/drawing/2014/main" id="{FDC26AF1-24F2-5D45-AB87-61683E4E252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166" name="Freeform 165">
                <a:extLst>
                  <a:ext uri="{FF2B5EF4-FFF2-40B4-BE49-F238E27FC236}">
                    <a16:creationId xmlns:a16="http://schemas.microsoft.com/office/drawing/2014/main" id="{4EC90C20-8D53-0646-9F93-F00306B71CA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167" name="Freeform 166">
                <a:extLst>
                  <a:ext uri="{FF2B5EF4-FFF2-40B4-BE49-F238E27FC236}">
                    <a16:creationId xmlns:a16="http://schemas.microsoft.com/office/drawing/2014/main" id="{49493643-4525-FD45-A56C-AE765396C567}"/>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168" name="Freeform 167">
                <a:extLst>
                  <a:ext uri="{FF2B5EF4-FFF2-40B4-BE49-F238E27FC236}">
                    <a16:creationId xmlns:a16="http://schemas.microsoft.com/office/drawing/2014/main" id="{0824CC9D-76C8-2749-A791-F65C4F3ACA43}"/>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grpSp>
      </p:grpSp>
      <p:grpSp>
        <p:nvGrpSpPr>
          <p:cNvPr id="169" name="Group 168">
            <a:extLst>
              <a:ext uri="{FF2B5EF4-FFF2-40B4-BE49-F238E27FC236}">
                <a16:creationId xmlns:a16="http://schemas.microsoft.com/office/drawing/2014/main" id="{CFBE87F9-CE91-5943-9D77-D8B9227384AC}"/>
              </a:ext>
            </a:extLst>
          </p:cNvPr>
          <p:cNvGrpSpPr/>
          <p:nvPr/>
        </p:nvGrpSpPr>
        <p:grpSpPr>
          <a:xfrm>
            <a:off x="9948724" y="2202292"/>
            <a:ext cx="353678" cy="198344"/>
            <a:chOff x="7493876" y="2774731"/>
            <a:chExt cx="1481958" cy="894622"/>
          </a:xfrm>
        </p:grpSpPr>
        <p:sp>
          <p:nvSpPr>
            <p:cNvPr id="170" name="Freeform 169">
              <a:extLst>
                <a:ext uri="{FF2B5EF4-FFF2-40B4-BE49-F238E27FC236}">
                  <a16:creationId xmlns:a16="http://schemas.microsoft.com/office/drawing/2014/main" id="{4F167397-FDB8-4A4D-A599-63F4111F1811}"/>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rPr>
                <a:t>                   </a:t>
              </a:r>
            </a:p>
          </p:txBody>
        </p:sp>
        <p:sp>
          <p:nvSpPr>
            <p:cNvPr id="171" name="Oval 170">
              <a:extLst>
                <a:ext uri="{FF2B5EF4-FFF2-40B4-BE49-F238E27FC236}">
                  <a16:creationId xmlns:a16="http://schemas.microsoft.com/office/drawing/2014/main" id="{08DCFDBA-4FB5-AE49-968D-A9F0C84D1CA6}"/>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rPr>
                <a:t>              </a:t>
              </a:r>
            </a:p>
          </p:txBody>
        </p:sp>
        <p:grpSp>
          <p:nvGrpSpPr>
            <p:cNvPr id="172" name="Group 171">
              <a:extLst>
                <a:ext uri="{FF2B5EF4-FFF2-40B4-BE49-F238E27FC236}">
                  <a16:creationId xmlns:a16="http://schemas.microsoft.com/office/drawing/2014/main" id="{185146B5-C4CC-CF42-8938-46F3C689B49E}"/>
                </a:ext>
              </a:extLst>
            </p:cNvPr>
            <p:cNvGrpSpPr/>
            <p:nvPr/>
          </p:nvGrpSpPr>
          <p:grpSpPr>
            <a:xfrm>
              <a:off x="7713663" y="2848339"/>
              <a:ext cx="1042107" cy="425543"/>
              <a:chOff x="7786941" y="2884917"/>
              <a:chExt cx="897649" cy="353919"/>
            </a:xfrm>
          </p:grpSpPr>
          <p:sp>
            <p:nvSpPr>
              <p:cNvPr id="173" name="Freeform 172">
                <a:extLst>
                  <a:ext uri="{FF2B5EF4-FFF2-40B4-BE49-F238E27FC236}">
                    <a16:creationId xmlns:a16="http://schemas.microsoft.com/office/drawing/2014/main" id="{A7227274-32EF-074A-9791-2B53B212E4B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174" name="Freeform 173">
                <a:extLst>
                  <a:ext uri="{FF2B5EF4-FFF2-40B4-BE49-F238E27FC236}">
                    <a16:creationId xmlns:a16="http://schemas.microsoft.com/office/drawing/2014/main" id="{201B35B0-4270-0A43-B1CB-1EA6DEBA0A34}"/>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175" name="Freeform 174">
                <a:extLst>
                  <a:ext uri="{FF2B5EF4-FFF2-40B4-BE49-F238E27FC236}">
                    <a16:creationId xmlns:a16="http://schemas.microsoft.com/office/drawing/2014/main" id="{F7956E94-C156-C749-894C-3962EFA64DC4}"/>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176" name="Freeform 175">
                <a:extLst>
                  <a:ext uri="{FF2B5EF4-FFF2-40B4-BE49-F238E27FC236}">
                    <a16:creationId xmlns:a16="http://schemas.microsoft.com/office/drawing/2014/main" id="{30545111-AB10-544C-A7FB-8905D7E84A0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grpSp>
      </p:grpSp>
      <p:grpSp>
        <p:nvGrpSpPr>
          <p:cNvPr id="177" name="Group 176">
            <a:extLst>
              <a:ext uri="{FF2B5EF4-FFF2-40B4-BE49-F238E27FC236}">
                <a16:creationId xmlns:a16="http://schemas.microsoft.com/office/drawing/2014/main" id="{6D2B1BF7-15E3-B642-B1ED-14A585EC5A4E}"/>
              </a:ext>
            </a:extLst>
          </p:cNvPr>
          <p:cNvGrpSpPr/>
          <p:nvPr/>
        </p:nvGrpSpPr>
        <p:grpSpPr>
          <a:xfrm>
            <a:off x="10527214" y="2613367"/>
            <a:ext cx="353678" cy="198344"/>
            <a:chOff x="7493876" y="2774731"/>
            <a:chExt cx="1481958" cy="894622"/>
          </a:xfrm>
        </p:grpSpPr>
        <p:sp>
          <p:nvSpPr>
            <p:cNvPr id="178" name="Freeform 177">
              <a:extLst>
                <a:ext uri="{FF2B5EF4-FFF2-40B4-BE49-F238E27FC236}">
                  <a16:creationId xmlns:a16="http://schemas.microsoft.com/office/drawing/2014/main" id="{FC3BC896-EAF3-B44C-A223-0B61ADD448AF}"/>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rPr>
                <a:t>                   </a:t>
              </a:r>
            </a:p>
          </p:txBody>
        </p:sp>
        <p:sp>
          <p:nvSpPr>
            <p:cNvPr id="179" name="Oval 178">
              <a:extLst>
                <a:ext uri="{FF2B5EF4-FFF2-40B4-BE49-F238E27FC236}">
                  <a16:creationId xmlns:a16="http://schemas.microsoft.com/office/drawing/2014/main" id="{A1FDE8F7-458E-F043-99FF-74BB3A940405}"/>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rPr>
                <a:t>              </a:t>
              </a:r>
            </a:p>
          </p:txBody>
        </p:sp>
        <p:grpSp>
          <p:nvGrpSpPr>
            <p:cNvPr id="180" name="Group 179">
              <a:extLst>
                <a:ext uri="{FF2B5EF4-FFF2-40B4-BE49-F238E27FC236}">
                  <a16:creationId xmlns:a16="http://schemas.microsoft.com/office/drawing/2014/main" id="{FF87486C-C62D-A04E-BD6D-5E7B286D0987}"/>
                </a:ext>
              </a:extLst>
            </p:cNvPr>
            <p:cNvGrpSpPr/>
            <p:nvPr/>
          </p:nvGrpSpPr>
          <p:grpSpPr>
            <a:xfrm>
              <a:off x="7713663" y="2848339"/>
              <a:ext cx="1042107" cy="425543"/>
              <a:chOff x="7786941" y="2884917"/>
              <a:chExt cx="897649" cy="353919"/>
            </a:xfrm>
          </p:grpSpPr>
          <p:sp>
            <p:nvSpPr>
              <p:cNvPr id="181" name="Freeform 180">
                <a:extLst>
                  <a:ext uri="{FF2B5EF4-FFF2-40B4-BE49-F238E27FC236}">
                    <a16:creationId xmlns:a16="http://schemas.microsoft.com/office/drawing/2014/main" id="{DEDB6C40-CF6A-E547-8BC1-635D2DC438F1}"/>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182" name="Freeform 181">
                <a:extLst>
                  <a:ext uri="{FF2B5EF4-FFF2-40B4-BE49-F238E27FC236}">
                    <a16:creationId xmlns:a16="http://schemas.microsoft.com/office/drawing/2014/main" id="{B7776C1D-06CD-5245-AF82-92665409A005}"/>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183" name="Freeform 182">
                <a:extLst>
                  <a:ext uri="{FF2B5EF4-FFF2-40B4-BE49-F238E27FC236}">
                    <a16:creationId xmlns:a16="http://schemas.microsoft.com/office/drawing/2014/main" id="{2D893366-435F-C043-8ADD-35A96EC80B1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184" name="Freeform 183">
                <a:extLst>
                  <a:ext uri="{FF2B5EF4-FFF2-40B4-BE49-F238E27FC236}">
                    <a16:creationId xmlns:a16="http://schemas.microsoft.com/office/drawing/2014/main" id="{5246B375-EFFF-874C-BA50-6516A502F0CE}"/>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grpSp>
      </p:grpSp>
      <p:grpSp>
        <p:nvGrpSpPr>
          <p:cNvPr id="185" name="Group 184">
            <a:extLst>
              <a:ext uri="{FF2B5EF4-FFF2-40B4-BE49-F238E27FC236}">
                <a16:creationId xmlns:a16="http://schemas.microsoft.com/office/drawing/2014/main" id="{F0711763-C567-4040-ABFB-F5C34597A154}"/>
              </a:ext>
            </a:extLst>
          </p:cNvPr>
          <p:cNvGrpSpPr/>
          <p:nvPr/>
        </p:nvGrpSpPr>
        <p:grpSpPr>
          <a:xfrm>
            <a:off x="10643825" y="2107963"/>
            <a:ext cx="353678" cy="198344"/>
            <a:chOff x="7493876" y="2774731"/>
            <a:chExt cx="1481958" cy="894622"/>
          </a:xfrm>
        </p:grpSpPr>
        <p:sp>
          <p:nvSpPr>
            <p:cNvPr id="186" name="Freeform 185">
              <a:extLst>
                <a:ext uri="{FF2B5EF4-FFF2-40B4-BE49-F238E27FC236}">
                  <a16:creationId xmlns:a16="http://schemas.microsoft.com/office/drawing/2014/main" id="{7F38627D-7A2B-A841-8C69-850F7253A2D4}"/>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rPr>
                <a:t>                   </a:t>
              </a:r>
            </a:p>
          </p:txBody>
        </p:sp>
        <p:sp>
          <p:nvSpPr>
            <p:cNvPr id="187" name="Oval 186">
              <a:extLst>
                <a:ext uri="{FF2B5EF4-FFF2-40B4-BE49-F238E27FC236}">
                  <a16:creationId xmlns:a16="http://schemas.microsoft.com/office/drawing/2014/main" id="{8FB71122-C2F0-3B40-A94F-7E95B02A39D4}"/>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rPr>
                <a:t>              </a:t>
              </a:r>
            </a:p>
          </p:txBody>
        </p:sp>
        <p:grpSp>
          <p:nvGrpSpPr>
            <p:cNvPr id="188" name="Group 187">
              <a:extLst>
                <a:ext uri="{FF2B5EF4-FFF2-40B4-BE49-F238E27FC236}">
                  <a16:creationId xmlns:a16="http://schemas.microsoft.com/office/drawing/2014/main" id="{3A5D9C3E-2D7E-A54F-9A93-7708DD147DB1}"/>
                </a:ext>
              </a:extLst>
            </p:cNvPr>
            <p:cNvGrpSpPr/>
            <p:nvPr/>
          </p:nvGrpSpPr>
          <p:grpSpPr>
            <a:xfrm>
              <a:off x="7713663" y="2848339"/>
              <a:ext cx="1042107" cy="425543"/>
              <a:chOff x="7786941" y="2884917"/>
              <a:chExt cx="897649" cy="353919"/>
            </a:xfrm>
          </p:grpSpPr>
          <p:sp>
            <p:nvSpPr>
              <p:cNvPr id="189" name="Freeform 188">
                <a:extLst>
                  <a:ext uri="{FF2B5EF4-FFF2-40B4-BE49-F238E27FC236}">
                    <a16:creationId xmlns:a16="http://schemas.microsoft.com/office/drawing/2014/main" id="{2B3C3A91-863F-E54F-BCBF-83530898F04D}"/>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190" name="Freeform 189">
                <a:extLst>
                  <a:ext uri="{FF2B5EF4-FFF2-40B4-BE49-F238E27FC236}">
                    <a16:creationId xmlns:a16="http://schemas.microsoft.com/office/drawing/2014/main" id="{E03CE2E4-33A0-7443-968B-028BF2FEAFC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191" name="Freeform 190">
                <a:extLst>
                  <a:ext uri="{FF2B5EF4-FFF2-40B4-BE49-F238E27FC236}">
                    <a16:creationId xmlns:a16="http://schemas.microsoft.com/office/drawing/2014/main" id="{92376DD9-E3A6-0B4A-97CB-7FDA6023E448}"/>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192" name="Freeform 191">
                <a:extLst>
                  <a:ext uri="{FF2B5EF4-FFF2-40B4-BE49-F238E27FC236}">
                    <a16:creationId xmlns:a16="http://schemas.microsoft.com/office/drawing/2014/main" id="{18E42DD9-0888-4A41-A186-22087D773FC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grpSp>
      </p:grpSp>
      <p:grpSp>
        <p:nvGrpSpPr>
          <p:cNvPr id="201" name="Group 200">
            <a:extLst>
              <a:ext uri="{FF2B5EF4-FFF2-40B4-BE49-F238E27FC236}">
                <a16:creationId xmlns:a16="http://schemas.microsoft.com/office/drawing/2014/main" id="{F6C05161-17CC-4047-8DD1-B9901ECF6386}"/>
              </a:ext>
            </a:extLst>
          </p:cNvPr>
          <p:cNvGrpSpPr/>
          <p:nvPr/>
        </p:nvGrpSpPr>
        <p:grpSpPr>
          <a:xfrm>
            <a:off x="9980126" y="2661565"/>
            <a:ext cx="353678" cy="198344"/>
            <a:chOff x="7493876" y="2774731"/>
            <a:chExt cx="1481958" cy="894622"/>
          </a:xfrm>
        </p:grpSpPr>
        <p:sp>
          <p:nvSpPr>
            <p:cNvPr id="202" name="Freeform 201">
              <a:extLst>
                <a:ext uri="{FF2B5EF4-FFF2-40B4-BE49-F238E27FC236}">
                  <a16:creationId xmlns:a16="http://schemas.microsoft.com/office/drawing/2014/main" id="{947827F3-EDEA-7A42-9B1D-083327F8DECB}"/>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rPr>
                <a:t>                   </a:t>
              </a:r>
            </a:p>
          </p:txBody>
        </p:sp>
        <p:sp>
          <p:nvSpPr>
            <p:cNvPr id="203" name="Oval 202">
              <a:extLst>
                <a:ext uri="{FF2B5EF4-FFF2-40B4-BE49-F238E27FC236}">
                  <a16:creationId xmlns:a16="http://schemas.microsoft.com/office/drawing/2014/main" id="{34CC4598-569C-8B40-92BA-1D2FBE3E50FD}"/>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rPr>
                <a:t>              </a:t>
              </a:r>
            </a:p>
          </p:txBody>
        </p:sp>
        <p:grpSp>
          <p:nvGrpSpPr>
            <p:cNvPr id="204" name="Group 203">
              <a:extLst>
                <a:ext uri="{FF2B5EF4-FFF2-40B4-BE49-F238E27FC236}">
                  <a16:creationId xmlns:a16="http://schemas.microsoft.com/office/drawing/2014/main" id="{FC8B6594-03D2-024C-9EA4-C0C60D628F1D}"/>
                </a:ext>
              </a:extLst>
            </p:cNvPr>
            <p:cNvGrpSpPr/>
            <p:nvPr/>
          </p:nvGrpSpPr>
          <p:grpSpPr>
            <a:xfrm>
              <a:off x="7713663" y="2848339"/>
              <a:ext cx="1042107" cy="425543"/>
              <a:chOff x="7786941" y="2884917"/>
              <a:chExt cx="897649" cy="353919"/>
            </a:xfrm>
          </p:grpSpPr>
          <p:sp>
            <p:nvSpPr>
              <p:cNvPr id="205" name="Freeform 204">
                <a:extLst>
                  <a:ext uri="{FF2B5EF4-FFF2-40B4-BE49-F238E27FC236}">
                    <a16:creationId xmlns:a16="http://schemas.microsoft.com/office/drawing/2014/main" id="{1FDE0324-11E3-5145-88E9-DE61B49F2A38}"/>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206" name="Freeform 205">
                <a:extLst>
                  <a:ext uri="{FF2B5EF4-FFF2-40B4-BE49-F238E27FC236}">
                    <a16:creationId xmlns:a16="http://schemas.microsoft.com/office/drawing/2014/main" id="{C131568C-F5A3-DB44-94E2-7B887CDB2644}"/>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207" name="Freeform 206">
                <a:extLst>
                  <a:ext uri="{FF2B5EF4-FFF2-40B4-BE49-F238E27FC236}">
                    <a16:creationId xmlns:a16="http://schemas.microsoft.com/office/drawing/2014/main" id="{A7EDAE1E-6998-2048-ADF9-12AD17B25B3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208" name="Freeform 207">
                <a:extLst>
                  <a:ext uri="{FF2B5EF4-FFF2-40B4-BE49-F238E27FC236}">
                    <a16:creationId xmlns:a16="http://schemas.microsoft.com/office/drawing/2014/main" id="{8FC26428-BCB7-1047-B128-BD12A87F81FA}"/>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grpSp>
      </p:grpSp>
      <p:grpSp>
        <p:nvGrpSpPr>
          <p:cNvPr id="209" name="Group 208">
            <a:extLst>
              <a:ext uri="{FF2B5EF4-FFF2-40B4-BE49-F238E27FC236}">
                <a16:creationId xmlns:a16="http://schemas.microsoft.com/office/drawing/2014/main" id="{198EE3F8-E7C6-7742-BDAE-10EEB3BA9601}"/>
              </a:ext>
            </a:extLst>
          </p:cNvPr>
          <p:cNvGrpSpPr/>
          <p:nvPr/>
        </p:nvGrpSpPr>
        <p:grpSpPr>
          <a:xfrm>
            <a:off x="9497138" y="3394032"/>
            <a:ext cx="367224" cy="240304"/>
            <a:chOff x="7493876" y="2774731"/>
            <a:chExt cx="1481958" cy="894622"/>
          </a:xfrm>
        </p:grpSpPr>
        <p:sp>
          <p:nvSpPr>
            <p:cNvPr id="210" name="Freeform 209">
              <a:extLst>
                <a:ext uri="{FF2B5EF4-FFF2-40B4-BE49-F238E27FC236}">
                  <a16:creationId xmlns:a16="http://schemas.microsoft.com/office/drawing/2014/main" id="{7A2B8EB1-241A-C04E-9EA1-495DCDBCB17E}"/>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rPr>
                <a:t>                   </a:t>
              </a:r>
            </a:p>
          </p:txBody>
        </p:sp>
        <p:sp>
          <p:nvSpPr>
            <p:cNvPr id="211" name="Oval 210">
              <a:extLst>
                <a:ext uri="{FF2B5EF4-FFF2-40B4-BE49-F238E27FC236}">
                  <a16:creationId xmlns:a16="http://schemas.microsoft.com/office/drawing/2014/main" id="{0B3245D7-5441-9648-A36A-661C2ACB5721}"/>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rPr>
                <a:t>              </a:t>
              </a:r>
            </a:p>
          </p:txBody>
        </p:sp>
        <p:grpSp>
          <p:nvGrpSpPr>
            <p:cNvPr id="212" name="Group 211">
              <a:extLst>
                <a:ext uri="{FF2B5EF4-FFF2-40B4-BE49-F238E27FC236}">
                  <a16:creationId xmlns:a16="http://schemas.microsoft.com/office/drawing/2014/main" id="{86F28103-141B-154E-A362-409B3111D184}"/>
                </a:ext>
              </a:extLst>
            </p:cNvPr>
            <p:cNvGrpSpPr/>
            <p:nvPr/>
          </p:nvGrpSpPr>
          <p:grpSpPr>
            <a:xfrm>
              <a:off x="7713663" y="2848339"/>
              <a:ext cx="1042107" cy="425543"/>
              <a:chOff x="7786941" y="2884917"/>
              <a:chExt cx="897649" cy="353919"/>
            </a:xfrm>
          </p:grpSpPr>
          <p:sp>
            <p:nvSpPr>
              <p:cNvPr id="213" name="Freeform 212">
                <a:extLst>
                  <a:ext uri="{FF2B5EF4-FFF2-40B4-BE49-F238E27FC236}">
                    <a16:creationId xmlns:a16="http://schemas.microsoft.com/office/drawing/2014/main" id="{2F7A2BEC-77A9-6D41-8098-B64A792EA0B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214" name="Freeform 213">
                <a:extLst>
                  <a:ext uri="{FF2B5EF4-FFF2-40B4-BE49-F238E27FC236}">
                    <a16:creationId xmlns:a16="http://schemas.microsoft.com/office/drawing/2014/main" id="{7DED57CD-47F8-9D45-9600-A0BEEC97682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215" name="Freeform 214">
                <a:extLst>
                  <a:ext uri="{FF2B5EF4-FFF2-40B4-BE49-F238E27FC236}">
                    <a16:creationId xmlns:a16="http://schemas.microsoft.com/office/drawing/2014/main" id="{210D30D1-E5F0-E44B-A795-D0F4E795F9A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216" name="Freeform 215">
                <a:extLst>
                  <a:ext uri="{FF2B5EF4-FFF2-40B4-BE49-F238E27FC236}">
                    <a16:creationId xmlns:a16="http://schemas.microsoft.com/office/drawing/2014/main" id="{AC7488D5-7B56-8944-802F-C2691C36232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grpSp>
      </p:grpSp>
      <p:grpSp>
        <p:nvGrpSpPr>
          <p:cNvPr id="225" name="Group 224">
            <a:extLst>
              <a:ext uri="{FF2B5EF4-FFF2-40B4-BE49-F238E27FC236}">
                <a16:creationId xmlns:a16="http://schemas.microsoft.com/office/drawing/2014/main" id="{9F5D0807-95F5-B242-9940-2134E3CE864D}"/>
              </a:ext>
            </a:extLst>
          </p:cNvPr>
          <p:cNvGrpSpPr/>
          <p:nvPr/>
        </p:nvGrpSpPr>
        <p:grpSpPr>
          <a:xfrm>
            <a:off x="10375259" y="3992325"/>
            <a:ext cx="353678" cy="198344"/>
            <a:chOff x="7493876" y="2774731"/>
            <a:chExt cx="1481958" cy="894622"/>
          </a:xfrm>
        </p:grpSpPr>
        <p:sp>
          <p:nvSpPr>
            <p:cNvPr id="226" name="Freeform 225">
              <a:extLst>
                <a:ext uri="{FF2B5EF4-FFF2-40B4-BE49-F238E27FC236}">
                  <a16:creationId xmlns:a16="http://schemas.microsoft.com/office/drawing/2014/main" id="{65E7C622-0E2D-F247-B71E-DB43805F13C1}"/>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rPr>
                <a:t>                   </a:t>
              </a:r>
            </a:p>
          </p:txBody>
        </p:sp>
        <p:sp>
          <p:nvSpPr>
            <p:cNvPr id="227" name="Oval 226">
              <a:extLst>
                <a:ext uri="{FF2B5EF4-FFF2-40B4-BE49-F238E27FC236}">
                  <a16:creationId xmlns:a16="http://schemas.microsoft.com/office/drawing/2014/main" id="{E1DDDBA8-9328-FF4B-A036-4A8C314BC34A}"/>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rPr>
                <a:t>              </a:t>
              </a:r>
            </a:p>
          </p:txBody>
        </p:sp>
        <p:grpSp>
          <p:nvGrpSpPr>
            <p:cNvPr id="228" name="Group 227">
              <a:extLst>
                <a:ext uri="{FF2B5EF4-FFF2-40B4-BE49-F238E27FC236}">
                  <a16:creationId xmlns:a16="http://schemas.microsoft.com/office/drawing/2014/main" id="{FE4053D3-C37C-B247-AABC-ACB5431A3328}"/>
                </a:ext>
              </a:extLst>
            </p:cNvPr>
            <p:cNvGrpSpPr/>
            <p:nvPr/>
          </p:nvGrpSpPr>
          <p:grpSpPr>
            <a:xfrm>
              <a:off x="7713663" y="2848339"/>
              <a:ext cx="1042107" cy="425543"/>
              <a:chOff x="7786941" y="2884917"/>
              <a:chExt cx="897649" cy="353919"/>
            </a:xfrm>
          </p:grpSpPr>
          <p:sp>
            <p:nvSpPr>
              <p:cNvPr id="229" name="Freeform 228">
                <a:extLst>
                  <a:ext uri="{FF2B5EF4-FFF2-40B4-BE49-F238E27FC236}">
                    <a16:creationId xmlns:a16="http://schemas.microsoft.com/office/drawing/2014/main" id="{9B8C5BFF-F366-864D-9DDD-AD0F594855F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230" name="Freeform 229">
                <a:extLst>
                  <a:ext uri="{FF2B5EF4-FFF2-40B4-BE49-F238E27FC236}">
                    <a16:creationId xmlns:a16="http://schemas.microsoft.com/office/drawing/2014/main" id="{E52E2636-7B29-8B4F-A9E7-0A019FB1233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231" name="Freeform 230">
                <a:extLst>
                  <a:ext uri="{FF2B5EF4-FFF2-40B4-BE49-F238E27FC236}">
                    <a16:creationId xmlns:a16="http://schemas.microsoft.com/office/drawing/2014/main" id="{81B96CBC-D09D-8A44-A7F4-460A6FE268A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232" name="Freeform 231">
                <a:extLst>
                  <a:ext uri="{FF2B5EF4-FFF2-40B4-BE49-F238E27FC236}">
                    <a16:creationId xmlns:a16="http://schemas.microsoft.com/office/drawing/2014/main" id="{AB72586A-2BC3-AD40-8068-98E191DFFEF1}"/>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grpSp>
      </p:grpSp>
      <p:grpSp>
        <p:nvGrpSpPr>
          <p:cNvPr id="241" name="Group 240">
            <a:extLst>
              <a:ext uri="{FF2B5EF4-FFF2-40B4-BE49-F238E27FC236}">
                <a16:creationId xmlns:a16="http://schemas.microsoft.com/office/drawing/2014/main" id="{23665DDF-4A56-E24C-9D9B-557EA2031298}"/>
              </a:ext>
            </a:extLst>
          </p:cNvPr>
          <p:cNvGrpSpPr/>
          <p:nvPr/>
        </p:nvGrpSpPr>
        <p:grpSpPr>
          <a:xfrm>
            <a:off x="10925982" y="4369125"/>
            <a:ext cx="228295" cy="120400"/>
            <a:chOff x="7493876" y="2774731"/>
            <a:chExt cx="1481958" cy="894622"/>
          </a:xfrm>
        </p:grpSpPr>
        <p:sp>
          <p:nvSpPr>
            <p:cNvPr id="242" name="Freeform 241">
              <a:extLst>
                <a:ext uri="{FF2B5EF4-FFF2-40B4-BE49-F238E27FC236}">
                  <a16:creationId xmlns:a16="http://schemas.microsoft.com/office/drawing/2014/main" id="{31441261-7107-C940-87CC-EC4FA053449C}"/>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rPr>
                <a:t>                   </a:t>
              </a:r>
            </a:p>
          </p:txBody>
        </p:sp>
        <p:sp>
          <p:nvSpPr>
            <p:cNvPr id="243" name="Oval 242">
              <a:extLst>
                <a:ext uri="{FF2B5EF4-FFF2-40B4-BE49-F238E27FC236}">
                  <a16:creationId xmlns:a16="http://schemas.microsoft.com/office/drawing/2014/main" id="{5F5B546A-49AB-9042-B43E-5F11C688F25E}"/>
                </a:ext>
              </a:extLst>
            </p:cNvPr>
            <p:cNvSpPr/>
            <p:nvPr/>
          </p:nvSpPr>
          <p:spPr>
            <a:xfrm>
              <a:off x="7494729" y="2774731"/>
              <a:ext cx="1480163" cy="579140"/>
            </a:xfrm>
            <a:prstGeom prst="ellipse">
              <a:avLst/>
            </a:prstGeom>
            <a:solidFill>
              <a:srgbClr val="B8C2C9"/>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rPr>
                <a:t>              </a:t>
              </a:r>
            </a:p>
          </p:txBody>
        </p:sp>
        <p:grpSp>
          <p:nvGrpSpPr>
            <p:cNvPr id="244" name="Group 243">
              <a:extLst>
                <a:ext uri="{FF2B5EF4-FFF2-40B4-BE49-F238E27FC236}">
                  <a16:creationId xmlns:a16="http://schemas.microsoft.com/office/drawing/2014/main" id="{E8DF2468-3557-AD4F-8E6A-2FD993E8CF5C}"/>
                </a:ext>
              </a:extLst>
            </p:cNvPr>
            <p:cNvGrpSpPr/>
            <p:nvPr/>
          </p:nvGrpSpPr>
          <p:grpSpPr>
            <a:xfrm>
              <a:off x="7713663" y="2848339"/>
              <a:ext cx="1042107" cy="425543"/>
              <a:chOff x="7786941" y="2884917"/>
              <a:chExt cx="897649" cy="353919"/>
            </a:xfrm>
          </p:grpSpPr>
          <p:sp>
            <p:nvSpPr>
              <p:cNvPr id="245" name="Freeform 244">
                <a:extLst>
                  <a:ext uri="{FF2B5EF4-FFF2-40B4-BE49-F238E27FC236}">
                    <a16:creationId xmlns:a16="http://schemas.microsoft.com/office/drawing/2014/main" id="{9E3ADAA4-12C2-404E-917C-5A2F54CCDF6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246" name="Freeform 245">
                <a:extLst>
                  <a:ext uri="{FF2B5EF4-FFF2-40B4-BE49-F238E27FC236}">
                    <a16:creationId xmlns:a16="http://schemas.microsoft.com/office/drawing/2014/main" id="{7A728ED3-C05E-B44A-9C86-A753D22F76A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247" name="Freeform 246">
                <a:extLst>
                  <a:ext uri="{FF2B5EF4-FFF2-40B4-BE49-F238E27FC236}">
                    <a16:creationId xmlns:a16="http://schemas.microsoft.com/office/drawing/2014/main" id="{63D4F443-59AA-0D4F-BA7D-32F6068E7994}"/>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248" name="Freeform 247">
                <a:extLst>
                  <a:ext uri="{FF2B5EF4-FFF2-40B4-BE49-F238E27FC236}">
                    <a16:creationId xmlns:a16="http://schemas.microsoft.com/office/drawing/2014/main" id="{205AEAD2-2A18-2D4A-91B3-368B52FA7C58}"/>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grpSp>
      </p:grpSp>
      <p:grpSp>
        <p:nvGrpSpPr>
          <p:cNvPr id="249" name="Group 248">
            <a:extLst>
              <a:ext uri="{FF2B5EF4-FFF2-40B4-BE49-F238E27FC236}">
                <a16:creationId xmlns:a16="http://schemas.microsoft.com/office/drawing/2014/main" id="{931C36A9-E761-0148-9032-D81ACCB48A29}"/>
              </a:ext>
            </a:extLst>
          </p:cNvPr>
          <p:cNvGrpSpPr/>
          <p:nvPr/>
        </p:nvGrpSpPr>
        <p:grpSpPr>
          <a:xfrm>
            <a:off x="7439074" y="2356613"/>
            <a:ext cx="534987" cy="407988"/>
            <a:chOff x="7432700" y="2327293"/>
            <a:chExt cx="534987" cy="407988"/>
          </a:xfrm>
        </p:grpSpPr>
        <p:pic>
          <p:nvPicPr>
            <p:cNvPr id="250" name="Picture 1017" descr="antenna_stylized">
              <a:extLst>
                <a:ext uri="{FF2B5EF4-FFF2-40B4-BE49-F238E27FC236}">
                  <a16:creationId xmlns:a16="http://schemas.microsoft.com/office/drawing/2014/main" id="{A1B3AFF0-514E-1142-A2F6-8BE3FF21744E}"/>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432700" y="2327293"/>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1" name="Picture 1018" descr="laptop_keyboard">
              <a:extLst>
                <a:ext uri="{FF2B5EF4-FFF2-40B4-BE49-F238E27FC236}">
                  <a16:creationId xmlns:a16="http://schemas.microsoft.com/office/drawing/2014/main" id="{F72A8B16-D68A-BE43-A9DC-2099F128817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rot="109064" flipH="1">
              <a:off x="7458407" y="2575770"/>
              <a:ext cx="437221" cy="159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2" name="Freeform 1019">
              <a:extLst>
                <a:ext uri="{FF2B5EF4-FFF2-40B4-BE49-F238E27FC236}">
                  <a16:creationId xmlns:a16="http://schemas.microsoft.com/office/drawing/2014/main" id="{8BD550C1-DB66-1D43-B0FF-2194D6CE59D3}"/>
                </a:ext>
              </a:extLst>
            </p:cNvPr>
            <p:cNvSpPr>
              <a:spLocks/>
            </p:cNvSpPr>
            <p:nvPr/>
          </p:nvSpPr>
          <p:spPr bwMode="auto">
            <a:xfrm>
              <a:off x="7603304" y="2420984"/>
              <a:ext cx="351919" cy="208167"/>
            </a:xfrm>
            <a:custGeom>
              <a:avLst/>
              <a:gdLst>
                <a:gd name="T0" fmla="*/ 775798119 w 2982"/>
                <a:gd name="T1" fmla="*/ 0 h 2442"/>
                <a:gd name="T2" fmla="*/ 0 w 2982"/>
                <a:gd name="T3" fmla="*/ 211226083 h 2442"/>
                <a:gd name="T4" fmla="*/ 2147483646 w 2982"/>
                <a:gd name="T5" fmla="*/ 263880059 h 2442"/>
                <a:gd name="T6" fmla="*/ 2147483646 w 2982"/>
                <a:gd name="T7" fmla="*/ 52653891 h 2442"/>
                <a:gd name="T8" fmla="*/ 775798119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pic>
          <p:nvPicPr>
            <p:cNvPr id="253" name="Picture 1020" descr="screen">
              <a:extLst>
                <a:ext uri="{FF2B5EF4-FFF2-40B4-BE49-F238E27FC236}">
                  <a16:creationId xmlns:a16="http://schemas.microsoft.com/office/drawing/2014/main" id="{5B7A4293-9090-2C47-A5F9-1484B3E8E43A}"/>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7620637" y="2426338"/>
              <a:ext cx="319785" cy="189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4" name="Freeform 1021">
              <a:extLst>
                <a:ext uri="{FF2B5EF4-FFF2-40B4-BE49-F238E27FC236}">
                  <a16:creationId xmlns:a16="http://schemas.microsoft.com/office/drawing/2014/main" id="{66A9E8A3-089D-144F-8C74-780D0252320C}"/>
                </a:ext>
              </a:extLst>
            </p:cNvPr>
            <p:cNvSpPr>
              <a:spLocks/>
            </p:cNvSpPr>
            <p:nvPr/>
          </p:nvSpPr>
          <p:spPr bwMode="auto">
            <a:xfrm>
              <a:off x="7667378" y="2414843"/>
              <a:ext cx="298167" cy="38736"/>
            </a:xfrm>
            <a:custGeom>
              <a:avLst/>
              <a:gdLst>
                <a:gd name="T0" fmla="*/ 193616298 w 2528"/>
                <a:gd name="T1" fmla="*/ 0 h 455"/>
                <a:gd name="T2" fmla="*/ 2147483646 w 2528"/>
                <a:gd name="T3" fmla="*/ 52445139 h 455"/>
                <a:gd name="T4" fmla="*/ 2147483646 w 2528"/>
                <a:gd name="T5" fmla="*/ 52445139 h 455"/>
                <a:gd name="T6" fmla="*/ 0 w 2528"/>
                <a:gd name="T7" fmla="*/ 52445139 h 455"/>
                <a:gd name="T8" fmla="*/ 193616298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255" name="Freeform 1022">
              <a:extLst>
                <a:ext uri="{FF2B5EF4-FFF2-40B4-BE49-F238E27FC236}">
                  <a16:creationId xmlns:a16="http://schemas.microsoft.com/office/drawing/2014/main" id="{2DEB5F56-4F04-4A4C-B2A9-7F75D7610902}"/>
                </a:ext>
              </a:extLst>
            </p:cNvPr>
            <p:cNvSpPr>
              <a:spLocks/>
            </p:cNvSpPr>
            <p:nvPr/>
          </p:nvSpPr>
          <p:spPr bwMode="auto">
            <a:xfrm>
              <a:off x="7600188" y="2414528"/>
              <a:ext cx="82770" cy="161243"/>
            </a:xfrm>
            <a:custGeom>
              <a:avLst/>
              <a:gdLst>
                <a:gd name="T0" fmla="*/ 773664160 w 702"/>
                <a:gd name="T1" fmla="*/ 0 h 1893"/>
                <a:gd name="T2" fmla="*/ 0 w 702"/>
                <a:gd name="T3" fmla="*/ 210739916 h 1893"/>
                <a:gd name="T4" fmla="*/ 193416040 w 702"/>
                <a:gd name="T5" fmla="*/ 210739916 h 1893"/>
                <a:gd name="T6" fmla="*/ 967080200 w 702"/>
                <a:gd name="T7" fmla="*/ 52529017 h 1893"/>
                <a:gd name="T8" fmla="*/ 77366416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256" name="Freeform 1023">
              <a:extLst>
                <a:ext uri="{FF2B5EF4-FFF2-40B4-BE49-F238E27FC236}">
                  <a16:creationId xmlns:a16="http://schemas.microsoft.com/office/drawing/2014/main" id="{264AB736-6181-DD49-9CF8-34CDC3C98A87}"/>
                </a:ext>
              </a:extLst>
            </p:cNvPr>
            <p:cNvSpPr>
              <a:spLocks/>
            </p:cNvSpPr>
            <p:nvPr/>
          </p:nvSpPr>
          <p:spPr bwMode="auto">
            <a:xfrm>
              <a:off x="7874205" y="2443344"/>
              <a:ext cx="89197" cy="186122"/>
            </a:xfrm>
            <a:custGeom>
              <a:avLst/>
              <a:gdLst>
                <a:gd name="T0" fmla="*/ 969024527 w 756"/>
                <a:gd name="T1" fmla="*/ 0 h 2184"/>
                <a:gd name="T2" fmla="*/ 193802074 w 756"/>
                <a:gd name="T3" fmla="*/ 263660221 h 2184"/>
                <a:gd name="T4" fmla="*/ 0 w 756"/>
                <a:gd name="T5" fmla="*/ 263660221 h 2184"/>
                <a:gd name="T6" fmla="*/ 775222454 w 756"/>
                <a:gd name="T7" fmla="*/ 52610059 h 2184"/>
                <a:gd name="T8" fmla="*/ 969024527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257" name="Freeform 1024">
              <a:extLst>
                <a:ext uri="{FF2B5EF4-FFF2-40B4-BE49-F238E27FC236}">
                  <a16:creationId xmlns:a16="http://schemas.microsoft.com/office/drawing/2014/main" id="{B30F467B-7CAE-E14D-A3A5-8BE8EC571FCC}"/>
                </a:ext>
              </a:extLst>
            </p:cNvPr>
            <p:cNvSpPr>
              <a:spLocks/>
            </p:cNvSpPr>
            <p:nvPr/>
          </p:nvSpPr>
          <p:spPr bwMode="auto">
            <a:xfrm>
              <a:off x="7599214" y="2567582"/>
              <a:ext cx="327185" cy="62828"/>
            </a:xfrm>
            <a:custGeom>
              <a:avLst/>
              <a:gdLst>
                <a:gd name="T0" fmla="*/ 193829444 w 2773"/>
                <a:gd name="T1" fmla="*/ 0 h 738"/>
                <a:gd name="T2" fmla="*/ 0 w 2773"/>
                <a:gd name="T3" fmla="*/ 52443587 h 738"/>
                <a:gd name="T4" fmla="*/ 2147483646 w 2773"/>
                <a:gd name="T5" fmla="*/ 104894411 h 738"/>
                <a:gd name="T6" fmla="*/ 2147483646 w 2773"/>
                <a:gd name="T7" fmla="*/ 52443587 h 738"/>
                <a:gd name="T8" fmla="*/ 193829444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258" name="Freeform 1025">
              <a:extLst>
                <a:ext uri="{FF2B5EF4-FFF2-40B4-BE49-F238E27FC236}">
                  <a16:creationId xmlns:a16="http://schemas.microsoft.com/office/drawing/2014/main" id="{714DEECF-C2B9-3646-8D8C-520B14AFF2A3}"/>
                </a:ext>
              </a:extLst>
            </p:cNvPr>
            <p:cNvSpPr>
              <a:spLocks/>
            </p:cNvSpPr>
            <p:nvPr/>
          </p:nvSpPr>
          <p:spPr bwMode="auto">
            <a:xfrm>
              <a:off x="7884138" y="2444918"/>
              <a:ext cx="83549" cy="186909"/>
            </a:xfrm>
            <a:custGeom>
              <a:avLst/>
              <a:gdLst>
                <a:gd name="T0" fmla="*/ 2147483646 w 637"/>
                <a:gd name="T1" fmla="*/ 0 h 1659"/>
                <a:gd name="T2" fmla="*/ 2147483646 w 637"/>
                <a:gd name="T3" fmla="*/ 0 h 1659"/>
                <a:gd name="T4" fmla="*/ 295581541 w 637"/>
                <a:gd name="T5" fmla="*/ 2147483646 h 1659"/>
                <a:gd name="T6" fmla="*/ 0 w 637"/>
                <a:gd name="T7" fmla="*/ 2147483646 h 1659"/>
                <a:gd name="T8" fmla="*/ 214748364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259" name="Freeform 1026">
              <a:extLst>
                <a:ext uri="{FF2B5EF4-FFF2-40B4-BE49-F238E27FC236}">
                  <a16:creationId xmlns:a16="http://schemas.microsoft.com/office/drawing/2014/main" id="{434760BE-7A82-7348-8C26-8BB88B73F057}"/>
                </a:ext>
              </a:extLst>
            </p:cNvPr>
            <p:cNvSpPr>
              <a:spLocks/>
            </p:cNvSpPr>
            <p:nvPr/>
          </p:nvSpPr>
          <p:spPr bwMode="auto">
            <a:xfrm>
              <a:off x="7599603" y="2575928"/>
              <a:ext cx="290961" cy="62041"/>
            </a:xfrm>
            <a:custGeom>
              <a:avLst/>
              <a:gdLst>
                <a:gd name="T0" fmla="*/ 0 w 2216"/>
                <a:gd name="T1" fmla="*/ 0 h 550"/>
                <a:gd name="T2" fmla="*/ 296523134 w 2216"/>
                <a:gd name="T3" fmla="*/ 324379338 h 550"/>
                <a:gd name="T4" fmla="*/ 2147483646 w 2216"/>
                <a:gd name="T5" fmla="*/ 2147483646 h 550"/>
                <a:gd name="T6" fmla="*/ 2147483646 w 2216"/>
                <a:gd name="T7" fmla="*/ 2147483646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grpSp>
          <p:nvGrpSpPr>
            <p:cNvPr id="260" name="Group 1027">
              <a:extLst>
                <a:ext uri="{FF2B5EF4-FFF2-40B4-BE49-F238E27FC236}">
                  <a16:creationId xmlns:a16="http://schemas.microsoft.com/office/drawing/2014/main" id="{A3D737A2-33B2-B843-993D-3954163D2F8B}"/>
                </a:ext>
              </a:extLst>
            </p:cNvPr>
            <p:cNvGrpSpPr>
              <a:grpSpLocks/>
            </p:cNvGrpSpPr>
            <p:nvPr/>
          </p:nvGrpSpPr>
          <p:grpSpPr bwMode="auto">
            <a:xfrm>
              <a:off x="7594735" y="2642220"/>
              <a:ext cx="98740" cy="36846"/>
              <a:chOff x="1740" y="2642"/>
              <a:chExt cx="752" cy="327"/>
            </a:xfrm>
          </p:grpSpPr>
          <p:sp>
            <p:nvSpPr>
              <p:cNvPr id="267" name="Freeform 1028">
                <a:extLst>
                  <a:ext uri="{FF2B5EF4-FFF2-40B4-BE49-F238E27FC236}">
                    <a16:creationId xmlns:a16="http://schemas.microsoft.com/office/drawing/2014/main" id="{2B8D95DD-AA07-CA46-8938-5982463E0F58}"/>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268" name="Freeform 1029">
                <a:extLst>
                  <a:ext uri="{FF2B5EF4-FFF2-40B4-BE49-F238E27FC236}">
                    <a16:creationId xmlns:a16="http://schemas.microsoft.com/office/drawing/2014/main" id="{F36872DC-490B-E041-B789-63AE7E7ACD2E}"/>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269" name="Freeform 1030">
                <a:extLst>
                  <a:ext uri="{FF2B5EF4-FFF2-40B4-BE49-F238E27FC236}">
                    <a16:creationId xmlns:a16="http://schemas.microsoft.com/office/drawing/2014/main" id="{97C01B49-8BEB-1A42-A62D-556A20AEDCF4}"/>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270" name="Freeform 1031">
                <a:extLst>
                  <a:ext uri="{FF2B5EF4-FFF2-40B4-BE49-F238E27FC236}">
                    <a16:creationId xmlns:a16="http://schemas.microsoft.com/office/drawing/2014/main" id="{FDC4BA15-39D3-CD4E-97DA-6107F8C4DFF2}"/>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271" name="Freeform 1032">
                <a:extLst>
                  <a:ext uri="{FF2B5EF4-FFF2-40B4-BE49-F238E27FC236}">
                    <a16:creationId xmlns:a16="http://schemas.microsoft.com/office/drawing/2014/main" id="{B4ED9D93-7953-574C-B8DB-E31647E53850}"/>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272" name="Freeform 1033">
                <a:extLst>
                  <a:ext uri="{FF2B5EF4-FFF2-40B4-BE49-F238E27FC236}">
                    <a16:creationId xmlns:a16="http://schemas.microsoft.com/office/drawing/2014/main" id="{9040F4DE-59D9-0446-9953-D7CF4E6052CB}"/>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grpSp>
        <p:sp>
          <p:nvSpPr>
            <p:cNvPr id="261" name="Freeform 1034">
              <a:extLst>
                <a:ext uri="{FF2B5EF4-FFF2-40B4-BE49-F238E27FC236}">
                  <a16:creationId xmlns:a16="http://schemas.microsoft.com/office/drawing/2014/main" id="{2C7F706E-3A83-E04B-96B6-0DFA0DD19559}"/>
                </a:ext>
              </a:extLst>
            </p:cNvPr>
            <p:cNvSpPr>
              <a:spLocks/>
            </p:cNvSpPr>
            <p:nvPr/>
          </p:nvSpPr>
          <p:spPr bwMode="auto">
            <a:xfrm>
              <a:off x="7763780" y="2647731"/>
              <a:ext cx="119578" cy="80936"/>
            </a:xfrm>
            <a:custGeom>
              <a:avLst/>
              <a:gdLst>
                <a:gd name="T0" fmla="*/ 213221464 w 990"/>
                <a:gd name="T1" fmla="*/ 1090686587 h 792"/>
                <a:gd name="T2" fmla="*/ 1915477586 w 990"/>
                <a:gd name="T3" fmla="*/ 0 h 792"/>
                <a:gd name="T4" fmla="*/ 1915477586 w 990"/>
                <a:gd name="T5" fmla="*/ 108859840 h 792"/>
                <a:gd name="T6" fmla="*/ 0 w 990"/>
                <a:gd name="T7" fmla="*/ 1090686587 h 792"/>
                <a:gd name="T8" fmla="*/ 213221464 w 990"/>
                <a:gd name="T9" fmla="*/ 1090686587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262" name="Freeform 1035">
              <a:extLst>
                <a:ext uri="{FF2B5EF4-FFF2-40B4-BE49-F238E27FC236}">
                  <a16:creationId xmlns:a16="http://schemas.microsoft.com/office/drawing/2014/main" id="{60E14294-2508-FB4A-AE0F-000AF5BCFC85}"/>
                </a:ext>
              </a:extLst>
            </p:cNvPr>
            <p:cNvSpPr>
              <a:spLocks/>
            </p:cNvSpPr>
            <p:nvPr/>
          </p:nvSpPr>
          <p:spPr bwMode="auto">
            <a:xfrm>
              <a:off x="7458602" y="2654187"/>
              <a:ext cx="305957" cy="73850"/>
            </a:xfrm>
            <a:custGeom>
              <a:avLst/>
              <a:gdLst>
                <a:gd name="T0" fmla="*/ 213486572 w 2532"/>
                <a:gd name="T1" fmla="*/ 0 h 723"/>
                <a:gd name="T2" fmla="*/ 213486572 w 2532"/>
                <a:gd name="T3" fmla="*/ 0 h 723"/>
                <a:gd name="T4" fmla="*/ 2147483646 w 2532"/>
                <a:gd name="T5" fmla="*/ 979380008 h 723"/>
                <a:gd name="T6" fmla="*/ 2147483646 w 2532"/>
                <a:gd name="T7" fmla="*/ 1088085165 h 723"/>
                <a:gd name="T8" fmla="*/ 0 w 2532"/>
                <a:gd name="T9" fmla="*/ 108705259 h 723"/>
                <a:gd name="T10" fmla="*/ 21348657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263" name="Freeform 1036">
              <a:extLst>
                <a:ext uri="{FF2B5EF4-FFF2-40B4-BE49-F238E27FC236}">
                  <a16:creationId xmlns:a16="http://schemas.microsoft.com/office/drawing/2014/main" id="{6816A6AE-0883-4D48-8DF3-05A4914E713B}"/>
                </a:ext>
              </a:extLst>
            </p:cNvPr>
            <p:cNvSpPr>
              <a:spLocks/>
            </p:cNvSpPr>
            <p:nvPr/>
          </p:nvSpPr>
          <p:spPr bwMode="auto">
            <a:xfrm>
              <a:off x="7458797" y="2640645"/>
              <a:ext cx="3311" cy="14959"/>
            </a:xfrm>
            <a:custGeom>
              <a:avLst/>
              <a:gdLst>
                <a:gd name="T0" fmla="*/ 262278191 w 26"/>
                <a:gd name="T1" fmla="*/ 107489981 h 147"/>
                <a:gd name="T2" fmla="*/ 262278191 w 26"/>
                <a:gd name="T3" fmla="*/ 214969480 h 147"/>
                <a:gd name="T4" fmla="*/ 0 w 26"/>
                <a:gd name="T5" fmla="*/ 214969480 h 147"/>
                <a:gd name="T6" fmla="*/ 262278191 w 26"/>
                <a:gd name="T7" fmla="*/ 0 h 147"/>
                <a:gd name="T8" fmla="*/ 262278191 w 26"/>
                <a:gd name="T9" fmla="*/ 10748998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264" name="Freeform 1037">
              <a:extLst>
                <a:ext uri="{FF2B5EF4-FFF2-40B4-BE49-F238E27FC236}">
                  <a16:creationId xmlns:a16="http://schemas.microsoft.com/office/drawing/2014/main" id="{0C4F2B5B-D9EF-F242-A282-CB6CB4D90EE9}"/>
                </a:ext>
              </a:extLst>
            </p:cNvPr>
            <p:cNvSpPr>
              <a:spLocks/>
            </p:cNvSpPr>
            <p:nvPr/>
          </p:nvSpPr>
          <p:spPr bwMode="auto">
            <a:xfrm>
              <a:off x="7458992" y="2579707"/>
              <a:ext cx="142170" cy="61883"/>
            </a:xfrm>
            <a:custGeom>
              <a:avLst/>
              <a:gdLst>
                <a:gd name="T0" fmla="*/ 2136125890 w 1176"/>
                <a:gd name="T1" fmla="*/ 0 h 606"/>
                <a:gd name="T2" fmla="*/ 0 w 1176"/>
                <a:gd name="T3" fmla="*/ 870000945 h 606"/>
                <a:gd name="T4" fmla="*/ 213789467 w 1176"/>
                <a:gd name="T5" fmla="*/ 870000945 h 606"/>
                <a:gd name="T6" fmla="*/ 2136125890 w 1176"/>
                <a:gd name="T7" fmla="*/ 108617123 h 606"/>
                <a:gd name="T8" fmla="*/ 213612589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265" name="Freeform 1038">
              <a:extLst>
                <a:ext uri="{FF2B5EF4-FFF2-40B4-BE49-F238E27FC236}">
                  <a16:creationId xmlns:a16="http://schemas.microsoft.com/office/drawing/2014/main" id="{CA94116C-A643-F041-BE08-F16F1FF3EF9E}"/>
                </a:ext>
              </a:extLst>
            </p:cNvPr>
            <p:cNvSpPr>
              <a:spLocks/>
            </p:cNvSpPr>
            <p:nvPr/>
          </p:nvSpPr>
          <p:spPr bwMode="auto">
            <a:xfrm>
              <a:off x="7468535" y="2643795"/>
              <a:ext cx="290182" cy="71016"/>
            </a:xfrm>
            <a:custGeom>
              <a:avLst/>
              <a:gdLst>
                <a:gd name="T0" fmla="*/ 173112702 w 2532"/>
                <a:gd name="T1" fmla="*/ 0 h 723"/>
                <a:gd name="T2" fmla="*/ 173112702 w 2532"/>
                <a:gd name="T3" fmla="*/ 0 h 723"/>
                <a:gd name="T4" fmla="*/ 2069773885 w 2532"/>
                <a:gd name="T5" fmla="*/ 558173482 h 723"/>
                <a:gd name="T6" fmla="*/ 2069773885 w 2532"/>
                <a:gd name="T7" fmla="*/ 558173482 h 723"/>
                <a:gd name="T8" fmla="*/ 0 w 2532"/>
                <a:gd name="T9" fmla="*/ 92871346 h 723"/>
                <a:gd name="T10" fmla="*/ 17311270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266" name="Freeform 1039">
              <a:extLst>
                <a:ext uri="{FF2B5EF4-FFF2-40B4-BE49-F238E27FC236}">
                  <a16:creationId xmlns:a16="http://schemas.microsoft.com/office/drawing/2014/main" id="{EBBEB869-CEFF-3B4D-8790-DF10B6E9EDC0}"/>
                </a:ext>
              </a:extLst>
            </p:cNvPr>
            <p:cNvSpPr>
              <a:spLocks/>
            </p:cNvSpPr>
            <p:nvPr/>
          </p:nvSpPr>
          <p:spPr bwMode="auto">
            <a:xfrm flipV="1">
              <a:off x="7758327" y="2638756"/>
              <a:ext cx="118410" cy="73535"/>
            </a:xfrm>
            <a:custGeom>
              <a:avLst/>
              <a:gdLst>
                <a:gd name="T0" fmla="*/ 0 w 2532"/>
                <a:gd name="T1" fmla="*/ 0 h 723"/>
                <a:gd name="T2" fmla="*/ 0 w 2532"/>
                <a:gd name="T3" fmla="*/ 0 h 723"/>
                <a:gd name="T4" fmla="*/ 0 w 2532"/>
                <a:gd name="T5" fmla="*/ 962694895 h 723"/>
                <a:gd name="T6" fmla="*/ 0 w 2532"/>
                <a:gd name="T7" fmla="*/ 962694895 h 723"/>
                <a:gd name="T8" fmla="*/ 0 w 2532"/>
                <a:gd name="T9" fmla="*/ 107314314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grpSp>
      <p:grpSp>
        <p:nvGrpSpPr>
          <p:cNvPr id="273" name="Group 272">
            <a:extLst>
              <a:ext uri="{FF2B5EF4-FFF2-40B4-BE49-F238E27FC236}">
                <a16:creationId xmlns:a16="http://schemas.microsoft.com/office/drawing/2014/main" id="{7BE84195-0460-B24A-9BFA-64009B70F0D4}"/>
              </a:ext>
            </a:extLst>
          </p:cNvPr>
          <p:cNvGrpSpPr/>
          <p:nvPr/>
        </p:nvGrpSpPr>
        <p:grpSpPr>
          <a:xfrm>
            <a:off x="8637781" y="2319727"/>
            <a:ext cx="530702" cy="478009"/>
            <a:chOff x="8631407" y="2290407"/>
            <a:chExt cx="530702" cy="478009"/>
          </a:xfrm>
        </p:grpSpPr>
        <p:pic>
          <p:nvPicPr>
            <p:cNvPr id="274" name="Picture 568" descr="light2.png">
              <a:extLst>
                <a:ext uri="{FF2B5EF4-FFF2-40B4-BE49-F238E27FC236}">
                  <a16:creationId xmlns:a16="http://schemas.microsoft.com/office/drawing/2014/main" id="{9C2ABCA4-2AB6-604A-BAF1-3DCCB40F3CF6}"/>
                </a:ext>
              </a:extLst>
            </p:cNvPr>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flipH="1">
              <a:off x="8825293" y="2362969"/>
              <a:ext cx="92772" cy="405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5" name="Picture 1017" descr="antenna_stylized">
              <a:extLst>
                <a:ext uri="{FF2B5EF4-FFF2-40B4-BE49-F238E27FC236}">
                  <a16:creationId xmlns:a16="http://schemas.microsoft.com/office/drawing/2014/main" id="{650AA1D1-0ECD-3E4A-81DB-CC97A96B57C7}"/>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631407" y="2290407"/>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76" name="Group 275">
            <a:extLst>
              <a:ext uri="{FF2B5EF4-FFF2-40B4-BE49-F238E27FC236}">
                <a16:creationId xmlns:a16="http://schemas.microsoft.com/office/drawing/2014/main" id="{EFF79B51-BA03-584F-A0CE-2E5C3CDBD9C8}"/>
              </a:ext>
            </a:extLst>
          </p:cNvPr>
          <p:cNvGrpSpPr/>
          <p:nvPr/>
        </p:nvGrpSpPr>
        <p:grpSpPr>
          <a:xfrm>
            <a:off x="8499539" y="2059124"/>
            <a:ext cx="849312" cy="226109"/>
            <a:chOff x="8493165" y="2029804"/>
            <a:chExt cx="849312" cy="226109"/>
          </a:xfrm>
        </p:grpSpPr>
        <p:pic>
          <p:nvPicPr>
            <p:cNvPr id="277" name="Picture 603" descr="car_icon_small">
              <a:extLst>
                <a:ext uri="{FF2B5EF4-FFF2-40B4-BE49-F238E27FC236}">
                  <a16:creationId xmlns:a16="http://schemas.microsoft.com/office/drawing/2014/main" id="{A16178BF-CE10-DF42-8C1F-E2AAFB94BBE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493165" y="2087638"/>
              <a:ext cx="849312"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8" name="Picture 1017" descr="antenna_stylized">
              <a:extLst>
                <a:ext uri="{FF2B5EF4-FFF2-40B4-BE49-F238E27FC236}">
                  <a16:creationId xmlns:a16="http://schemas.microsoft.com/office/drawing/2014/main" id="{BF73CD36-5E1A-D143-A3EA-8721982417DE}"/>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704645" y="2029804"/>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79" name="Group 278">
            <a:extLst>
              <a:ext uri="{FF2B5EF4-FFF2-40B4-BE49-F238E27FC236}">
                <a16:creationId xmlns:a16="http://schemas.microsoft.com/office/drawing/2014/main" id="{053CF7AA-EEE7-E849-8975-45A554C35F5B}"/>
              </a:ext>
            </a:extLst>
          </p:cNvPr>
          <p:cNvGrpSpPr/>
          <p:nvPr/>
        </p:nvGrpSpPr>
        <p:grpSpPr>
          <a:xfrm>
            <a:off x="7493518" y="3325424"/>
            <a:ext cx="857739" cy="583764"/>
            <a:chOff x="7487144" y="3296104"/>
            <a:chExt cx="857739" cy="583764"/>
          </a:xfrm>
        </p:grpSpPr>
        <p:grpSp>
          <p:nvGrpSpPr>
            <p:cNvPr id="280" name="Group 279">
              <a:extLst>
                <a:ext uri="{FF2B5EF4-FFF2-40B4-BE49-F238E27FC236}">
                  <a16:creationId xmlns:a16="http://schemas.microsoft.com/office/drawing/2014/main" id="{90508AE9-865D-844C-B2E1-CAED9E70CF88}"/>
                </a:ext>
              </a:extLst>
            </p:cNvPr>
            <p:cNvGrpSpPr/>
            <p:nvPr/>
          </p:nvGrpSpPr>
          <p:grpSpPr>
            <a:xfrm>
              <a:off x="7487144" y="3389820"/>
              <a:ext cx="350807" cy="305517"/>
              <a:chOff x="7487144" y="3389820"/>
              <a:chExt cx="350807" cy="305517"/>
            </a:xfrm>
          </p:grpSpPr>
          <p:pic>
            <p:nvPicPr>
              <p:cNvPr id="287" name="Picture 1115" descr="antenna_stylized">
                <a:extLst>
                  <a:ext uri="{FF2B5EF4-FFF2-40B4-BE49-F238E27FC236}">
                    <a16:creationId xmlns:a16="http://schemas.microsoft.com/office/drawing/2014/main" id="{AD910864-C9F4-C94B-9B97-60E50CF30ACE}"/>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487144" y="3389820"/>
                <a:ext cx="347997" cy="167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8" name="Picture 1116" descr="laptop_keyboard">
                <a:extLst>
                  <a:ext uri="{FF2B5EF4-FFF2-40B4-BE49-F238E27FC236}">
                    <a16:creationId xmlns:a16="http://schemas.microsoft.com/office/drawing/2014/main" id="{89C482D5-7199-3040-A39E-C983C7E76CD5}"/>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rot="109064" flipH="1">
                <a:off x="7504001" y="3575889"/>
                <a:ext cx="286699" cy="119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9" name="Freeform 1117">
                <a:extLst>
                  <a:ext uri="{FF2B5EF4-FFF2-40B4-BE49-F238E27FC236}">
                    <a16:creationId xmlns:a16="http://schemas.microsoft.com/office/drawing/2014/main" id="{0D17FA05-6DB9-CE4E-8353-3DB3EF64CEF2}"/>
                  </a:ext>
                </a:extLst>
              </p:cNvPr>
              <p:cNvSpPr>
                <a:spLocks/>
              </p:cNvSpPr>
              <p:nvPr/>
            </p:nvSpPr>
            <p:spPr bwMode="auto">
              <a:xfrm>
                <a:off x="7599014" y="3459979"/>
                <a:ext cx="230764" cy="155883"/>
              </a:xfrm>
              <a:custGeom>
                <a:avLst/>
                <a:gdLst>
                  <a:gd name="T0" fmla="*/ 143665061 w 2982"/>
                  <a:gd name="T1" fmla="*/ 0 h 2442"/>
                  <a:gd name="T2" fmla="*/ 0 w 2982"/>
                  <a:gd name="T3" fmla="*/ 66329557 h 2442"/>
                  <a:gd name="T4" fmla="*/ 573719931 w 2982"/>
                  <a:gd name="T5" fmla="*/ 82975142 h 2442"/>
                  <a:gd name="T6" fmla="*/ 717384993 w 2982"/>
                  <a:gd name="T7" fmla="*/ 16645585 h 2442"/>
                  <a:gd name="T8" fmla="*/ 14366506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pic>
            <p:nvPicPr>
              <p:cNvPr id="290" name="Picture 1118" descr="screen">
                <a:extLst>
                  <a:ext uri="{FF2B5EF4-FFF2-40B4-BE49-F238E27FC236}">
                    <a16:creationId xmlns:a16="http://schemas.microsoft.com/office/drawing/2014/main" id="{4A4B2A13-447B-ED4B-A13F-5489BEAC9BE3}"/>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610380" y="3463988"/>
                <a:ext cx="209692" cy="141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1" name="Freeform 1119">
                <a:extLst>
                  <a:ext uri="{FF2B5EF4-FFF2-40B4-BE49-F238E27FC236}">
                    <a16:creationId xmlns:a16="http://schemas.microsoft.com/office/drawing/2014/main" id="{02BC84AC-7149-BD45-BC93-E0DD4ADF91EE}"/>
                  </a:ext>
                </a:extLst>
              </p:cNvPr>
              <p:cNvSpPr>
                <a:spLocks/>
              </p:cNvSpPr>
              <p:nvPr/>
            </p:nvSpPr>
            <p:spPr bwMode="auto">
              <a:xfrm>
                <a:off x="7641029" y="3455381"/>
                <a:ext cx="195517" cy="29007"/>
              </a:xfrm>
              <a:custGeom>
                <a:avLst/>
                <a:gdLst>
                  <a:gd name="T0" fmla="*/ 35620212 w 2528"/>
                  <a:gd name="T1" fmla="*/ 0 h 455"/>
                  <a:gd name="T2" fmla="*/ 608343257 w 2528"/>
                  <a:gd name="T3" fmla="*/ 16582250 h 455"/>
                  <a:gd name="T4" fmla="*/ 572256449 w 2528"/>
                  <a:gd name="T5" fmla="*/ 16582250 h 455"/>
                  <a:gd name="T6" fmla="*/ 0 w 2528"/>
                  <a:gd name="T7" fmla="*/ 16582250 h 455"/>
                  <a:gd name="T8" fmla="*/ 35620212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292" name="Freeform 1120">
                <a:extLst>
                  <a:ext uri="{FF2B5EF4-FFF2-40B4-BE49-F238E27FC236}">
                    <a16:creationId xmlns:a16="http://schemas.microsoft.com/office/drawing/2014/main" id="{43377E2E-A43C-E048-A432-F337E7B5EE63}"/>
                  </a:ext>
                </a:extLst>
              </p:cNvPr>
              <p:cNvSpPr>
                <a:spLocks/>
              </p:cNvSpPr>
              <p:nvPr/>
            </p:nvSpPr>
            <p:spPr bwMode="auto">
              <a:xfrm>
                <a:off x="7596971" y="3455145"/>
                <a:ext cx="54275" cy="120745"/>
              </a:xfrm>
              <a:custGeom>
                <a:avLst/>
                <a:gdLst>
                  <a:gd name="T0" fmla="*/ 142804406 w 702"/>
                  <a:gd name="T1" fmla="*/ 0 h 1893"/>
                  <a:gd name="T2" fmla="*/ 0 w 702"/>
                  <a:gd name="T3" fmla="*/ 66174575 h 1893"/>
                  <a:gd name="T4" fmla="*/ 35584530 w 702"/>
                  <a:gd name="T5" fmla="*/ 66174575 h 1893"/>
                  <a:gd name="T6" fmla="*/ 178855222 w 702"/>
                  <a:gd name="T7" fmla="*/ 16607700 h 1893"/>
                  <a:gd name="T8" fmla="*/ 142804406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293" name="Freeform 1121">
                <a:extLst>
                  <a:ext uri="{FF2B5EF4-FFF2-40B4-BE49-F238E27FC236}">
                    <a16:creationId xmlns:a16="http://schemas.microsoft.com/office/drawing/2014/main" id="{268349DA-55F4-ED45-92D9-0389907B3CA7}"/>
                  </a:ext>
                </a:extLst>
              </p:cNvPr>
              <p:cNvSpPr>
                <a:spLocks/>
              </p:cNvSpPr>
              <p:nvPr/>
            </p:nvSpPr>
            <p:spPr bwMode="auto">
              <a:xfrm>
                <a:off x="7776652" y="3476723"/>
                <a:ext cx="58489" cy="139375"/>
              </a:xfrm>
              <a:custGeom>
                <a:avLst/>
                <a:gdLst>
                  <a:gd name="T0" fmla="*/ 179213623 w 756"/>
                  <a:gd name="T1" fmla="*/ 0 h 2184"/>
                  <a:gd name="T2" fmla="*/ 35656008 w 756"/>
                  <a:gd name="T3" fmla="*/ 82904513 h 2184"/>
                  <a:gd name="T4" fmla="*/ 0 w 756"/>
                  <a:gd name="T5" fmla="*/ 82904513 h 2184"/>
                  <a:gd name="T6" fmla="*/ 143090785 w 756"/>
                  <a:gd name="T7" fmla="*/ 16632211 h 2184"/>
                  <a:gd name="T8" fmla="*/ 179213623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294" name="Freeform 1122">
                <a:extLst>
                  <a:ext uri="{FF2B5EF4-FFF2-40B4-BE49-F238E27FC236}">
                    <a16:creationId xmlns:a16="http://schemas.microsoft.com/office/drawing/2014/main" id="{EB4B31C8-34A6-6D47-B6E1-260958CFBD6F}"/>
                  </a:ext>
                </a:extLst>
              </p:cNvPr>
              <p:cNvSpPr>
                <a:spLocks/>
              </p:cNvSpPr>
              <p:nvPr/>
            </p:nvSpPr>
            <p:spPr bwMode="auto">
              <a:xfrm>
                <a:off x="7596332" y="3569758"/>
                <a:ext cx="214545" cy="47048"/>
              </a:xfrm>
              <a:custGeom>
                <a:avLst/>
                <a:gdLst>
                  <a:gd name="T0" fmla="*/ 35658648 w 2773"/>
                  <a:gd name="T1" fmla="*/ 0 h 738"/>
                  <a:gd name="T2" fmla="*/ 0 w 2773"/>
                  <a:gd name="T3" fmla="*/ 16581742 h 738"/>
                  <a:gd name="T4" fmla="*/ 573357470 w 2773"/>
                  <a:gd name="T5" fmla="*/ 33163485 h 738"/>
                  <a:gd name="T6" fmla="*/ 573357470 w 2773"/>
                  <a:gd name="T7" fmla="*/ 16581742 h 738"/>
                  <a:gd name="T8" fmla="*/ 35658648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295" name="Freeform 1123">
                <a:extLst>
                  <a:ext uri="{FF2B5EF4-FFF2-40B4-BE49-F238E27FC236}">
                    <a16:creationId xmlns:a16="http://schemas.microsoft.com/office/drawing/2014/main" id="{91DE791A-C87B-7849-8B6A-CB3B398F112D}"/>
                  </a:ext>
                </a:extLst>
              </p:cNvPr>
              <p:cNvSpPr>
                <a:spLocks/>
              </p:cNvSpPr>
              <p:nvPr/>
            </p:nvSpPr>
            <p:spPr bwMode="auto">
              <a:xfrm>
                <a:off x="7783165" y="3477902"/>
                <a:ext cx="54786" cy="139965"/>
              </a:xfrm>
              <a:custGeom>
                <a:avLst/>
                <a:gdLst>
                  <a:gd name="T0" fmla="*/ 656550006 w 637"/>
                  <a:gd name="T1" fmla="*/ 0 h 1659"/>
                  <a:gd name="T2" fmla="*/ 656550006 w 637"/>
                  <a:gd name="T3" fmla="*/ 0 h 1659"/>
                  <a:gd name="T4" fmla="*/ 54716163 w 637"/>
                  <a:gd name="T5" fmla="*/ 2147483646 h 1659"/>
                  <a:gd name="T6" fmla="*/ 0 w 637"/>
                  <a:gd name="T7" fmla="*/ 2147483646 h 1659"/>
                  <a:gd name="T8" fmla="*/ 65655000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296" name="Freeform 1124">
                <a:extLst>
                  <a:ext uri="{FF2B5EF4-FFF2-40B4-BE49-F238E27FC236}">
                    <a16:creationId xmlns:a16="http://schemas.microsoft.com/office/drawing/2014/main" id="{A02AA6E2-5FD6-D14F-9923-83771333B1DB}"/>
                  </a:ext>
                </a:extLst>
              </p:cNvPr>
              <p:cNvSpPr>
                <a:spLocks/>
              </p:cNvSpPr>
              <p:nvPr/>
            </p:nvSpPr>
            <p:spPr bwMode="auto">
              <a:xfrm>
                <a:off x="7596588" y="3576007"/>
                <a:ext cx="190792" cy="46458"/>
              </a:xfrm>
              <a:custGeom>
                <a:avLst/>
                <a:gdLst>
                  <a:gd name="T0" fmla="*/ 0 w 2216"/>
                  <a:gd name="T1" fmla="*/ 0 h 550"/>
                  <a:gd name="T2" fmla="*/ 54884212 w 2216"/>
                  <a:gd name="T3" fmla="*/ 101852492 h 550"/>
                  <a:gd name="T4" fmla="*/ 2147483646 w 2216"/>
                  <a:gd name="T5" fmla="*/ 1017940055 h 550"/>
                  <a:gd name="T6" fmla="*/ 2147483646 w 2216"/>
                  <a:gd name="T7" fmla="*/ 865464562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grpSp>
            <p:nvGrpSpPr>
              <p:cNvPr id="297" name="Group 1125">
                <a:extLst>
                  <a:ext uri="{FF2B5EF4-FFF2-40B4-BE49-F238E27FC236}">
                    <a16:creationId xmlns:a16="http://schemas.microsoft.com/office/drawing/2014/main" id="{7117A071-F66A-A547-B2A3-FDEC23474639}"/>
                  </a:ext>
                </a:extLst>
              </p:cNvPr>
              <p:cNvGrpSpPr>
                <a:grpSpLocks/>
              </p:cNvGrpSpPr>
              <p:nvPr/>
            </p:nvGrpSpPr>
            <p:grpSpPr bwMode="auto">
              <a:xfrm>
                <a:off x="7593395" y="3625649"/>
                <a:ext cx="64747" cy="27592"/>
                <a:chOff x="1740" y="2642"/>
                <a:chExt cx="752" cy="327"/>
              </a:xfrm>
            </p:grpSpPr>
            <p:sp>
              <p:nvSpPr>
                <p:cNvPr id="304" name="Freeform 1126">
                  <a:extLst>
                    <a:ext uri="{FF2B5EF4-FFF2-40B4-BE49-F238E27FC236}">
                      <a16:creationId xmlns:a16="http://schemas.microsoft.com/office/drawing/2014/main" id="{C6A05ABF-09D5-204F-A863-798CDA488ABE}"/>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305" name="Freeform 1127">
                  <a:extLst>
                    <a:ext uri="{FF2B5EF4-FFF2-40B4-BE49-F238E27FC236}">
                      <a16:creationId xmlns:a16="http://schemas.microsoft.com/office/drawing/2014/main" id="{5CAC6B94-A95D-C842-8436-C6DF872191F5}"/>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306" name="Freeform 1128">
                  <a:extLst>
                    <a:ext uri="{FF2B5EF4-FFF2-40B4-BE49-F238E27FC236}">
                      <a16:creationId xmlns:a16="http://schemas.microsoft.com/office/drawing/2014/main" id="{A944E62C-7CE5-5840-927D-ABB2F8B5C22E}"/>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307" name="Freeform 1129">
                  <a:extLst>
                    <a:ext uri="{FF2B5EF4-FFF2-40B4-BE49-F238E27FC236}">
                      <a16:creationId xmlns:a16="http://schemas.microsoft.com/office/drawing/2014/main" id="{5E333F33-6B42-F449-BD09-5F8DBBA551CF}"/>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308" name="Freeform 1130">
                  <a:extLst>
                    <a:ext uri="{FF2B5EF4-FFF2-40B4-BE49-F238E27FC236}">
                      <a16:creationId xmlns:a16="http://schemas.microsoft.com/office/drawing/2014/main" id="{A3DB0786-C2BD-4E43-9012-01938AED5F19}"/>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309" name="Freeform 1131">
                  <a:extLst>
                    <a:ext uri="{FF2B5EF4-FFF2-40B4-BE49-F238E27FC236}">
                      <a16:creationId xmlns:a16="http://schemas.microsoft.com/office/drawing/2014/main" id="{36DD7204-13F9-8C4B-ADCB-9CEF387EE715}"/>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grpSp>
          <p:sp>
            <p:nvSpPr>
              <p:cNvPr id="298" name="Freeform 1132">
                <a:extLst>
                  <a:ext uri="{FF2B5EF4-FFF2-40B4-BE49-F238E27FC236}">
                    <a16:creationId xmlns:a16="http://schemas.microsoft.com/office/drawing/2014/main" id="{8DD637FC-2617-F14C-8226-2FC83A2DC1C3}"/>
                  </a:ext>
                </a:extLst>
              </p:cNvPr>
              <p:cNvSpPr>
                <a:spLocks/>
              </p:cNvSpPr>
              <p:nvPr/>
            </p:nvSpPr>
            <p:spPr bwMode="auto">
              <a:xfrm>
                <a:off x="7704243" y="3629776"/>
                <a:ext cx="78411" cy="60608"/>
              </a:xfrm>
              <a:custGeom>
                <a:avLst/>
                <a:gdLst>
                  <a:gd name="T0" fmla="*/ 39250883 w 990"/>
                  <a:gd name="T1" fmla="*/ 342828616 h 792"/>
                  <a:gd name="T2" fmla="*/ 354255671 w 990"/>
                  <a:gd name="T3" fmla="*/ 0 h 792"/>
                  <a:gd name="T4" fmla="*/ 354255671 w 990"/>
                  <a:gd name="T5" fmla="*/ 34504242 h 792"/>
                  <a:gd name="T6" fmla="*/ 0 w 990"/>
                  <a:gd name="T7" fmla="*/ 342828616 h 792"/>
                  <a:gd name="T8" fmla="*/ 39250883 w 990"/>
                  <a:gd name="T9" fmla="*/ 342828616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299" name="Freeform 1133">
                <a:extLst>
                  <a:ext uri="{FF2B5EF4-FFF2-40B4-BE49-F238E27FC236}">
                    <a16:creationId xmlns:a16="http://schemas.microsoft.com/office/drawing/2014/main" id="{DD3D6FA8-3859-DC44-8888-8CB70CFB17F5}"/>
                  </a:ext>
                </a:extLst>
              </p:cNvPr>
              <p:cNvSpPr>
                <a:spLocks/>
              </p:cNvSpPr>
              <p:nvPr/>
            </p:nvSpPr>
            <p:spPr bwMode="auto">
              <a:xfrm>
                <a:off x="7504129" y="3634611"/>
                <a:ext cx="200625" cy="55302"/>
              </a:xfrm>
              <a:custGeom>
                <a:avLst/>
                <a:gdLst>
                  <a:gd name="T0" fmla="*/ 39302216 w 2532"/>
                  <a:gd name="T1" fmla="*/ 0 h 723"/>
                  <a:gd name="T2" fmla="*/ 39302216 w 2532"/>
                  <a:gd name="T3" fmla="*/ 0 h 723"/>
                  <a:gd name="T4" fmla="*/ 867084690 w 2532"/>
                  <a:gd name="T5" fmla="*/ 307891170 h 723"/>
                  <a:gd name="T6" fmla="*/ 867084690 w 2532"/>
                  <a:gd name="T7" fmla="*/ 342351506 h 723"/>
                  <a:gd name="T8" fmla="*/ 0 w 2532"/>
                  <a:gd name="T9" fmla="*/ 34009889 h 723"/>
                  <a:gd name="T10" fmla="*/ 39302216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300" name="Freeform 1134">
                <a:extLst>
                  <a:ext uri="{FF2B5EF4-FFF2-40B4-BE49-F238E27FC236}">
                    <a16:creationId xmlns:a16="http://schemas.microsoft.com/office/drawing/2014/main" id="{C236FB39-37F7-B848-9AD5-F22CFFE062B2}"/>
                  </a:ext>
                </a:extLst>
              </p:cNvPr>
              <p:cNvSpPr>
                <a:spLocks/>
              </p:cNvSpPr>
              <p:nvPr/>
            </p:nvSpPr>
            <p:spPr bwMode="auto">
              <a:xfrm>
                <a:off x="7504257" y="3624470"/>
                <a:ext cx="2171" cy="11202"/>
              </a:xfrm>
              <a:custGeom>
                <a:avLst/>
                <a:gdLst>
                  <a:gd name="T0" fmla="*/ 48903362 w 26"/>
                  <a:gd name="T1" fmla="*/ 33634500 h 147"/>
                  <a:gd name="T2" fmla="*/ 48903362 w 26"/>
                  <a:gd name="T3" fmla="*/ 67263209 h 147"/>
                  <a:gd name="T4" fmla="*/ 0 w 26"/>
                  <a:gd name="T5" fmla="*/ 67263209 h 147"/>
                  <a:gd name="T6" fmla="*/ 48903362 w 26"/>
                  <a:gd name="T7" fmla="*/ 0 h 147"/>
                  <a:gd name="T8" fmla="*/ 48903362 w 26"/>
                  <a:gd name="T9" fmla="*/ 33634500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301" name="Freeform 1135">
                <a:extLst>
                  <a:ext uri="{FF2B5EF4-FFF2-40B4-BE49-F238E27FC236}">
                    <a16:creationId xmlns:a16="http://schemas.microsoft.com/office/drawing/2014/main" id="{0FC27225-99A5-B741-A309-ECBEFBCA7E27}"/>
                  </a:ext>
                </a:extLst>
              </p:cNvPr>
              <p:cNvSpPr>
                <a:spLocks/>
              </p:cNvSpPr>
              <p:nvPr/>
            </p:nvSpPr>
            <p:spPr bwMode="auto">
              <a:xfrm>
                <a:off x="7504384" y="3578837"/>
                <a:ext cx="93225" cy="46340"/>
              </a:xfrm>
              <a:custGeom>
                <a:avLst/>
                <a:gdLst>
                  <a:gd name="T0" fmla="*/ 395043791 w 1176"/>
                  <a:gd name="T1" fmla="*/ 0 h 606"/>
                  <a:gd name="T2" fmla="*/ 0 w 1176"/>
                  <a:gd name="T3" fmla="*/ 273654982 h 606"/>
                  <a:gd name="T4" fmla="*/ 39357994 w 1176"/>
                  <a:gd name="T5" fmla="*/ 273654982 h 606"/>
                  <a:gd name="T6" fmla="*/ 395043791 w 1176"/>
                  <a:gd name="T7" fmla="*/ 33985420 h 606"/>
                  <a:gd name="T8" fmla="*/ 39504379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302" name="Freeform 1136">
                <a:extLst>
                  <a:ext uri="{FF2B5EF4-FFF2-40B4-BE49-F238E27FC236}">
                    <a16:creationId xmlns:a16="http://schemas.microsoft.com/office/drawing/2014/main" id="{E2FC0D41-6288-E741-A785-A83E6CED2AEA}"/>
                  </a:ext>
                </a:extLst>
              </p:cNvPr>
              <p:cNvSpPr>
                <a:spLocks/>
              </p:cNvSpPr>
              <p:nvPr/>
            </p:nvSpPr>
            <p:spPr bwMode="auto">
              <a:xfrm>
                <a:off x="7510642" y="3626829"/>
                <a:ext cx="190281" cy="53180"/>
              </a:xfrm>
              <a:custGeom>
                <a:avLst/>
                <a:gdLst>
                  <a:gd name="T0" fmla="*/ 31829833 w 2532"/>
                  <a:gd name="T1" fmla="*/ 0 h 723"/>
                  <a:gd name="T2" fmla="*/ 31829833 w 2532"/>
                  <a:gd name="T3" fmla="*/ 0 h 723"/>
                  <a:gd name="T4" fmla="*/ 382827787 w 2532"/>
                  <a:gd name="T5" fmla="*/ 175498781 h 723"/>
                  <a:gd name="T6" fmla="*/ 382827787 w 2532"/>
                  <a:gd name="T7" fmla="*/ 175498781 h 723"/>
                  <a:gd name="T8" fmla="*/ 0 w 2532"/>
                  <a:gd name="T9" fmla="*/ 29448186 h 723"/>
                  <a:gd name="T10" fmla="*/ 31829833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303" name="Freeform 1137">
                <a:extLst>
                  <a:ext uri="{FF2B5EF4-FFF2-40B4-BE49-F238E27FC236}">
                    <a16:creationId xmlns:a16="http://schemas.microsoft.com/office/drawing/2014/main" id="{CA6DB5BC-B521-B849-B156-91FAF531CEC8}"/>
                  </a:ext>
                </a:extLst>
              </p:cNvPr>
              <p:cNvSpPr>
                <a:spLocks/>
              </p:cNvSpPr>
              <p:nvPr/>
            </p:nvSpPr>
            <p:spPr bwMode="auto">
              <a:xfrm flipV="1">
                <a:off x="7700668" y="3623055"/>
                <a:ext cx="77645" cy="55066"/>
              </a:xfrm>
              <a:custGeom>
                <a:avLst/>
                <a:gdLst>
                  <a:gd name="T0" fmla="*/ 0 w 2532"/>
                  <a:gd name="T1" fmla="*/ 0 h 723"/>
                  <a:gd name="T2" fmla="*/ 0 w 2532"/>
                  <a:gd name="T3" fmla="*/ 0 h 723"/>
                  <a:gd name="T4" fmla="*/ 0 w 2532"/>
                  <a:gd name="T5" fmla="*/ 302641137 h 723"/>
                  <a:gd name="T6" fmla="*/ 0 w 2532"/>
                  <a:gd name="T7" fmla="*/ 302641137 h 723"/>
                  <a:gd name="T8" fmla="*/ 0 w 2532"/>
                  <a:gd name="T9" fmla="*/ 33575256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grpSp>
        <p:grpSp>
          <p:nvGrpSpPr>
            <p:cNvPr id="281" name="Group 1139">
              <a:extLst>
                <a:ext uri="{FF2B5EF4-FFF2-40B4-BE49-F238E27FC236}">
                  <a16:creationId xmlns:a16="http://schemas.microsoft.com/office/drawing/2014/main" id="{88F41A8A-CF3F-494E-9A2F-B26D7CA16434}"/>
                </a:ext>
              </a:extLst>
            </p:cNvPr>
            <p:cNvGrpSpPr>
              <a:grpSpLocks/>
            </p:cNvGrpSpPr>
            <p:nvPr/>
          </p:nvGrpSpPr>
          <p:grpSpPr bwMode="auto">
            <a:xfrm flipH="1">
              <a:off x="7985622" y="3537823"/>
              <a:ext cx="359261" cy="342045"/>
              <a:chOff x="2839" y="3501"/>
              <a:chExt cx="755" cy="803"/>
            </a:xfrm>
          </p:grpSpPr>
          <p:pic>
            <p:nvPicPr>
              <p:cNvPr id="285" name="Picture 1140" descr="desktop_computer_stylized_medium">
                <a:extLst>
                  <a:ext uri="{FF2B5EF4-FFF2-40B4-BE49-F238E27FC236}">
                    <a16:creationId xmlns:a16="http://schemas.microsoft.com/office/drawing/2014/main" id="{DF6CF23B-627F-354F-9A8F-4AC37674F07C}"/>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 name="Freeform 1141">
                <a:extLst>
                  <a:ext uri="{FF2B5EF4-FFF2-40B4-BE49-F238E27FC236}">
                    <a16:creationId xmlns:a16="http://schemas.microsoft.com/office/drawing/2014/main" id="{5B53917A-96FB-2B49-82B9-6BB3BB16C4AF}"/>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grpSp>
        <p:grpSp>
          <p:nvGrpSpPr>
            <p:cNvPr id="282" name="Group 281">
              <a:extLst>
                <a:ext uri="{FF2B5EF4-FFF2-40B4-BE49-F238E27FC236}">
                  <a16:creationId xmlns:a16="http://schemas.microsoft.com/office/drawing/2014/main" id="{685FF657-B3CE-E945-BB86-D18EC9B7226A}"/>
                </a:ext>
              </a:extLst>
            </p:cNvPr>
            <p:cNvGrpSpPr/>
            <p:nvPr/>
          </p:nvGrpSpPr>
          <p:grpSpPr>
            <a:xfrm>
              <a:off x="7797061" y="3296104"/>
              <a:ext cx="347997" cy="396620"/>
              <a:chOff x="7797061" y="3296104"/>
              <a:chExt cx="347997" cy="396620"/>
            </a:xfrm>
          </p:grpSpPr>
          <p:pic>
            <p:nvPicPr>
              <p:cNvPr id="283" name="Picture 571" descr="fridge2.png">
                <a:extLst>
                  <a:ext uri="{FF2B5EF4-FFF2-40B4-BE49-F238E27FC236}">
                    <a16:creationId xmlns:a16="http://schemas.microsoft.com/office/drawing/2014/main" id="{52D49911-07F8-3343-8A41-1B2AC79DBF22}"/>
                  </a:ext>
                </a:extLst>
              </p:cNvPr>
              <p:cNvPicPr>
                <a:picLocks noChangeAspect="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7896825" y="3355697"/>
                <a:ext cx="189578" cy="337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4" name="Picture 1115" descr="antenna_stylized">
                <a:extLst>
                  <a:ext uri="{FF2B5EF4-FFF2-40B4-BE49-F238E27FC236}">
                    <a16:creationId xmlns:a16="http://schemas.microsoft.com/office/drawing/2014/main" id="{E5CB4C1D-6CCE-AD42-A805-75067034C0AF}"/>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797061" y="3296104"/>
                <a:ext cx="347997" cy="167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nvGrpSpPr>
          <p:cNvPr id="310" name="Group 309">
            <a:extLst>
              <a:ext uri="{FF2B5EF4-FFF2-40B4-BE49-F238E27FC236}">
                <a16:creationId xmlns:a16="http://schemas.microsoft.com/office/drawing/2014/main" id="{09017FE0-34A3-FC43-92EF-C44FBDE65EF6}"/>
              </a:ext>
            </a:extLst>
          </p:cNvPr>
          <p:cNvGrpSpPr/>
          <p:nvPr/>
        </p:nvGrpSpPr>
        <p:grpSpPr>
          <a:xfrm>
            <a:off x="11064947" y="3428485"/>
            <a:ext cx="518448" cy="1212242"/>
            <a:chOff x="11058573" y="3399165"/>
            <a:chExt cx="518448" cy="1212242"/>
          </a:xfrm>
        </p:grpSpPr>
        <p:grpSp>
          <p:nvGrpSpPr>
            <p:cNvPr id="311" name="Group 310">
              <a:extLst>
                <a:ext uri="{FF2B5EF4-FFF2-40B4-BE49-F238E27FC236}">
                  <a16:creationId xmlns:a16="http://schemas.microsoft.com/office/drawing/2014/main" id="{1D2297AB-8C1D-774F-89FF-8EBF734EB162}"/>
                </a:ext>
              </a:extLst>
            </p:cNvPr>
            <p:cNvGrpSpPr/>
            <p:nvPr/>
          </p:nvGrpSpPr>
          <p:grpSpPr>
            <a:xfrm>
              <a:off x="11087182" y="4159591"/>
              <a:ext cx="489839" cy="451816"/>
              <a:chOff x="5103720" y="2693365"/>
              <a:chExt cx="611650" cy="414788"/>
            </a:xfrm>
          </p:grpSpPr>
          <p:cxnSp>
            <p:nvCxnSpPr>
              <p:cNvPr id="318" name="Straight Connector 317">
                <a:extLst>
                  <a:ext uri="{FF2B5EF4-FFF2-40B4-BE49-F238E27FC236}">
                    <a16:creationId xmlns:a16="http://schemas.microsoft.com/office/drawing/2014/main" id="{8983DA81-C479-F849-AB06-EDCD924EF8B3}"/>
                  </a:ext>
                </a:extLst>
              </p:cNvPr>
              <p:cNvCxnSpPr/>
              <p:nvPr/>
            </p:nvCxnSpPr>
            <p:spPr>
              <a:xfrm>
                <a:off x="5103720" y="2914214"/>
                <a:ext cx="232559"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319" name="Group 318">
                <a:extLst>
                  <a:ext uri="{FF2B5EF4-FFF2-40B4-BE49-F238E27FC236}">
                    <a16:creationId xmlns:a16="http://schemas.microsoft.com/office/drawing/2014/main" id="{B934C059-B2C0-5D4F-95BD-4B77D403B522}"/>
                  </a:ext>
                </a:extLst>
              </p:cNvPr>
              <p:cNvGrpSpPr/>
              <p:nvPr/>
            </p:nvGrpSpPr>
            <p:grpSpPr>
              <a:xfrm>
                <a:off x="5275406" y="2693365"/>
                <a:ext cx="439964" cy="414788"/>
                <a:chOff x="5275406" y="2711455"/>
                <a:chExt cx="452949" cy="405518"/>
              </a:xfrm>
            </p:grpSpPr>
            <p:pic>
              <p:nvPicPr>
                <p:cNvPr id="320" name="Picture 319" descr="server_rack.png">
                  <a:extLst>
                    <a:ext uri="{FF2B5EF4-FFF2-40B4-BE49-F238E27FC236}">
                      <a16:creationId xmlns:a16="http://schemas.microsoft.com/office/drawing/2014/main" id="{764A46D5-D344-3246-B4CA-E1BF2CFDEEF5}"/>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537367" y="2770786"/>
                  <a:ext cx="190988" cy="313366"/>
                </a:xfrm>
                <a:prstGeom prst="rect">
                  <a:avLst/>
                </a:prstGeom>
              </p:spPr>
            </p:pic>
            <p:pic>
              <p:nvPicPr>
                <p:cNvPr id="321" name="Picture 320" descr="server_rack.png">
                  <a:extLst>
                    <a:ext uri="{FF2B5EF4-FFF2-40B4-BE49-F238E27FC236}">
                      <a16:creationId xmlns:a16="http://schemas.microsoft.com/office/drawing/2014/main" id="{90C1BE08-C428-E74E-B929-C6D1271BFE16}"/>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275406" y="2764002"/>
                  <a:ext cx="190988" cy="313366"/>
                </a:xfrm>
                <a:prstGeom prst="rect">
                  <a:avLst/>
                </a:prstGeom>
              </p:spPr>
            </p:pic>
            <p:pic>
              <p:nvPicPr>
                <p:cNvPr id="322" name="Picture 321" descr="server_rack.png">
                  <a:extLst>
                    <a:ext uri="{FF2B5EF4-FFF2-40B4-BE49-F238E27FC236}">
                      <a16:creationId xmlns:a16="http://schemas.microsoft.com/office/drawing/2014/main" id="{35FFED4D-9863-0F4E-8222-435564693420}"/>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385676" y="2711455"/>
                  <a:ext cx="247152" cy="405518"/>
                </a:xfrm>
                <a:prstGeom prst="rect">
                  <a:avLst/>
                </a:prstGeom>
              </p:spPr>
            </p:pic>
          </p:grpSp>
        </p:grpSp>
        <p:grpSp>
          <p:nvGrpSpPr>
            <p:cNvPr id="312" name="Group 311">
              <a:extLst>
                <a:ext uri="{FF2B5EF4-FFF2-40B4-BE49-F238E27FC236}">
                  <a16:creationId xmlns:a16="http://schemas.microsoft.com/office/drawing/2014/main" id="{57017C35-5A73-C341-95B3-2D62C8998FD7}"/>
                </a:ext>
              </a:extLst>
            </p:cNvPr>
            <p:cNvGrpSpPr/>
            <p:nvPr/>
          </p:nvGrpSpPr>
          <p:grpSpPr>
            <a:xfrm>
              <a:off x="11058573" y="3399165"/>
              <a:ext cx="423724" cy="405973"/>
              <a:chOff x="5103720" y="2693365"/>
              <a:chExt cx="611650" cy="414788"/>
            </a:xfrm>
          </p:grpSpPr>
          <p:cxnSp>
            <p:nvCxnSpPr>
              <p:cNvPr id="313" name="Straight Connector 312">
                <a:extLst>
                  <a:ext uri="{FF2B5EF4-FFF2-40B4-BE49-F238E27FC236}">
                    <a16:creationId xmlns:a16="http://schemas.microsoft.com/office/drawing/2014/main" id="{0B18831A-9F50-FF4A-B278-F70615A9BC25}"/>
                  </a:ext>
                </a:extLst>
              </p:cNvPr>
              <p:cNvCxnSpPr/>
              <p:nvPr/>
            </p:nvCxnSpPr>
            <p:spPr>
              <a:xfrm>
                <a:off x="5103720" y="2914214"/>
                <a:ext cx="232559"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314" name="Group 313">
                <a:extLst>
                  <a:ext uri="{FF2B5EF4-FFF2-40B4-BE49-F238E27FC236}">
                    <a16:creationId xmlns:a16="http://schemas.microsoft.com/office/drawing/2014/main" id="{DFC7A0EC-A9C9-974E-928E-28DD6455D09A}"/>
                  </a:ext>
                </a:extLst>
              </p:cNvPr>
              <p:cNvGrpSpPr/>
              <p:nvPr/>
            </p:nvGrpSpPr>
            <p:grpSpPr>
              <a:xfrm>
                <a:off x="5275406" y="2693365"/>
                <a:ext cx="439964" cy="414788"/>
                <a:chOff x="5275406" y="2711455"/>
                <a:chExt cx="452949" cy="405518"/>
              </a:xfrm>
            </p:grpSpPr>
            <p:pic>
              <p:nvPicPr>
                <p:cNvPr id="315" name="Picture 314" descr="server_rack.png">
                  <a:extLst>
                    <a:ext uri="{FF2B5EF4-FFF2-40B4-BE49-F238E27FC236}">
                      <a16:creationId xmlns:a16="http://schemas.microsoft.com/office/drawing/2014/main" id="{E480D9A5-8FB7-3647-AB54-42D9700E6451}"/>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537367" y="2770786"/>
                  <a:ext cx="190988" cy="313366"/>
                </a:xfrm>
                <a:prstGeom prst="rect">
                  <a:avLst/>
                </a:prstGeom>
              </p:spPr>
            </p:pic>
            <p:pic>
              <p:nvPicPr>
                <p:cNvPr id="316" name="Picture 315" descr="server_rack.png">
                  <a:extLst>
                    <a:ext uri="{FF2B5EF4-FFF2-40B4-BE49-F238E27FC236}">
                      <a16:creationId xmlns:a16="http://schemas.microsoft.com/office/drawing/2014/main" id="{C17EE074-02D0-4143-8ED9-E4D2205689F5}"/>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275406" y="2764002"/>
                  <a:ext cx="190988" cy="313366"/>
                </a:xfrm>
                <a:prstGeom prst="rect">
                  <a:avLst/>
                </a:prstGeom>
              </p:spPr>
            </p:pic>
            <p:pic>
              <p:nvPicPr>
                <p:cNvPr id="317" name="Picture 316" descr="server_rack.png">
                  <a:extLst>
                    <a:ext uri="{FF2B5EF4-FFF2-40B4-BE49-F238E27FC236}">
                      <a16:creationId xmlns:a16="http://schemas.microsoft.com/office/drawing/2014/main" id="{589F8E4F-69B9-FA46-8D10-90FC7573C77E}"/>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385676" y="2711455"/>
                  <a:ext cx="247152" cy="405518"/>
                </a:xfrm>
                <a:prstGeom prst="rect">
                  <a:avLst/>
                </a:prstGeom>
              </p:spPr>
            </p:pic>
          </p:grpSp>
        </p:grpSp>
      </p:grpSp>
      <p:grpSp>
        <p:nvGrpSpPr>
          <p:cNvPr id="356" name="Group 590">
            <a:extLst>
              <a:ext uri="{FF2B5EF4-FFF2-40B4-BE49-F238E27FC236}">
                <a16:creationId xmlns:a16="http://schemas.microsoft.com/office/drawing/2014/main" id="{002C44D5-1F60-7447-A1D2-6EE5F802021D}"/>
              </a:ext>
            </a:extLst>
          </p:cNvPr>
          <p:cNvGrpSpPr>
            <a:grpSpLocks/>
          </p:cNvGrpSpPr>
          <p:nvPr/>
        </p:nvGrpSpPr>
        <p:grpSpPr bwMode="auto">
          <a:xfrm flipH="1">
            <a:off x="7980855" y="4900161"/>
            <a:ext cx="345630" cy="320302"/>
            <a:chOff x="2839" y="3501"/>
            <a:chExt cx="755" cy="803"/>
          </a:xfrm>
        </p:grpSpPr>
        <p:pic>
          <p:nvPicPr>
            <p:cNvPr id="357" name="Picture 591" descr="desktop_computer_stylized_medium">
              <a:extLst>
                <a:ext uri="{FF2B5EF4-FFF2-40B4-BE49-F238E27FC236}">
                  <a16:creationId xmlns:a16="http://schemas.microsoft.com/office/drawing/2014/main" id="{7F433925-7699-B34E-88C0-C818C4963B38}"/>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 name="Freeform 592">
              <a:extLst>
                <a:ext uri="{FF2B5EF4-FFF2-40B4-BE49-F238E27FC236}">
                  <a16:creationId xmlns:a16="http://schemas.microsoft.com/office/drawing/2014/main" id="{0D0F51BD-6356-DE48-89F6-A645151C0C31}"/>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grpSp>
      <p:grpSp>
        <p:nvGrpSpPr>
          <p:cNvPr id="359" name="Group 1064">
            <a:extLst>
              <a:ext uri="{FF2B5EF4-FFF2-40B4-BE49-F238E27FC236}">
                <a16:creationId xmlns:a16="http://schemas.microsoft.com/office/drawing/2014/main" id="{CF2DB679-9CD3-5148-94F7-225CE8489122}"/>
              </a:ext>
            </a:extLst>
          </p:cNvPr>
          <p:cNvGrpSpPr>
            <a:grpSpLocks/>
          </p:cNvGrpSpPr>
          <p:nvPr/>
        </p:nvGrpSpPr>
        <p:grpSpPr bwMode="auto">
          <a:xfrm>
            <a:off x="9201681" y="5852809"/>
            <a:ext cx="310186" cy="307808"/>
            <a:chOff x="877" y="1008"/>
            <a:chExt cx="2747" cy="2591"/>
          </a:xfrm>
        </p:grpSpPr>
        <p:pic>
          <p:nvPicPr>
            <p:cNvPr id="360" name="Picture 1065" descr="antenna_stylized">
              <a:extLst>
                <a:ext uri="{FF2B5EF4-FFF2-40B4-BE49-F238E27FC236}">
                  <a16:creationId xmlns:a16="http://schemas.microsoft.com/office/drawing/2014/main" id="{9C0613C0-FBB7-284C-AA40-5548C7D21D6A}"/>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1" name="Picture 1066" descr="laptop_keyboard">
              <a:extLst>
                <a:ext uri="{FF2B5EF4-FFF2-40B4-BE49-F238E27FC236}">
                  <a16:creationId xmlns:a16="http://schemas.microsoft.com/office/drawing/2014/main" id="{4AC7E45E-9572-044A-9C56-FC7ECFA5552F}"/>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2" name="Freeform 1067">
              <a:extLst>
                <a:ext uri="{FF2B5EF4-FFF2-40B4-BE49-F238E27FC236}">
                  <a16:creationId xmlns:a16="http://schemas.microsoft.com/office/drawing/2014/main" id="{F03C1D3B-84C4-D14D-85A1-78A65057D89D}"/>
                </a:ext>
              </a:extLst>
            </p:cNvPr>
            <p:cNvSpPr>
              <a:spLocks/>
            </p:cNvSpPr>
            <p:nvPr/>
          </p:nvSpPr>
          <p:spPr bwMode="auto">
            <a:xfrm>
              <a:off x="1753" y="1603"/>
              <a:ext cx="1807" cy="1322"/>
            </a:xfrm>
            <a:custGeom>
              <a:avLst/>
              <a:gdLst>
                <a:gd name="T0" fmla="*/ 1 w 2982"/>
                <a:gd name="T1" fmla="*/ 0 h 2442"/>
                <a:gd name="T2" fmla="*/ 0 w 2982"/>
                <a:gd name="T3" fmla="*/ 1 h 2442"/>
                <a:gd name="T4" fmla="*/ 2 w 2982"/>
                <a:gd name="T5" fmla="*/ 1 h 2442"/>
                <a:gd name="T6" fmla="*/ 2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pic>
          <p:nvPicPr>
            <p:cNvPr id="363" name="Picture 1068" descr="screen">
              <a:extLst>
                <a:ext uri="{FF2B5EF4-FFF2-40B4-BE49-F238E27FC236}">
                  <a16:creationId xmlns:a16="http://schemas.microsoft.com/office/drawing/2014/main" id="{F1045CBD-A537-1447-9CC0-AA3BBA3EFD19}"/>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4" name="Freeform 1069">
              <a:extLst>
                <a:ext uri="{FF2B5EF4-FFF2-40B4-BE49-F238E27FC236}">
                  <a16:creationId xmlns:a16="http://schemas.microsoft.com/office/drawing/2014/main" id="{76BB7C6D-EEEF-2649-B828-0A9E5351AEAE}"/>
                </a:ext>
              </a:extLst>
            </p:cNvPr>
            <p:cNvSpPr>
              <a:spLocks/>
            </p:cNvSpPr>
            <p:nvPr/>
          </p:nvSpPr>
          <p:spPr bwMode="auto">
            <a:xfrm>
              <a:off x="2082" y="1564"/>
              <a:ext cx="1531" cy="246"/>
            </a:xfrm>
            <a:custGeom>
              <a:avLst/>
              <a:gdLst>
                <a:gd name="T0" fmla="*/ 1 w 2528"/>
                <a:gd name="T1" fmla="*/ 0 h 455"/>
                <a:gd name="T2" fmla="*/ 2 w 2528"/>
                <a:gd name="T3" fmla="*/ 1 h 455"/>
                <a:gd name="T4" fmla="*/ 2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365" name="Freeform 1070">
              <a:extLst>
                <a:ext uri="{FF2B5EF4-FFF2-40B4-BE49-F238E27FC236}">
                  <a16:creationId xmlns:a16="http://schemas.microsoft.com/office/drawing/2014/main" id="{3EACCABC-F6A7-9342-BDAE-E9A2DF204C0A}"/>
                </a:ext>
              </a:extLst>
            </p:cNvPr>
            <p:cNvSpPr>
              <a:spLocks/>
            </p:cNvSpPr>
            <p:nvPr/>
          </p:nvSpPr>
          <p:spPr bwMode="auto">
            <a:xfrm>
              <a:off x="1737" y="1562"/>
              <a:ext cx="425" cy="1024"/>
            </a:xfrm>
            <a:custGeom>
              <a:avLst/>
              <a:gdLst>
                <a:gd name="T0" fmla="*/ 1 w 702"/>
                <a:gd name="T1" fmla="*/ 0 h 1893"/>
                <a:gd name="T2" fmla="*/ 0 w 702"/>
                <a:gd name="T3" fmla="*/ 1 h 1893"/>
                <a:gd name="T4" fmla="*/ 1 w 702"/>
                <a:gd name="T5" fmla="*/ 1 h 1893"/>
                <a:gd name="T6" fmla="*/ 1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366" name="Freeform 1071">
              <a:extLst>
                <a:ext uri="{FF2B5EF4-FFF2-40B4-BE49-F238E27FC236}">
                  <a16:creationId xmlns:a16="http://schemas.microsoft.com/office/drawing/2014/main" id="{D720BF6A-08AA-AD41-9F98-FEEAF38FA2C7}"/>
                </a:ext>
              </a:extLst>
            </p:cNvPr>
            <p:cNvSpPr>
              <a:spLocks/>
            </p:cNvSpPr>
            <p:nvPr/>
          </p:nvSpPr>
          <p:spPr bwMode="auto">
            <a:xfrm>
              <a:off x="3144" y="1745"/>
              <a:ext cx="458" cy="1182"/>
            </a:xfrm>
            <a:custGeom>
              <a:avLst/>
              <a:gdLst>
                <a:gd name="T0" fmla="*/ 1 w 756"/>
                <a:gd name="T1" fmla="*/ 0 h 2184"/>
                <a:gd name="T2" fmla="*/ 1 w 756"/>
                <a:gd name="T3" fmla="*/ 1 h 2184"/>
                <a:gd name="T4" fmla="*/ 0 w 756"/>
                <a:gd name="T5" fmla="*/ 1 h 2184"/>
                <a:gd name="T6" fmla="*/ 1 w 756"/>
                <a:gd name="T7" fmla="*/ 1 h 2184"/>
                <a:gd name="T8" fmla="*/ 1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367" name="Freeform 1072">
              <a:extLst>
                <a:ext uri="{FF2B5EF4-FFF2-40B4-BE49-F238E27FC236}">
                  <a16:creationId xmlns:a16="http://schemas.microsoft.com/office/drawing/2014/main" id="{EBF545D7-85F7-654E-89B4-82A30829C94E}"/>
                </a:ext>
              </a:extLst>
            </p:cNvPr>
            <p:cNvSpPr>
              <a:spLocks/>
            </p:cNvSpPr>
            <p:nvPr/>
          </p:nvSpPr>
          <p:spPr bwMode="auto">
            <a:xfrm>
              <a:off x="1732" y="2534"/>
              <a:ext cx="1680" cy="399"/>
            </a:xfrm>
            <a:custGeom>
              <a:avLst/>
              <a:gdLst>
                <a:gd name="T0" fmla="*/ 1 w 2773"/>
                <a:gd name="T1" fmla="*/ 0 h 738"/>
                <a:gd name="T2" fmla="*/ 0 w 2773"/>
                <a:gd name="T3" fmla="*/ 1 h 738"/>
                <a:gd name="T4" fmla="*/ 2 w 2773"/>
                <a:gd name="T5" fmla="*/ 1 h 738"/>
                <a:gd name="T6" fmla="*/ 2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368" name="Freeform 1073">
              <a:extLst>
                <a:ext uri="{FF2B5EF4-FFF2-40B4-BE49-F238E27FC236}">
                  <a16:creationId xmlns:a16="http://schemas.microsoft.com/office/drawing/2014/main" id="{6EF35D5A-3DBA-4D49-BA09-E93CEA361840}"/>
                </a:ext>
              </a:extLst>
            </p:cNvPr>
            <p:cNvSpPr>
              <a:spLocks/>
            </p:cNvSpPr>
            <p:nvPr/>
          </p:nvSpPr>
          <p:spPr bwMode="auto">
            <a:xfrm>
              <a:off x="3195" y="1755"/>
              <a:ext cx="429" cy="1187"/>
            </a:xfrm>
            <a:custGeom>
              <a:avLst/>
              <a:gdLst>
                <a:gd name="T0" fmla="*/ 2 w 637"/>
                <a:gd name="T1" fmla="*/ 0 h 1659"/>
                <a:gd name="T2" fmla="*/ 2 w 637"/>
                <a:gd name="T3" fmla="*/ 0 h 1659"/>
                <a:gd name="T4" fmla="*/ 1 w 637"/>
                <a:gd name="T5" fmla="*/ 15 h 1659"/>
                <a:gd name="T6" fmla="*/ 0 w 637"/>
                <a:gd name="T7" fmla="*/ 15 h 1659"/>
                <a:gd name="T8" fmla="*/ 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369" name="Freeform 1074">
              <a:extLst>
                <a:ext uri="{FF2B5EF4-FFF2-40B4-BE49-F238E27FC236}">
                  <a16:creationId xmlns:a16="http://schemas.microsoft.com/office/drawing/2014/main" id="{B6F9A7A1-3455-6E4B-9C84-C9854E64B326}"/>
                </a:ext>
              </a:extLst>
            </p:cNvPr>
            <p:cNvSpPr>
              <a:spLocks/>
            </p:cNvSpPr>
            <p:nvPr/>
          </p:nvSpPr>
          <p:spPr bwMode="auto">
            <a:xfrm>
              <a:off x="1734" y="2587"/>
              <a:ext cx="1494" cy="394"/>
            </a:xfrm>
            <a:custGeom>
              <a:avLst/>
              <a:gdLst>
                <a:gd name="T0" fmla="*/ 0 w 2216"/>
                <a:gd name="T1" fmla="*/ 0 h 550"/>
                <a:gd name="T2" fmla="*/ 1 w 2216"/>
                <a:gd name="T3" fmla="*/ 1 h 550"/>
                <a:gd name="T4" fmla="*/ 9 w 2216"/>
                <a:gd name="T5" fmla="*/ 5 h 550"/>
                <a:gd name="T6" fmla="*/ 9 w 2216"/>
                <a:gd name="T7" fmla="*/ 4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grpSp>
          <p:nvGrpSpPr>
            <p:cNvPr id="370" name="Group 1075">
              <a:extLst>
                <a:ext uri="{FF2B5EF4-FFF2-40B4-BE49-F238E27FC236}">
                  <a16:creationId xmlns:a16="http://schemas.microsoft.com/office/drawing/2014/main" id="{EE846B91-FBCE-4D4F-98BC-92FA6506F511}"/>
                </a:ext>
              </a:extLst>
            </p:cNvPr>
            <p:cNvGrpSpPr>
              <a:grpSpLocks/>
            </p:cNvGrpSpPr>
            <p:nvPr/>
          </p:nvGrpSpPr>
          <p:grpSpPr bwMode="auto">
            <a:xfrm>
              <a:off x="1709" y="3008"/>
              <a:ext cx="507" cy="234"/>
              <a:chOff x="1740" y="2642"/>
              <a:chExt cx="752" cy="327"/>
            </a:xfrm>
          </p:grpSpPr>
          <p:sp>
            <p:nvSpPr>
              <p:cNvPr id="377" name="Freeform 1076">
                <a:extLst>
                  <a:ext uri="{FF2B5EF4-FFF2-40B4-BE49-F238E27FC236}">
                    <a16:creationId xmlns:a16="http://schemas.microsoft.com/office/drawing/2014/main" id="{446AF9FA-9A2B-6646-8305-E78C2A20B6D2}"/>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378" name="Freeform 1077">
                <a:extLst>
                  <a:ext uri="{FF2B5EF4-FFF2-40B4-BE49-F238E27FC236}">
                    <a16:creationId xmlns:a16="http://schemas.microsoft.com/office/drawing/2014/main" id="{032C23DF-A006-EC41-8986-D3A29EAAEE3A}"/>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379" name="Freeform 1078">
                <a:extLst>
                  <a:ext uri="{FF2B5EF4-FFF2-40B4-BE49-F238E27FC236}">
                    <a16:creationId xmlns:a16="http://schemas.microsoft.com/office/drawing/2014/main" id="{12058F0B-8516-DB42-97C6-166A9AB8DD4A}"/>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380" name="Freeform 1079">
                <a:extLst>
                  <a:ext uri="{FF2B5EF4-FFF2-40B4-BE49-F238E27FC236}">
                    <a16:creationId xmlns:a16="http://schemas.microsoft.com/office/drawing/2014/main" id="{E56484E4-7DE8-5D40-A604-ADBF9CAC6CD8}"/>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381" name="Freeform 1080">
                <a:extLst>
                  <a:ext uri="{FF2B5EF4-FFF2-40B4-BE49-F238E27FC236}">
                    <a16:creationId xmlns:a16="http://schemas.microsoft.com/office/drawing/2014/main" id="{F26D0989-3D25-C44A-99EB-C0C43C9CAD1A}"/>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382" name="Freeform 1081">
                <a:extLst>
                  <a:ext uri="{FF2B5EF4-FFF2-40B4-BE49-F238E27FC236}">
                    <a16:creationId xmlns:a16="http://schemas.microsoft.com/office/drawing/2014/main" id="{F72E0F31-1D88-144B-BBDB-07D0278D1933}"/>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grpSp>
        <p:sp>
          <p:nvSpPr>
            <p:cNvPr id="371" name="Freeform 1082">
              <a:extLst>
                <a:ext uri="{FF2B5EF4-FFF2-40B4-BE49-F238E27FC236}">
                  <a16:creationId xmlns:a16="http://schemas.microsoft.com/office/drawing/2014/main" id="{ACBC1450-C521-8449-9515-C8DD92D56656}"/>
                </a:ext>
              </a:extLst>
            </p:cNvPr>
            <p:cNvSpPr>
              <a:spLocks/>
            </p:cNvSpPr>
            <p:nvPr/>
          </p:nvSpPr>
          <p:spPr bwMode="auto">
            <a:xfrm>
              <a:off x="2577" y="3043"/>
              <a:ext cx="614" cy="514"/>
            </a:xfrm>
            <a:custGeom>
              <a:avLst/>
              <a:gdLst>
                <a:gd name="T0" fmla="*/ 1 w 990"/>
                <a:gd name="T1" fmla="*/ 2 h 792"/>
                <a:gd name="T2" fmla="*/ 1 w 990"/>
                <a:gd name="T3" fmla="*/ 0 h 792"/>
                <a:gd name="T4" fmla="*/ 1 w 990"/>
                <a:gd name="T5" fmla="*/ 1 h 792"/>
                <a:gd name="T6" fmla="*/ 0 w 990"/>
                <a:gd name="T7" fmla="*/ 2 h 792"/>
                <a:gd name="T8" fmla="*/ 1 w 990"/>
                <a:gd name="T9" fmla="*/ 2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372" name="Freeform 1083">
              <a:extLst>
                <a:ext uri="{FF2B5EF4-FFF2-40B4-BE49-F238E27FC236}">
                  <a16:creationId xmlns:a16="http://schemas.microsoft.com/office/drawing/2014/main" id="{FF494D13-5944-0E4F-BD7D-0B76A1DAD742}"/>
                </a:ext>
              </a:extLst>
            </p:cNvPr>
            <p:cNvSpPr>
              <a:spLocks/>
            </p:cNvSpPr>
            <p:nvPr/>
          </p:nvSpPr>
          <p:spPr bwMode="auto">
            <a:xfrm>
              <a:off x="1010" y="3084"/>
              <a:ext cx="1571" cy="469"/>
            </a:xfrm>
            <a:custGeom>
              <a:avLst/>
              <a:gdLst>
                <a:gd name="T0" fmla="*/ 1 w 2532"/>
                <a:gd name="T1" fmla="*/ 0 h 723"/>
                <a:gd name="T2" fmla="*/ 1 w 2532"/>
                <a:gd name="T3" fmla="*/ 0 h 723"/>
                <a:gd name="T4" fmla="*/ 4 w 2532"/>
                <a:gd name="T5" fmla="*/ 2 h 723"/>
                <a:gd name="T6" fmla="*/ 4 w 2532"/>
                <a:gd name="T7" fmla="*/ 2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373" name="Freeform 1084">
              <a:extLst>
                <a:ext uri="{FF2B5EF4-FFF2-40B4-BE49-F238E27FC236}">
                  <a16:creationId xmlns:a16="http://schemas.microsoft.com/office/drawing/2014/main" id="{9558A80C-37DE-F248-8BD6-AB3D92B29761}"/>
                </a:ext>
              </a:extLst>
            </p:cNvPr>
            <p:cNvSpPr>
              <a:spLocks/>
            </p:cNvSpPr>
            <p:nvPr/>
          </p:nvSpPr>
          <p:spPr bwMode="auto">
            <a:xfrm>
              <a:off x="1011" y="2998"/>
              <a:ext cx="17" cy="95"/>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374" name="Freeform 1085">
              <a:extLst>
                <a:ext uri="{FF2B5EF4-FFF2-40B4-BE49-F238E27FC236}">
                  <a16:creationId xmlns:a16="http://schemas.microsoft.com/office/drawing/2014/main" id="{B4C7A048-5EFA-F841-8C13-E26E13A6AE63}"/>
                </a:ext>
              </a:extLst>
            </p:cNvPr>
            <p:cNvSpPr>
              <a:spLocks/>
            </p:cNvSpPr>
            <p:nvPr/>
          </p:nvSpPr>
          <p:spPr bwMode="auto">
            <a:xfrm>
              <a:off x="1012" y="2611"/>
              <a:ext cx="730" cy="393"/>
            </a:xfrm>
            <a:custGeom>
              <a:avLst/>
              <a:gdLst>
                <a:gd name="T0" fmla="*/ 1 w 1176"/>
                <a:gd name="T1" fmla="*/ 0 h 606"/>
                <a:gd name="T2" fmla="*/ 0 w 1176"/>
                <a:gd name="T3" fmla="*/ 1 h 606"/>
                <a:gd name="T4" fmla="*/ 1 w 1176"/>
                <a:gd name="T5" fmla="*/ 1 h 606"/>
                <a:gd name="T6" fmla="*/ 1 w 1176"/>
                <a:gd name="T7" fmla="*/ 1 h 606"/>
                <a:gd name="T8" fmla="*/ 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375" name="Freeform 1086">
              <a:extLst>
                <a:ext uri="{FF2B5EF4-FFF2-40B4-BE49-F238E27FC236}">
                  <a16:creationId xmlns:a16="http://schemas.microsoft.com/office/drawing/2014/main" id="{AEB574AA-8683-A443-B9F7-0D254045C3FE}"/>
                </a:ext>
              </a:extLst>
            </p:cNvPr>
            <p:cNvSpPr>
              <a:spLocks/>
            </p:cNvSpPr>
            <p:nvPr/>
          </p:nvSpPr>
          <p:spPr bwMode="auto">
            <a:xfrm>
              <a:off x="1061" y="3018"/>
              <a:ext cx="1490" cy="451"/>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376" name="Freeform 1087">
              <a:extLst>
                <a:ext uri="{FF2B5EF4-FFF2-40B4-BE49-F238E27FC236}">
                  <a16:creationId xmlns:a16="http://schemas.microsoft.com/office/drawing/2014/main" id="{F9C1D164-EACB-FA4C-A7B6-9E26AB4B776C}"/>
                </a:ext>
              </a:extLst>
            </p:cNvPr>
            <p:cNvSpPr>
              <a:spLocks/>
            </p:cNvSpPr>
            <p:nvPr/>
          </p:nvSpPr>
          <p:spPr bwMode="auto">
            <a:xfrm flipV="1">
              <a:off x="2549" y="2986"/>
              <a:ext cx="608" cy="467"/>
            </a:xfrm>
            <a:custGeom>
              <a:avLst/>
              <a:gdLst>
                <a:gd name="T0" fmla="*/ 0 w 2532"/>
                <a:gd name="T1" fmla="*/ 0 h 723"/>
                <a:gd name="T2" fmla="*/ 0 w 2532"/>
                <a:gd name="T3" fmla="*/ 0 h 723"/>
                <a:gd name="T4" fmla="*/ 0 w 2532"/>
                <a:gd name="T5" fmla="*/ 2 h 723"/>
                <a:gd name="T6" fmla="*/ 0 w 2532"/>
                <a:gd name="T7" fmla="*/ 2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grpSp>
      <p:grpSp>
        <p:nvGrpSpPr>
          <p:cNvPr id="383" name="Group 590">
            <a:extLst>
              <a:ext uri="{FF2B5EF4-FFF2-40B4-BE49-F238E27FC236}">
                <a16:creationId xmlns:a16="http://schemas.microsoft.com/office/drawing/2014/main" id="{0E70B6A3-FE5E-A44E-9290-B5AD07E8CD4C}"/>
              </a:ext>
            </a:extLst>
          </p:cNvPr>
          <p:cNvGrpSpPr>
            <a:grpSpLocks/>
          </p:cNvGrpSpPr>
          <p:nvPr/>
        </p:nvGrpSpPr>
        <p:grpSpPr bwMode="auto">
          <a:xfrm flipH="1">
            <a:off x="8153909" y="5504657"/>
            <a:ext cx="345630" cy="320302"/>
            <a:chOff x="2839" y="3501"/>
            <a:chExt cx="755" cy="803"/>
          </a:xfrm>
        </p:grpSpPr>
        <p:pic>
          <p:nvPicPr>
            <p:cNvPr id="384" name="Picture 591" descr="desktop_computer_stylized_medium">
              <a:extLst>
                <a:ext uri="{FF2B5EF4-FFF2-40B4-BE49-F238E27FC236}">
                  <a16:creationId xmlns:a16="http://schemas.microsoft.com/office/drawing/2014/main" id="{F2BC7D5E-BF7D-1249-AFC8-B8B0E8165A3E}"/>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5" name="Freeform 592">
              <a:extLst>
                <a:ext uri="{FF2B5EF4-FFF2-40B4-BE49-F238E27FC236}">
                  <a16:creationId xmlns:a16="http://schemas.microsoft.com/office/drawing/2014/main" id="{5BDC8880-AD2D-4C4E-B14E-AAED9CDF1B48}"/>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grpSp>
      <p:grpSp>
        <p:nvGrpSpPr>
          <p:cNvPr id="386" name="Group 590">
            <a:extLst>
              <a:ext uri="{FF2B5EF4-FFF2-40B4-BE49-F238E27FC236}">
                <a16:creationId xmlns:a16="http://schemas.microsoft.com/office/drawing/2014/main" id="{F4D03415-B38F-5B44-9B13-ABF6FE4BB199}"/>
              </a:ext>
            </a:extLst>
          </p:cNvPr>
          <p:cNvGrpSpPr>
            <a:grpSpLocks/>
          </p:cNvGrpSpPr>
          <p:nvPr/>
        </p:nvGrpSpPr>
        <p:grpSpPr bwMode="auto">
          <a:xfrm flipH="1">
            <a:off x="8552134" y="5526130"/>
            <a:ext cx="345630" cy="320302"/>
            <a:chOff x="2839" y="3501"/>
            <a:chExt cx="755" cy="803"/>
          </a:xfrm>
        </p:grpSpPr>
        <p:pic>
          <p:nvPicPr>
            <p:cNvPr id="387" name="Picture 591" descr="desktop_computer_stylized_medium">
              <a:extLst>
                <a:ext uri="{FF2B5EF4-FFF2-40B4-BE49-F238E27FC236}">
                  <a16:creationId xmlns:a16="http://schemas.microsoft.com/office/drawing/2014/main" id="{32EA6117-AAC5-C94D-B49B-C43DF16E6002}"/>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8" name="Freeform 592">
              <a:extLst>
                <a:ext uri="{FF2B5EF4-FFF2-40B4-BE49-F238E27FC236}">
                  <a16:creationId xmlns:a16="http://schemas.microsoft.com/office/drawing/2014/main" id="{3508017E-8AA9-D647-891A-276887DA9B44}"/>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grpSp>
      <p:grpSp>
        <p:nvGrpSpPr>
          <p:cNvPr id="389" name="Group 1064">
            <a:extLst>
              <a:ext uri="{FF2B5EF4-FFF2-40B4-BE49-F238E27FC236}">
                <a16:creationId xmlns:a16="http://schemas.microsoft.com/office/drawing/2014/main" id="{8D491387-EBC3-2D40-9285-1F06C1D72E08}"/>
              </a:ext>
            </a:extLst>
          </p:cNvPr>
          <p:cNvGrpSpPr>
            <a:grpSpLocks/>
          </p:cNvGrpSpPr>
          <p:nvPr/>
        </p:nvGrpSpPr>
        <p:grpSpPr bwMode="auto">
          <a:xfrm>
            <a:off x="9534746" y="5795138"/>
            <a:ext cx="319264" cy="253379"/>
            <a:chOff x="877" y="1008"/>
            <a:chExt cx="2747" cy="2591"/>
          </a:xfrm>
        </p:grpSpPr>
        <p:pic>
          <p:nvPicPr>
            <p:cNvPr id="390" name="Picture 1065" descr="antenna_stylized">
              <a:extLst>
                <a:ext uri="{FF2B5EF4-FFF2-40B4-BE49-F238E27FC236}">
                  <a16:creationId xmlns:a16="http://schemas.microsoft.com/office/drawing/2014/main" id="{E1605A46-E7E7-DA4D-A7B1-3F2BF5D0E037}"/>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1" name="Picture 1066" descr="laptop_keyboard">
              <a:extLst>
                <a:ext uri="{FF2B5EF4-FFF2-40B4-BE49-F238E27FC236}">
                  <a16:creationId xmlns:a16="http://schemas.microsoft.com/office/drawing/2014/main" id="{E538A48B-7DCF-524B-8A59-631429692CBD}"/>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2" name="Freeform 1067">
              <a:extLst>
                <a:ext uri="{FF2B5EF4-FFF2-40B4-BE49-F238E27FC236}">
                  <a16:creationId xmlns:a16="http://schemas.microsoft.com/office/drawing/2014/main" id="{0DF72841-010E-EF4C-BF8A-912117577CBB}"/>
                </a:ext>
              </a:extLst>
            </p:cNvPr>
            <p:cNvSpPr>
              <a:spLocks/>
            </p:cNvSpPr>
            <p:nvPr/>
          </p:nvSpPr>
          <p:spPr bwMode="auto">
            <a:xfrm>
              <a:off x="1753" y="1603"/>
              <a:ext cx="1807" cy="1322"/>
            </a:xfrm>
            <a:custGeom>
              <a:avLst/>
              <a:gdLst>
                <a:gd name="T0" fmla="*/ 1 w 2982"/>
                <a:gd name="T1" fmla="*/ 0 h 2442"/>
                <a:gd name="T2" fmla="*/ 0 w 2982"/>
                <a:gd name="T3" fmla="*/ 1 h 2442"/>
                <a:gd name="T4" fmla="*/ 2 w 2982"/>
                <a:gd name="T5" fmla="*/ 1 h 2442"/>
                <a:gd name="T6" fmla="*/ 2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pic>
          <p:nvPicPr>
            <p:cNvPr id="393" name="Picture 1068" descr="screen">
              <a:extLst>
                <a:ext uri="{FF2B5EF4-FFF2-40B4-BE49-F238E27FC236}">
                  <a16:creationId xmlns:a16="http://schemas.microsoft.com/office/drawing/2014/main" id="{05FB75E6-02C0-C749-B8C1-6EE94751EFE8}"/>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4" name="Freeform 1069">
              <a:extLst>
                <a:ext uri="{FF2B5EF4-FFF2-40B4-BE49-F238E27FC236}">
                  <a16:creationId xmlns:a16="http://schemas.microsoft.com/office/drawing/2014/main" id="{2C42E210-EA7A-7243-97B1-C77EE2476096}"/>
                </a:ext>
              </a:extLst>
            </p:cNvPr>
            <p:cNvSpPr>
              <a:spLocks/>
            </p:cNvSpPr>
            <p:nvPr/>
          </p:nvSpPr>
          <p:spPr bwMode="auto">
            <a:xfrm>
              <a:off x="2082" y="1564"/>
              <a:ext cx="1531" cy="246"/>
            </a:xfrm>
            <a:custGeom>
              <a:avLst/>
              <a:gdLst>
                <a:gd name="T0" fmla="*/ 1 w 2528"/>
                <a:gd name="T1" fmla="*/ 0 h 455"/>
                <a:gd name="T2" fmla="*/ 2 w 2528"/>
                <a:gd name="T3" fmla="*/ 1 h 455"/>
                <a:gd name="T4" fmla="*/ 2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395" name="Freeform 1070">
              <a:extLst>
                <a:ext uri="{FF2B5EF4-FFF2-40B4-BE49-F238E27FC236}">
                  <a16:creationId xmlns:a16="http://schemas.microsoft.com/office/drawing/2014/main" id="{020C16FB-B47C-5A40-8613-E3DA0F01335A}"/>
                </a:ext>
              </a:extLst>
            </p:cNvPr>
            <p:cNvSpPr>
              <a:spLocks/>
            </p:cNvSpPr>
            <p:nvPr/>
          </p:nvSpPr>
          <p:spPr bwMode="auto">
            <a:xfrm>
              <a:off x="1737" y="1562"/>
              <a:ext cx="425" cy="1024"/>
            </a:xfrm>
            <a:custGeom>
              <a:avLst/>
              <a:gdLst>
                <a:gd name="T0" fmla="*/ 1 w 702"/>
                <a:gd name="T1" fmla="*/ 0 h 1893"/>
                <a:gd name="T2" fmla="*/ 0 w 702"/>
                <a:gd name="T3" fmla="*/ 1 h 1893"/>
                <a:gd name="T4" fmla="*/ 1 w 702"/>
                <a:gd name="T5" fmla="*/ 1 h 1893"/>
                <a:gd name="T6" fmla="*/ 1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396" name="Freeform 1071">
              <a:extLst>
                <a:ext uri="{FF2B5EF4-FFF2-40B4-BE49-F238E27FC236}">
                  <a16:creationId xmlns:a16="http://schemas.microsoft.com/office/drawing/2014/main" id="{B6AF1532-CB13-784D-8AF3-B5F865952BA8}"/>
                </a:ext>
              </a:extLst>
            </p:cNvPr>
            <p:cNvSpPr>
              <a:spLocks/>
            </p:cNvSpPr>
            <p:nvPr/>
          </p:nvSpPr>
          <p:spPr bwMode="auto">
            <a:xfrm>
              <a:off x="3144" y="1745"/>
              <a:ext cx="458" cy="1182"/>
            </a:xfrm>
            <a:custGeom>
              <a:avLst/>
              <a:gdLst>
                <a:gd name="T0" fmla="*/ 1 w 756"/>
                <a:gd name="T1" fmla="*/ 0 h 2184"/>
                <a:gd name="T2" fmla="*/ 1 w 756"/>
                <a:gd name="T3" fmla="*/ 1 h 2184"/>
                <a:gd name="T4" fmla="*/ 0 w 756"/>
                <a:gd name="T5" fmla="*/ 1 h 2184"/>
                <a:gd name="T6" fmla="*/ 1 w 756"/>
                <a:gd name="T7" fmla="*/ 1 h 2184"/>
                <a:gd name="T8" fmla="*/ 1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397" name="Freeform 1072">
              <a:extLst>
                <a:ext uri="{FF2B5EF4-FFF2-40B4-BE49-F238E27FC236}">
                  <a16:creationId xmlns:a16="http://schemas.microsoft.com/office/drawing/2014/main" id="{A71AE470-9F14-D044-93DB-3DCB5DBEBD96}"/>
                </a:ext>
              </a:extLst>
            </p:cNvPr>
            <p:cNvSpPr>
              <a:spLocks/>
            </p:cNvSpPr>
            <p:nvPr/>
          </p:nvSpPr>
          <p:spPr bwMode="auto">
            <a:xfrm>
              <a:off x="1732" y="2534"/>
              <a:ext cx="1680" cy="399"/>
            </a:xfrm>
            <a:custGeom>
              <a:avLst/>
              <a:gdLst>
                <a:gd name="T0" fmla="*/ 1 w 2773"/>
                <a:gd name="T1" fmla="*/ 0 h 738"/>
                <a:gd name="T2" fmla="*/ 0 w 2773"/>
                <a:gd name="T3" fmla="*/ 1 h 738"/>
                <a:gd name="T4" fmla="*/ 2 w 2773"/>
                <a:gd name="T5" fmla="*/ 1 h 738"/>
                <a:gd name="T6" fmla="*/ 2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398" name="Freeform 1073">
              <a:extLst>
                <a:ext uri="{FF2B5EF4-FFF2-40B4-BE49-F238E27FC236}">
                  <a16:creationId xmlns:a16="http://schemas.microsoft.com/office/drawing/2014/main" id="{7753045D-9842-CC41-9B0D-EB58149EA7D3}"/>
                </a:ext>
              </a:extLst>
            </p:cNvPr>
            <p:cNvSpPr>
              <a:spLocks/>
            </p:cNvSpPr>
            <p:nvPr/>
          </p:nvSpPr>
          <p:spPr bwMode="auto">
            <a:xfrm>
              <a:off x="3195" y="1755"/>
              <a:ext cx="429" cy="1187"/>
            </a:xfrm>
            <a:custGeom>
              <a:avLst/>
              <a:gdLst>
                <a:gd name="T0" fmla="*/ 2 w 637"/>
                <a:gd name="T1" fmla="*/ 0 h 1659"/>
                <a:gd name="T2" fmla="*/ 2 w 637"/>
                <a:gd name="T3" fmla="*/ 0 h 1659"/>
                <a:gd name="T4" fmla="*/ 1 w 637"/>
                <a:gd name="T5" fmla="*/ 15 h 1659"/>
                <a:gd name="T6" fmla="*/ 0 w 637"/>
                <a:gd name="T7" fmla="*/ 15 h 1659"/>
                <a:gd name="T8" fmla="*/ 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399" name="Freeform 1074">
              <a:extLst>
                <a:ext uri="{FF2B5EF4-FFF2-40B4-BE49-F238E27FC236}">
                  <a16:creationId xmlns:a16="http://schemas.microsoft.com/office/drawing/2014/main" id="{FB62560B-8A1D-1D4A-9C7F-3D1ED4E8CEDD}"/>
                </a:ext>
              </a:extLst>
            </p:cNvPr>
            <p:cNvSpPr>
              <a:spLocks/>
            </p:cNvSpPr>
            <p:nvPr/>
          </p:nvSpPr>
          <p:spPr bwMode="auto">
            <a:xfrm>
              <a:off x="1734" y="2587"/>
              <a:ext cx="1494" cy="394"/>
            </a:xfrm>
            <a:custGeom>
              <a:avLst/>
              <a:gdLst>
                <a:gd name="T0" fmla="*/ 0 w 2216"/>
                <a:gd name="T1" fmla="*/ 0 h 550"/>
                <a:gd name="T2" fmla="*/ 1 w 2216"/>
                <a:gd name="T3" fmla="*/ 1 h 550"/>
                <a:gd name="T4" fmla="*/ 9 w 2216"/>
                <a:gd name="T5" fmla="*/ 5 h 550"/>
                <a:gd name="T6" fmla="*/ 9 w 2216"/>
                <a:gd name="T7" fmla="*/ 4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grpSp>
          <p:nvGrpSpPr>
            <p:cNvPr id="400" name="Group 1075">
              <a:extLst>
                <a:ext uri="{FF2B5EF4-FFF2-40B4-BE49-F238E27FC236}">
                  <a16:creationId xmlns:a16="http://schemas.microsoft.com/office/drawing/2014/main" id="{954A64CB-1C45-324C-8CBE-16624C1A0B84}"/>
                </a:ext>
              </a:extLst>
            </p:cNvPr>
            <p:cNvGrpSpPr>
              <a:grpSpLocks/>
            </p:cNvGrpSpPr>
            <p:nvPr/>
          </p:nvGrpSpPr>
          <p:grpSpPr bwMode="auto">
            <a:xfrm>
              <a:off x="1709" y="3008"/>
              <a:ext cx="507" cy="234"/>
              <a:chOff x="1740" y="2642"/>
              <a:chExt cx="752" cy="327"/>
            </a:xfrm>
          </p:grpSpPr>
          <p:sp>
            <p:nvSpPr>
              <p:cNvPr id="407" name="Freeform 1076">
                <a:extLst>
                  <a:ext uri="{FF2B5EF4-FFF2-40B4-BE49-F238E27FC236}">
                    <a16:creationId xmlns:a16="http://schemas.microsoft.com/office/drawing/2014/main" id="{69DEB18E-BA65-9043-A426-C13F767151ED}"/>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408" name="Freeform 1077">
                <a:extLst>
                  <a:ext uri="{FF2B5EF4-FFF2-40B4-BE49-F238E27FC236}">
                    <a16:creationId xmlns:a16="http://schemas.microsoft.com/office/drawing/2014/main" id="{4DE24D51-7581-B14D-B3B6-84A687083206}"/>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409" name="Freeform 1078">
                <a:extLst>
                  <a:ext uri="{FF2B5EF4-FFF2-40B4-BE49-F238E27FC236}">
                    <a16:creationId xmlns:a16="http://schemas.microsoft.com/office/drawing/2014/main" id="{EFD736A0-861B-7C41-B7C6-101FA03763F8}"/>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410" name="Freeform 1079">
                <a:extLst>
                  <a:ext uri="{FF2B5EF4-FFF2-40B4-BE49-F238E27FC236}">
                    <a16:creationId xmlns:a16="http://schemas.microsoft.com/office/drawing/2014/main" id="{8BD7163E-D90B-7647-AEF5-5CECAFA59C37}"/>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411" name="Freeform 1080">
                <a:extLst>
                  <a:ext uri="{FF2B5EF4-FFF2-40B4-BE49-F238E27FC236}">
                    <a16:creationId xmlns:a16="http://schemas.microsoft.com/office/drawing/2014/main" id="{FC877D4D-D065-104D-8CA3-E0607A9B3F87}"/>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412" name="Freeform 1081">
                <a:extLst>
                  <a:ext uri="{FF2B5EF4-FFF2-40B4-BE49-F238E27FC236}">
                    <a16:creationId xmlns:a16="http://schemas.microsoft.com/office/drawing/2014/main" id="{BA9728F5-6BD1-104C-9953-C37CCA79F582}"/>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grpSp>
        <p:sp>
          <p:nvSpPr>
            <p:cNvPr id="401" name="Freeform 1082">
              <a:extLst>
                <a:ext uri="{FF2B5EF4-FFF2-40B4-BE49-F238E27FC236}">
                  <a16:creationId xmlns:a16="http://schemas.microsoft.com/office/drawing/2014/main" id="{D3A627E4-20E1-094F-91E7-9E62C1D73A8B}"/>
                </a:ext>
              </a:extLst>
            </p:cNvPr>
            <p:cNvSpPr>
              <a:spLocks/>
            </p:cNvSpPr>
            <p:nvPr/>
          </p:nvSpPr>
          <p:spPr bwMode="auto">
            <a:xfrm>
              <a:off x="2577" y="3043"/>
              <a:ext cx="614" cy="514"/>
            </a:xfrm>
            <a:custGeom>
              <a:avLst/>
              <a:gdLst>
                <a:gd name="T0" fmla="*/ 1 w 990"/>
                <a:gd name="T1" fmla="*/ 2 h 792"/>
                <a:gd name="T2" fmla="*/ 1 w 990"/>
                <a:gd name="T3" fmla="*/ 0 h 792"/>
                <a:gd name="T4" fmla="*/ 1 w 990"/>
                <a:gd name="T5" fmla="*/ 1 h 792"/>
                <a:gd name="T6" fmla="*/ 0 w 990"/>
                <a:gd name="T7" fmla="*/ 2 h 792"/>
                <a:gd name="T8" fmla="*/ 1 w 990"/>
                <a:gd name="T9" fmla="*/ 2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402" name="Freeform 1083">
              <a:extLst>
                <a:ext uri="{FF2B5EF4-FFF2-40B4-BE49-F238E27FC236}">
                  <a16:creationId xmlns:a16="http://schemas.microsoft.com/office/drawing/2014/main" id="{DE5062C9-C70B-B74E-90B7-8B999FB4955F}"/>
                </a:ext>
              </a:extLst>
            </p:cNvPr>
            <p:cNvSpPr>
              <a:spLocks/>
            </p:cNvSpPr>
            <p:nvPr/>
          </p:nvSpPr>
          <p:spPr bwMode="auto">
            <a:xfrm>
              <a:off x="1010" y="3084"/>
              <a:ext cx="1571" cy="469"/>
            </a:xfrm>
            <a:custGeom>
              <a:avLst/>
              <a:gdLst>
                <a:gd name="T0" fmla="*/ 1 w 2532"/>
                <a:gd name="T1" fmla="*/ 0 h 723"/>
                <a:gd name="T2" fmla="*/ 1 w 2532"/>
                <a:gd name="T3" fmla="*/ 0 h 723"/>
                <a:gd name="T4" fmla="*/ 4 w 2532"/>
                <a:gd name="T5" fmla="*/ 2 h 723"/>
                <a:gd name="T6" fmla="*/ 4 w 2532"/>
                <a:gd name="T7" fmla="*/ 2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403" name="Freeform 1084">
              <a:extLst>
                <a:ext uri="{FF2B5EF4-FFF2-40B4-BE49-F238E27FC236}">
                  <a16:creationId xmlns:a16="http://schemas.microsoft.com/office/drawing/2014/main" id="{60A19E6B-9711-D44A-9A86-78531884592C}"/>
                </a:ext>
              </a:extLst>
            </p:cNvPr>
            <p:cNvSpPr>
              <a:spLocks/>
            </p:cNvSpPr>
            <p:nvPr/>
          </p:nvSpPr>
          <p:spPr bwMode="auto">
            <a:xfrm>
              <a:off x="1011" y="2998"/>
              <a:ext cx="17" cy="95"/>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404" name="Freeform 1085">
              <a:extLst>
                <a:ext uri="{FF2B5EF4-FFF2-40B4-BE49-F238E27FC236}">
                  <a16:creationId xmlns:a16="http://schemas.microsoft.com/office/drawing/2014/main" id="{DABF2084-7101-4A42-808E-03169821851D}"/>
                </a:ext>
              </a:extLst>
            </p:cNvPr>
            <p:cNvSpPr>
              <a:spLocks/>
            </p:cNvSpPr>
            <p:nvPr/>
          </p:nvSpPr>
          <p:spPr bwMode="auto">
            <a:xfrm>
              <a:off x="1012" y="2611"/>
              <a:ext cx="730" cy="393"/>
            </a:xfrm>
            <a:custGeom>
              <a:avLst/>
              <a:gdLst>
                <a:gd name="T0" fmla="*/ 1 w 1176"/>
                <a:gd name="T1" fmla="*/ 0 h 606"/>
                <a:gd name="T2" fmla="*/ 0 w 1176"/>
                <a:gd name="T3" fmla="*/ 1 h 606"/>
                <a:gd name="T4" fmla="*/ 1 w 1176"/>
                <a:gd name="T5" fmla="*/ 1 h 606"/>
                <a:gd name="T6" fmla="*/ 1 w 1176"/>
                <a:gd name="T7" fmla="*/ 1 h 606"/>
                <a:gd name="T8" fmla="*/ 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405" name="Freeform 1086">
              <a:extLst>
                <a:ext uri="{FF2B5EF4-FFF2-40B4-BE49-F238E27FC236}">
                  <a16:creationId xmlns:a16="http://schemas.microsoft.com/office/drawing/2014/main" id="{3BECAB59-402D-C44C-8F0A-AC630F6F2AAC}"/>
                </a:ext>
              </a:extLst>
            </p:cNvPr>
            <p:cNvSpPr>
              <a:spLocks/>
            </p:cNvSpPr>
            <p:nvPr/>
          </p:nvSpPr>
          <p:spPr bwMode="auto">
            <a:xfrm>
              <a:off x="1061" y="3018"/>
              <a:ext cx="1490" cy="451"/>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406" name="Freeform 1087">
              <a:extLst>
                <a:ext uri="{FF2B5EF4-FFF2-40B4-BE49-F238E27FC236}">
                  <a16:creationId xmlns:a16="http://schemas.microsoft.com/office/drawing/2014/main" id="{C431D1EA-39CA-5549-B407-D7CBF12DC371}"/>
                </a:ext>
              </a:extLst>
            </p:cNvPr>
            <p:cNvSpPr>
              <a:spLocks/>
            </p:cNvSpPr>
            <p:nvPr/>
          </p:nvSpPr>
          <p:spPr bwMode="auto">
            <a:xfrm flipV="1">
              <a:off x="2549" y="2986"/>
              <a:ext cx="608" cy="467"/>
            </a:xfrm>
            <a:custGeom>
              <a:avLst/>
              <a:gdLst>
                <a:gd name="T0" fmla="*/ 0 w 2532"/>
                <a:gd name="T1" fmla="*/ 0 h 723"/>
                <a:gd name="T2" fmla="*/ 0 w 2532"/>
                <a:gd name="T3" fmla="*/ 0 h 723"/>
                <a:gd name="T4" fmla="*/ 0 w 2532"/>
                <a:gd name="T5" fmla="*/ 2 h 723"/>
                <a:gd name="T6" fmla="*/ 0 w 2532"/>
                <a:gd name="T7" fmla="*/ 2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grpSp>
      <p:sp>
        <p:nvSpPr>
          <p:cNvPr id="413" name="Freeform 984">
            <a:extLst>
              <a:ext uri="{FF2B5EF4-FFF2-40B4-BE49-F238E27FC236}">
                <a16:creationId xmlns:a16="http://schemas.microsoft.com/office/drawing/2014/main" id="{EF28E360-D52F-294F-97A4-5B43A7D60CE3}"/>
              </a:ext>
            </a:extLst>
          </p:cNvPr>
          <p:cNvSpPr>
            <a:spLocks/>
          </p:cNvSpPr>
          <p:nvPr/>
        </p:nvSpPr>
        <p:spPr bwMode="auto">
          <a:xfrm>
            <a:off x="10153593" y="5636971"/>
            <a:ext cx="34049" cy="332924"/>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414" name="Freeform 986">
            <a:extLst>
              <a:ext uri="{FF2B5EF4-FFF2-40B4-BE49-F238E27FC236}">
                <a16:creationId xmlns:a16="http://schemas.microsoft.com/office/drawing/2014/main" id="{9D5E80B1-F637-9E4D-BFD5-5F5ADB827A42}"/>
              </a:ext>
            </a:extLst>
          </p:cNvPr>
          <p:cNvSpPr>
            <a:spLocks/>
          </p:cNvSpPr>
          <p:nvPr/>
        </p:nvSpPr>
        <p:spPr bwMode="auto">
          <a:xfrm>
            <a:off x="10159970" y="5656923"/>
            <a:ext cx="20333" cy="308020"/>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415" name="Freeform 987">
            <a:extLst>
              <a:ext uri="{FF2B5EF4-FFF2-40B4-BE49-F238E27FC236}">
                <a16:creationId xmlns:a16="http://schemas.microsoft.com/office/drawing/2014/main" id="{F21D56DB-F5E9-8D44-92D9-C4770361B950}"/>
              </a:ext>
            </a:extLst>
          </p:cNvPr>
          <p:cNvSpPr>
            <a:spLocks/>
          </p:cNvSpPr>
          <p:nvPr/>
        </p:nvSpPr>
        <p:spPr bwMode="auto">
          <a:xfrm>
            <a:off x="10155518" y="5812753"/>
            <a:ext cx="31643" cy="27525"/>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416" name="Rectangle 988">
            <a:extLst>
              <a:ext uri="{FF2B5EF4-FFF2-40B4-BE49-F238E27FC236}">
                <a16:creationId xmlns:a16="http://schemas.microsoft.com/office/drawing/2014/main" id="{0447DE90-707A-1F42-8981-9A87D22C1D1D}"/>
              </a:ext>
            </a:extLst>
          </p:cNvPr>
          <p:cNvSpPr>
            <a:spLocks noChangeArrowheads="1"/>
          </p:cNvSpPr>
          <p:nvPr/>
        </p:nvSpPr>
        <p:spPr bwMode="auto">
          <a:xfrm>
            <a:off x="10026299" y="5674399"/>
            <a:ext cx="71949" cy="6845"/>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grpSp>
        <p:nvGrpSpPr>
          <p:cNvPr id="417" name="Group 989">
            <a:extLst>
              <a:ext uri="{FF2B5EF4-FFF2-40B4-BE49-F238E27FC236}">
                <a16:creationId xmlns:a16="http://schemas.microsoft.com/office/drawing/2014/main" id="{A6C8AE16-7445-9845-8F83-A3F851D4F042}"/>
              </a:ext>
            </a:extLst>
          </p:cNvPr>
          <p:cNvGrpSpPr>
            <a:grpSpLocks/>
          </p:cNvGrpSpPr>
          <p:nvPr/>
        </p:nvGrpSpPr>
        <p:grpSpPr bwMode="auto">
          <a:xfrm>
            <a:off x="10091149" y="5671195"/>
            <a:ext cx="69903" cy="21117"/>
            <a:chOff x="614" y="2568"/>
            <a:chExt cx="725" cy="139"/>
          </a:xfrm>
        </p:grpSpPr>
        <p:sp>
          <p:nvSpPr>
            <p:cNvPr id="418" name="AutoShape 990">
              <a:extLst>
                <a:ext uri="{FF2B5EF4-FFF2-40B4-BE49-F238E27FC236}">
                  <a16:creationId xmlns:a16="http://schemas.microsoft.com/office/drawing/2014/main" id="{5E1B1032-2F46-EF4A-B472-E7BC9E83CB4B}"/>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419" name="AutoShape 991">
              <a:extLst>
                <a:ext uri="{FF2B5EF4-FFF2-40B4-BE49-F238E27FC236}">
                  <a16:creationId xmlns:a16="http://schemas.microsoft.com/office/drawing/2014/main" id="{F24B042A-2483-8545-A723-0074F55A1DC8}"/>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grpSp>
      <p:sp>
        <p:nvSpPr>
          <p:cNvPr id="420" name="Rectangle 992">
            <a:extLst>
              <a:ext uri="{FF2B5EF4-FFF2-40B4-BE49-F238E27FC236}">
                <a16:creationId xmlns:a16="http://schemas.microsoft.com/office/drawing/2014/main" id="{E881C066-69A3-D649-893B-A3C4CB9FAE81}"/>
              </a:ext>
            </a:extLst>
          </p:cNvPr>
          <p:cNvSpPr>
            <a:spLocks noChangeArrowheads="1"/>
          </p:cNvSpPr>
          <p:nvPr/>
        </p:nvSpPr>
        <p:spPr bwMode="auto">
          <a:xfrm>
            <a:off x="10027502" y="5722750"/>
            <a:ext cx="71949" cy="6845"/>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grpSp>
        <p:nvGrpSpPr>
          <p:cNvPr id="421" name="Group 993">
            <a:extLst>
              <a:ext uri="{FF2B5EF4-FFF2-40B4-BE49-F238E27FC236}">
                <a16:creationId xmlns:a16="http://schemas.microsoft.com/office/drawing/2014/main" id="{2B8081F4-DBFC-C442-BDEE-DF67BF3817BC}"/>
              </a:ext>
            </a:extLst>
          </p:cNvPr>
          <p:cNvGrpSpPr>
            <a:grpSpLocks/>
          </p:cNvGrpSpPr>
          <p:nvPr/>
        </p:nvGrpSpPr>
        <p:grpSpPr bwMode="auto">
          <a:xfrm>
            <a:off x="10090909" y="5718672"/>
            <a:ext cx="69903" cy="19515"/>
            <a:chOff x="614" y="2568"/>
            <a:chExt cx="725" cy="139"/>
          </a:xfrm>
        </p:grpSpPr>
        <p:sp>
          <p:nvSpPr>
            <p:cNvPr id="422" name="AutoShape 994">
              <a:extLst>
                <a:ext uri="{FF2B5EF4-FFF2-40B4-BE49-F238E27FC236}">
                  <a16:creationId xmlns:a16="http://schemas.microsoft.com/office/drawing/2014/main" id="{B9A9624E-B9DF-9A46-B31E-DD7EFD0F21E2}"/>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423" name="AutoShape 995">
              <a:extLst>
                <a:ext uri="{FF2B5EF4-FFF2-40B4-BE49-F238E27FC236}">
                  <a16:creationId xmlns:a16="http://schemas.microsoft.com/office/drawing/2014/main" id="{642F554B-5A88-A44B-AAB6-61F7D5A17F6A}"/>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grpSp>
      <p:sp>
        <p:nvSpPr>
          <p:cNvPr id="424" name="Rectangle 996">
            <a:extLst>
              <a:ext uri="{FF2B5EF4-FFF2-40B4-BE49-F238E27FC236}">
                <a16:creationId xmlns:a16="http://schemas.microsoft.com/office/drawing/2014/main" id="{2F7E8752-11E5-3642-90E6-5285D40EA469}"/>
              </a:ext>
            </a:extLst>
          </p:cNvPr>
          <p:cNvSpPr>
            <a:spLocks noChangeArrowheads="1"/>
          </p:cNvSpPr>
          <p:nvPr/>
        </p:nvSpPr>
        <p:spPr bwMode="auto">
          <a:xfrm>
            <a:off x="10027502" y="5771101"/>
            <a:ext cx="71949" cy="6845"/>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425" name="Rectangle 997">
            <a:extLst>
              <a:ext uri="{FF2B5EF4-FFF2-40B4-BE49-F238E27FC236}">
                <a16:creationId xmlns:a16="http://schemas.microsoft.com/office/drawing/2014/main" id="{C884D5C3-FF18-F04A-B4E2-7E02117C03FE}"/>
              </a:ext>
            </a:extLst>
          </p:cNvPr>
          <p:cNvSpPr>
            <a:spLocks noChangeArrowheads="1"/>
          </p:cNvSpPr>
          <p:nvPr/>
        </p:nvSpPr>
        <p:spPr bwMode="auto">
          <a:xfrm>
            <a:off x="10028705" y="5814938"/>
            <a:ext cx="71949" cy="6845"/>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grpSp>
        <p:nvGrpSpPr>
          <p:cNvPr id="426" name="Group 998">
            <a:extLst>
              <a:ext uri="{FF2B5EF4-FFF2-40B4-BE49-F238E27FC236}">
                <a16:creationId xmlns:a16="http://schemas.microsoft.com/office/drawing/2014/main" id="{D321F228-396F-C44B-AA64-15D0F1B6CEFB}"/>
              </a:ext>
            </a:extLst>
          </p:cNvPr>
          <p:cNvGrpSpPr>
            <a:grpSpLocks/>
          </p:cNvGrpSpPr>
          <p:nvPr/>
        </p:nvGrpSpPr>
        <p:grpSpPr bwMode="auto">
          <a:xfrm>
            <a:off x="10089465" y="5810860"/>
            <a:ext cx="70024" cy="21991"/>
            <a:chOff x="614" y="2568"/>
            <a:chExt cx="725" cy="139"/>
          </a:xfrm>
        </p:grpSpPr>
        <p:sp>
          <p:nvSpPr>
            <p:cNvPr id="427" name="AutoShape 999">
              <a:extLst>
                <a:ext uri="{FF2B5EF4-FFF2-40B4-BE49-F238E27FC236}">
                  <a16:creationId xmlns:a16="http://schemas.microsoft.com/office/drawing/2014/main" id="{849EBD72-C779-B442-B144-4C92B9E79F20}"/>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428" name="AutoShape 1000">
              <a:extLst>
                <a:ext uri="{FF2B5EF4-FFF2-40B4-BE49-F238E27FC236}">
                  <a16:creationId xmlns:a16="http://schemas.microsoft.com/office/drawing/2014/main" id="{D93FB61F-FF29-F24D-8788-4165F508316D}"/>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grpSp>
      <p:sp>
        <p:nvSpPr>
          <p:cNvPr id="429" name="Freeform 1001">
            <a:extLst>
              <a:ext uri="{FF2B5EF4-FFF2-40B4-BE49-F238E27FC236}">
                <a16:creationId xmlns:a16="http://schemas.microsoft.com/office/drawing/2014/main" id="{A40EEA2E-A801-414B-8FBC-BBC009ECE19B}"/>
              </a:ext>
            </a:extLst>
          </p:cNvPr>
          <p:cNvSpPr>
            <a:spLocks/>
          </p:cNvSpPr>
          <p:nvPr/>
        </p:nvSpPr>
        <p:spPr bwMode="auto">
          <a:xfrm>
            <a:off x="10156000" y="5771101"/>
            <a:ext cx="31643" cy="27380"/>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grpSp>
        <p:nvGrpSpPr>
          <p:cNvPr id="430" name="Group 1002">
            <a:extLst>
              <a:ext uri="{FF2B5EF4-FFF2-40B4-BE49-F238E27FC236}">
                <a16:creationId xmlns:a16="http://schemas.microsoft.com/office/drawing/2014/main" id="{F068EC4B-78B0-B24C-99A7-F96D6C86A2B9}"/>
              </a:ext>
            </a:extLst>
          </p:cNvPr>
          <p:cNvGrpSpPr>
            <a:grpSpLocks/>
          </p:cNvGrpSpPr>
          <p:nvPr/>
        </p:nvGrpSpPr>
        <p:grpSpPr bwMode="auto">
          <a:xfrm>
            <a:off x="10089946" y="5767169"/>
            <a:ext cx="70024" cy="20243"/>
            <a:chOff x="614" y="2568"/>
            <a:chExt cx="725" cy="139"/>
          </a:xfrm>
        </p:grpSpPr>
        <p:sp>
          <p:nvSpPr>
            <p:cNvPr id="431" name="AutoShape 1003">
              <a:extLst>
                <a:ext uri="{FF2B5EF4-FFF2-40B4-BE49-F238E27FC236}">
                  <a16:creationId xmlns:a16="http://schemas.microsoft.com/office/drawing/2014/main" id="{76307DFD-7DBD-DD4D-8615-A8A8D15D8233}"/>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432" name="AutoShape 1004">
              <a:extLst>
                <a:ext uri="{FF2B5EF4-FFF2-40B4-BE49-F238E27FC236}">
                  <a16:creationId xmlns:a16="http://schemas.microsoft.com/office/drawing/2014/main" id="{B5EA7410-FCB5-3C42-A74F-F566ABFADDB8}"/>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grpSp>
      <p:sp>
        <p:nvSpPr>
          <p:cNvPr id="433" name="Rectangle 1005">
            <a:extLst>
              <a:ext uri="{FF2B5EF4-FFF2-40B4-BE49-F238E27FC236}">
                <a16:creationId xmlns:a16="http://schemas.microsoft.com/office/drawing/2014/main" id="{10238275-C02A-F74A-A765-B593C055F724}"/>
              </a:ext>
            </a:extLst>
          </p:cNvPr>
          <p:cNvSpPr>
            <a:spLocks noChangeArrowheads="1"/>
          </p:cNvSpPr>
          <p:nvPr/>
        </p:nvSpPr>
        <p:spPr bwMode="auto">
          <a:xfrm>
            <a:off x="10150946" y="5636388"/>
            <a:ext cx="8422" cy="332778"/>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434" name="Freeform 1006">
            <a:extLst>
              <a:ext uri="{FF2B5EF4-FFF2-40B4-BE49-F238E27FC236}">
                <a16:creationId xmlns:a16="http://schemas.microsoft.com/office/drawing/2014/main" id="{81D6D301-6C77-C64B-B2D0-382D840AA7FC}"/>
              </a:ext>
            </a:extLst>
          </p:cNvPr>
          <p:cNvSpPr>
            <a:spLocks/>
          </p:cNvSpPr>
          <p:nvPr/>
        </p:nvSpPr>
        <p:spPr bwMode="auto">
          <a:xfrm>
            <a:off x="10158887" y="5720566"/>
            <a:ext cx="28515" cy="31020"/>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435" name="Freeform 1007">
            <a:extLst>
              <a:ext uri="{FF2B5EF4-FFF2-40B4-BE49-F238E27FC236}">
                <a16:creationId xmlns:a16="http://schemas.microsoft.com/office/drawing/2014/main" id="{6966CA35-6F7B-6C4F-AEE3-078FED56DF20}"/>
              </a:ext>
            </a:extLst>
          </p:cNvPr>
          <p:cNvSpPr>
            <a:spLocks/>
          </p:cNvSpPr>
          <p:nvPr/>
        </p:nvSpPr>
        <p:spPr bwMode="auto">
          <a:xfrm>
            <a:off x="10159248" y="5672943"/>
            <a:ext cx="29357" cy="34953"/>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436" name="Oval 1008">
            <a:extLst>
              <a:ext uri="{FF2B5EF4-FFF2-40B4-BE49-F238E27FC236}">
                <a16:creationId xmlns:a16="http://schemas.microsoft.com/office/drawing/2014/main" id="{2CFA9381-C4F6-8A4A-BCBB-312388656716}"/>
              </a:ext>
            </a:extLst>
          </p:cNvPr>
          <p:cNvSpPr>
            <a:spLocks noChangeArrowheads="1"/>
          </p:cNvSpPr>
          <p:nvPr/>
        </p:nvSpPr>
        <p:spPr bwMode="auto">
          <a:xfrm>
            <a:off x="10183311" y="5954166"/>
            <a:ext cx="6016" cy="1383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437" name="Freeform 1009">
            <a:extLst>
              <a:ext uri="{FF2B5EF4-FFF2-40B4-BE49-F238E27FC236}">
                <a16:creationId xmlns:a16="http://schemas.microsoft.com/office/drawing/2014/main" id="{B30AEBEB-78E1-754E-BA64-FEE706BFF392}"/>
              </a:ext>
            </a:extLst>
          </p:cNvPr>
          <p:cNvSpPr>
            <a:spLocks/>
          </p:cNvSpPr>
          <p:nvPr/>
        </p:nvSpPr>
        <p:spPr bwMode="auto">
          <a:xfrm>
            <a:off x="10157684" y="5954603"/>
            <a:ext cx="29477" cy="29127"/>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438" name="AutoShape 1010">
            <a:extLst>
              <a:ext uri="{FF2B5EF4-FFF2-40B4-BE49-F238E27FC236}">
                <a16:creationId xmlns:a16="http://schemas.microsoft.com/office/drawing/2014/main" id="{F2779901-7D8F-784A-8E8D-397036700A71}"/>
              </a:ext>
            </a:extLst>
          </p:cNvPr>
          <p:cNvSpPr>
            <a:spLocks noChangeArrowheads="1"/>
          </p:cNvSpPr>
          <p:nvPr/>
        </p:nvSpPr>
        <p:spPr bwMode="auto">
          <a:xfrm>
            <a:off x="10017877" y="5963487"/>
            <a:ext cx="143898" cy="21845"/>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439" name="AutoShape 1011">
            <a:extLst>
              <a:ext uri="{FF2B5EF4-FFF2-40B4-BE49-F238E27FC236}">
                <a16:creationId xmlns:a16="http://schemas.microsoft.com/office/drawing/2014/main" id="{87A8BD55-4166-4643-A7DA-52B9D36F3801}"/>
              </a:ext>
            </a:extLst>
          </p:cNvPr>
          <p:cNvSpPr>
            <a:spLocks noChangeArrowheads="1"/>
          </p:cNvSpPr>
          <p:nvPr/>
        </p:nvSpPr>
        <p:spPr bwMode="auto">
          <a:xfrm>
            <a:off x="10026299" y="5969166"/>
            <a:ext cx="128257" cy="11505"/>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440" name="Oval 1012">
            <a:extLst>
              <a:ext uri="{FF2B5EF4-FFF2-40B4-BE49-F238E27FC236}">
                <a16:creationId xmlns:a16="http://schemas.microsoft.com/office/drawing/2014/main" id="{0F991E83-25F4-2549-B34F-7A98472010D7}"/>
              </a:ext>
            </a:extLst>
          </p:cNvPr>
          <p:cNvSpPr>
            <a:spLocks noChangeArrowheads="1"/>
          </p:cNvSpPr>
          <p:nvPr/>
        </p:nvSpPr>
        <p:spPr bwMode="auto">
          <a:xfrm>
            <a:off x="10038210" y="5920815"/>
            <a:ext cx="19130" cy="20680"/>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441" name="Oval 1013">
            <a:extLst>
              <a:ext uri="{FF2B5EF4-FFF2-40B4-BE49-F238E27FC236}">
                <a16:creationId xmlns:a16="http://schemas.microsoft.com/office/drawing/2014/main" id="{01F6513A-F015-D94A-929C-75D48673F75A}"/>
              </a:ext>
            </a:extLst>
          </p:cNvPr>
          <p:cNvSpPr>
            <a:spLocks noChangeArrowheads="1"/>
          </p:cNvSpPr>
          <p:nvPr/>
        </p:nvSpPr>
        <p:spPr bwMode="auto">
          <a:xfrm>
            <a:off x="10059867" y="5920815"/>
            <a:ext cx="19130" cy="2068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1800" b="0" i="0" u="none"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endParaRPr>
          </a:p>
        </p:txBody>
      </p:sp>
      <p:sp>
        <p:nvSpPr>
          <p:cNvPr id="442" name="Oval 1014">
            <a:extLst>
              <a:ext uri="{FF2B5EF4-FFF2-40B4-BE49-F238E27FC236}">
                <a16:creationId xmlns:a16="http://schemas.microsoft.com/office/drawing/2014/main" id="{DF2F1710-E7DF-7E48-A534-44E42CD00502}"/>
              </a:ext>
            </a:extLst>
          </p:cNvPr>
          <p:cNvSpPr>
            <a:spLocks noChangeArrowheads="1"/>
          </p:cNvSpPr>
          <p:nvPr/>
        </p:nvSpPr>
        <p:spPr bwMode="auto">
          <a:xfrm>
            <a:off x="10080201" y="5920815"/>
            <a:ext cx="19130" cy="20680"/>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443" name="Rectangle 1015">
            <a:extLst>
              <a:ext uri="{FF2B5EF4-FFF2-40B4-BE49-F238E27FC236}">
                <a16:creationId xmlns:a16="http://schemas.microsoft.com/office/drawing/2014/main" id="{328DCBC9-32E9-FD44-B2CF-3BC801D59B6C}"/>
              </a:ext>
            </a:extLst>
          </p:cNvPr>
          <p:cNvSpPr>
            <a:spLocks noChangeArrowheads="1"/>
          </p:cNvSpPr>
          <p:nvPr/>
        </p:nvSpPr>
        <p:spPr bwMode="auto">
          <a:xfrm>
            <a:off x="10129410" y="5841444"/>
            <a:ext cx="9625" cy="110538"/>
          </a:xfrm>
          <a:prstGeom prst="rect">
            <a:avLst/>
          </a:prstGeom>
          <a:solidFill>
            <a:srgbClr val="292929"/>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grpSp>
        <p:nvGrpSpPr>
          <p:cNvPr id="447" name="Group 590">
            <a:extLst>
              <a:ext uri="{FF2B5EF4-FFF2-40B4-BE49-F238E27FC236}">
                <a16:creationId xmlns:a16="http://schemas.microsoft.com/office/drawing/2014/main" id="{CCAB7625-FEE3-BB4A-97C1-EF1CC2679904}"/>
              </a:ext>
            </a:extLst>
          </p:cNvPr>
          <p:cNvGrpSpPr>
            <a:grpSpLocks/>
          </p:cNvGrpSpPr>
          <p:nvPr/>
        </p:nvGrpSpPr>
        <p:grpSpPr bwMode="auto">
          <a:xfrm flipH="1">
            <a:off x="7773981" y="5281060"/>
            <a:ext cx="345630" cy="320302"/>
            <a:chOff x="2839" y="3501"/>
            <a:chExt cx="755" cy="803"/>
          </a:xfrm>
        </p:grpSpPr>
        <p:pic>
          <p:nvPicPr>
            <p:cNvPr id="451" name="Picture 591" descr="desktop_computer_stylized_medium">
              <a:extLst>
                <a:ext uri="{FF2B5EF4-FFF2-40B4-BE49-F238E27FC236}">
                  <a16:creationId xmlns:a16="http://schemas.microsoft.com/office/drawing/2014/main" id="{FC71EB74-5BE7-7A48-B637-5058D8494691}"/>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2" name="Freeform 592">
              <a:extLst>
                <a:ext uri="{FF2B5EF4-FFF2-40B4-BE49-F238E27FC236}">
                  <a16:creationId xmlns:a16="http://schemas.microsoft.com/office/drawing/2014/main" id="{B9007CC0-7362-AE4E-9B5B-742E3046FEFC}"/>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grpSp>
      <p:grpSp>
        <p:nvGrpSpPr>
          <p:cNvPr id="446" name="Group 652">
            <a:extLst>
              <a:ext uri="{FF2B5EF4-FFF2-40B4-BE49-F238E27FC236}">
                <a16:creationId xmlns:a16="http://schemas.microsoft.com/office/drawing/2014/main" id="{84B474B2-2AC4-EC40-9EA0-B5E48CE68CBD}"/>
              </a:ext>
            </a:extLst>
          </p:cNvPr>
          <p:cNvGrpSpPr>
            <a:grpSpLocks/>
          </p:cNvGrpSpPr>
          <p:nvPr/>
        </p:nvGrpSpPr>
        <p:grpSpPr bwMode="auto">
          <a:xfrm>
            <a:off x="7750224" y="1859725"/>
            <a:ext cx="415925" cy="385763"/>
            <a:chOff x="2751" y="1851"/>
            <a:chExt cx="462" cy="478"/>
          </a:xfrm>
        </p:grpSpPr>
        <p:pic>
          <p:nvPicPr>
            <p:cNvPr id="453" name="Picture 653" descr="iphone_stylized_small">
              <a:extLst>
                <a:ext uri="{FF2B5EF4-FFF2-40B4-BE49-F238E27FC236}">
                  <a16:creationId xmlns:a16="http://schemas.microsoft.com/office/drawing/2014/main" id="{34A94CEC-DE5F-E64D-A5B4-F04DB32319EA}"/>
                </a:ext>
              </a:extLst>
            </p:cNvPr>
            <p:cNvPicPr>
              <a:picLocks noChangeAspect="1" noChangeArrowheads="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4" name="Picture 654" descr="antenna_radiation_stylized">
              <a:extLst>
                <a:ext uri="{FF2B5EF4-FFF2-40B4-BE49-F238E27FC236}">
                  <a16:creationId xmlns:a16="http://schemas.microsoft.com/office/drawing/2014/main" id="{67C4AABE-F80E-F846-A0E8-D555DE64EBB1}"/>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23" name="Group 950">
            <a:extLst>
              <a:ext uri="{FF2B5EF4-FFF2-40B4-BE49-F238E27FC236}">
                <a16:creationId xmlns:a16="http://schemas.microsoft.com/office/drawing/2014/main" id="{BF16D25A-05F2-BD48-8851-FCCC3771B7E8}"/>
              </a:ext>
            </a:extLst>
          </p:cNvPr>
          <p:cNvGrpSpPr>
            <a:grpSpLocks/>
          </p:cNvGrpSpPr>
          <p:nvPr/>
        </p:nvGrpSpPr>
        <p:grpSpPr bwMode="auto">
          <a:xfrm>
            <a:off x="10253990" y="5273951"/>
            <a:ext cx="177192" cy="330833"/>
            <a:chOff x="4140" y="429"/>
            <a:chExt cx="1425" cy="2396"/>
          </a:xfrm>
        </p:grpSpPr>
        <p:sp>
          <p:nvSpPr>
            <p:cNvPr id="324" name="Freeform 951">
              <a:extLst>
                <a:ext uri="{FF2B5EF4-FFF2-40B4-BE49-F238E27FC236}">
                  <a16:creationId xmlns:a16="http://schemas.microsoft.com/office/drawing/2014/main" id="{72C50429-8235-E440-B0F8-ADCFAC748511}"/>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325" name="Rectangle 952">
              <a:extLst>
                <a:ext uri="{FF2B5EF4-FFF2-40B4-BE49-F238E27FC236}">
                  <a16:creationId xmlns:a16="http://schemas.microsoft.com/office/drawing/2014/main" id="{C8289D20-20EF-CE4A-B82D-CC6F98B220CD}"/>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326" name="Freeform 953">
              <a:extLst>
                <a:ext uri="{FF2B5EF4-FFF2-40B4-BE49-F238E27FC236}">
                  <a16:creationId xmlns:a16="http://schemas.microsoft.com/office/drawing/2014/main" id="{512EE24C-2BC1-5A45-B541-28FAD55222BB}"/>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327" name="Freeform 954">
              <a:extLst>
                <a:ext uri="{FF2B5EF4-FFF2-40B4-BE49-F238E27FC236}">
                  <a16:creationId xmlns:a16="http://schemas.microsoft.com/office/drawing/2014/main" id="{CC26DF50-FD02-994D-80F7-4CD21CC31FDE}"/>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328" name="Rectangle 955">
              <a:extLst>
                <a:ext uri="{FF2B5EF4-FFF2-40B4-BE49-F238E27FC236}">
                  <a16:creationId xmlns:a16="http://schemas.microsoft.com/office/drawing/2014/main" id="{12D5F885-EEB6-EA49-8F16-8E65F7B568A3}"/>
                </a:ext>
              </a:extLst>
            </p:cNvPr>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grpSp>
          <p:nvGrpSpPr>
            <p:cNvPr id="329" name="Group 956">
              <a:extLst>
                <a:ext uri="{FF2B5EF4-FFF2-40B4-BE49-F238E27FC236}">
                  <a16:creationId xmlns:a16="http://schemas.microsoft.com/office/drawing/2014/main" id="{4819CF1A-CAA2-2445-BACA-6333C67700FA}"/>
                </a:ext>
              </a:extLst>
            </p:cNvPr>
            <p:cNvGrpSpPr>
              <a:grpSpLocks/>
            </p:cNvGrpSpPr>
            <p:nvPr/>
          </p:nvGrpSpPr>
          <p:grpSpPr bwMode="auto">
            <a:xfrm>
              <a:off x="4749" y="668"/>
              <a:ext cx="581" cy="145"/>
              <a:chOff x="614" y="2568"/>
              <a:chExt cx="725" cy="139"/>
            </a:xfrm>
          </p:grpSpPr>
          <p:sp>
            <p:nvSpPr>
              <p:cNvPr id="354" name="AutoShape 957">
                <a:extLst>
                  <a:ext uri="{FF2B5EF4-FFF2-40B4-BE49-F238E27FC236}">
                    <a16:creationId xmlns:a16="http://schemas.microsoft.com/office/drawing/2014/main" id="{F403CAA7-7575-5B45-9B26-74060E67EDD8}"/>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355" name="AutoShape 958">
                <a:extLst>
                  <a:ext uri="{FF2B5EF4-FFF2-40B4-BE49-F238E27FC236}">
                    <a16:creationId xmlns:a16="http://schemas.microsoft.com/office/drawing/2014/main" id="{E7C03107-B3D4-E74B-8026-51FC5FB4C97E}"/>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grpSp>
        <p:sp>
          <p:nvSpPr>
            <p:cNvPr id="330" name="Rectangle 959">
              <a:extLst>
                <a:ext uri="{FF2B5EF4-FFF2-40B4-BE49-F238E27FC236}">
                  <a16:creationId xmlns:a16="http://schemas.microsoft.com/office/drawing/2014/main" id="{8C82FD14-8B3E-4C45-BA2F-1D536922BBF8}"/>
                </a:ext>
              </a:extLst>
            </p:cNvPr>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grpSp>
          <p:nvGrpSpPr>
            <p:cNvPr id="331" name="Group 960">
              <a:extLst>
                <a:ext uri="{FF2B5EF4-FFF2-40B4-BE49-F238E27FC236}">
                  <a16:creationId xmlns:a16="http://schemas.microsoft.com/office/drawing/2014/main" id="{848EC42A-6B0F-D74E-99AF-9287D4319DF2}"/>
                </a:ext>
              </a:extLst>
            </p:cNvPr>
            <p:cNvGrpSpPr>
              <a:grpSpLocks/>
            </p:cNvGrpSpPr>
            <p:nvPr/>
          </p:nvGrpSpPr>
          <p:grpSpPr bwMode="auto">
            <a:xfrm>
              <a:off x="4747" y="994"/>
              <a:ext cx="581" cy="134"/>
              <a:chOff x="614" y="2568"/>
              <a:chExt cx="725" cy="139"/>
            </a:xfrm>
          </p:grpSpPr>
          <p:sp>
            <p:nvSpPr>
              <p:cNvPr id="352" name="AutoShape 961">
                <a:extLst>
                  <a:ext uri="{FF2B5EF4-FFF2-40B4-BE49-F238E27FC236}">
                    <a16:creationId xmlns:a16="http://schemas.microsoft.com/office/drawing/2014/main" id="{5837F05C-C8FD-5D48-B46A-FAF46F8F6D0B}"/>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353" name="AutoShape 962">
                <a:extLst>
                  <a:ext uri="{FF2B5EF4-FFF2-40B4-BE49-F238E27FC236}">
                    <a16:creationId xmlns:a16="http://schemas.microsoft.com/office/drawing/2014/main" id="{85884ACD-1556-C049-9208-BBD38D4BCBC0}"/>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grpSp>
        <p:sp>
          <p:nvSpPr>
            <p:cNvPr id="332" name="Rectangle 963">
              <a:extLst>
                <a:ext uri="{FF2B5EF4-FFF2-40B4-BE49-F238E27FC236}">
                  <a16:creationId xmlns:a16="http://schemas.microsoft.com/office/drawing/2014/main" id="{BB3BDCEC-6ABC-7E44-B9C4-70680B6560C5}"/>
                </a:ext>
              </a:extLst>
            </p:cNvPr>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333" name="Rectangle 964">
              <a:extLst>
                <a:ext uri="{FF2B5EF4-FFF2-40B4-BE49-F238E27FC236}">
                  <a16:creationId xmlns:a16="http://schemas.microsoft.com/office/drawing/2014/main" id="{BF659529-BF75-D64D-A398-3F5F02E8D6F0}"/>
                </a:ext>
              </a:extLst>
            </p:cNvPr>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grpSp>
          <p:nvGrpSpPr>
            <p:cNvPr id="334" name="Group 965">
              <a:extLst>
                <a:ext uri="{FF2B5EF4-FFF2-40B4-BE49-F238E27FC236}">
                  <a16:creationId xmlns:a16="http://schemas.microsoft.com/office/drawing/2014/main" id="{08EED94E-296E-6944-AB01-4E0F74CF6006}"/>
                </a:ext>
              </a:extLst>
            </p:cNvPr>
            <p:cNvGrpSpPr>
              <a:grpSpLocks/>
            </p:cNvGrpSpPr>
            <p:nvPr/>
          </p:nvGrpSpPr>
          <p:grpSpPr bwMode="auto">
            <a:xfrm>
              <a:off x="4735" y="1627"/>
              <a:ext cx="582" cy="151"/>
              <a:chOff x="614" y="2568"/>
              <a:chExt cx="725" cy="139"/>
            </a:xfrm>
          </p:grpSpPr>
          <p:sp>
            <p:nvSpPr>
              <p:cNvPr id="350" name="AutoShape 966">
                <a:extLst>
                  <a:ext uri="{FF2B5EF4-FFF2-40B4-BE49-F238E27FC236}">
                    <a16:creationId xmlns:a16="http://schemas.microsoft.com/office/drawing/2014/main" id="{E45BC691-EDAB-5043-B974-6931BF4A1A74}"/>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351" name="AutoShape 967">
                <a:extLst>
                  <a:ext uri="{FF2B5EF4-FFF2-40B4-BE49-F238E27FC236}">
                    <a16:creationId xmlns:a16="http://schemas.microsoft.com/office/drawing/2014/main" id="{BC4BCC73-0226-7344-A90F-A319311EB05E}"/>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grpSp>
        <p:sp>
          <p:nvSpPr>
            <p:cNvPr id="335" name="Freeform 968">
              <a:extLst>
                <a:ext uri="{FF2B5EF4-FFF2-40B4-BE49-F238E27FC236}">
                  <a16:creationId xmlns:a16="http://schemas.microsoft.com/office/drawing/2014/main" id="{4D3CB3E6-04E9-DD42-A1E2-B9CFDE5F4080}"/>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grpSp>
          <p:nvGrpSpPr>
            <p:cNvPr id="336" name="Group 969">
              <a:extLst>
                <a:ext uri="{FF2B5EF4-FFF2-40B4-BE49-F238E27FC236}">
                  <a16:creationId xmlns:a16="http://schemas.microsoft.com/office/drawing/2014/main" id="{D3A85C8F-5C9D-004C-BED1-826FD6B7538B}"/>
                </a:ext>
              </a:extLst>
            </p:cNvPr>
            <p:cNvGrpSpPr>
              <a:grpSpLocks/>
            </p:cNvGrpSpPr>
            <p:nvPr/>
          </p:nvGrpSpPr>
          <p:grpSpPr bwMode="auto">
            <a:xfrm>
              <a:off x="4739" y="1327"/>
              <a:ext cx="582" cy="139"/>
              <a:chOff x="614" y="2568"/>
              <a:chExt cx="725" cy="139"/>
            </a:xfrm>
          </p:grpSpPr>
          <p:sp>
            <p:nvSpPr>
              <p:cNvPr id="348" name="AutoShape 970">
                <a:extLst>
                  <a:ext uri="{FF2B5EF4-FFF2-40B4-BE49-F238E27FC236}">
                    <a16:creationId xmlns:a16="http://schemas.microsoft.com/office/drawing/2014/main" id="{61DC189F-D857-CE49-9706-A99AFD074139}"/>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349" name="AutoShape 971">
                <a:extLst>
                  <a:ext uri="{FF2B5EF4-FFF2-40B4-BE49-F238E27FC236}">
                    <a16:creationId xmlns:a16="http://schemas.microsoft.com/office/drawing/2014/main" id="{8FED6611-7057-CD45-9474-CA215533CFCA}"/>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grpSp>
        <p:sp>
          <p:nvSpPr>
            <p:cNvPr id="337" name="Rectangle 972">
              <a:extLst>
                <a:ext uri="{FF2B5EF4-FFF2-40B4-BE49-F238E27FC236}">
                  <a16:creationId xmlns:a16="http://schemas.microsoft.com/office/drawing/2014/main" id="{043E3E2C-723D-CA49-8604-B8FA4FD29217}"/>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338" name="Freeform 973">
              <a:extLst>
                <a:ext uri="{FF2B5EF4-FFF2-40B4-BE49-F238E27FC236}">
                  <a16:creationId xmlns:a16="http://schemas.microsoft.com/office/drawing/2014/main" id="{A7D59DBF-B240-2743-8F05-CD66521792A4}"/>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339" name="Freeform 974">
              <a:extLst>
                <a:ext uri="{FF2B5EF4-FFF2-40B4-BE49-F238E27FC236}">
                  <a16:creationId xmlns:a16="http://schemas.microsoft.com/office/drawing/2014/main" id="{782758E0-5FA1-2541-8957-4820DA264444}"/>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340" name="Oval 975">
              <a:extLst>
                <a:ext uri="{FF2B5EF4-FFF2-40B4-BE49-F238E27FC236}">
                  <a16:creationId xmlns:a16="http://schemas.microsoft.com/office/drawing/2014/main" id="{E43434A9-1771-1841-B10D-00C68B13FB31}"/>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341" name="Freeform 976">
              <a:extLst>
                <a:ext uri="{FF2B5EF4-FFF2-40B4-BE49-F238E27FC236}">
                  <a16:creationId xmlns:a16="http://schemas.microsoft.com/office/drawing/2014/main" id="{7F3BC29B-77D4-0345-BC99-5EBDE5178647}"/>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342" name="AutoShape 977">
              <a:extLst>
                <a:ext uri="{FF2B5EF4-FFF2-40B4-BE49-F238E27FC236}">
                  <a16:creationId xmlns:a16="http://schemas.microsoft.com/office/drawing/2014/main" id="{AB8C4D5D-D558-0E48-B735-10A1700F94AB}"/>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343" name="AutoShape 978">
              <a:extLst>
                <a:ext uri="{FF2B5EF4-FFF2-40B4-BE49-F238E27FC236}">
                  <a16:creationId xmlns:a16="http://schemas.microsoft.com/office/drawing/2014/main" id="{A52E34C3-2A4E-6E43-AEAD-80E9029E9F40}"/>
                </a:ext>
              </a:extLst>
            </p:cNvPr>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344" name="Oval 979">
              <a:extLst>
                <a:ext uri="{FF2B5EF4-FFF2-40B4-BE49-F238E27FC236}">
                  <a16:creationId xmlns:a16="http://schemas.microsoft.com/office/drawing/2014/main" id="{CF996EB8-B8AF-1645-81FB-5C4480FC1083}"/>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345" name="Oval 980">
              <a:extLst>
                <a:ext uri="{FF2B5EF4-FFF2-40B4-BE49-F238E27FC236}">
                  <a16:creationId xmlns:a16="http://schemas.microsoft.com/office/drawing/2014/main" id="{6ABBF416-3D25-A54A-B9CB-9BC7B8D8BD14}"/>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1800" b="0" i="0" u="none"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endParaRPr>
            </a:p>
          </p:txBody>
        </p:sp>
        <p:sp>
          <p:nvSpPr>
            <p:cNvPr id="346" name="Oval 981">
              <a:extLst>
                <a:ext uri="{FF2B5EF4-FFF2-40B4-BE49-F238E27FC236}">
                  <a16:creationId xmlns:a16="http://schemas.microsoft.com/office/drawing/2014/main" id="{BEBFB614-43B9-5A4B-8E5D-794244BE125E}"/>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347" name="Rectangle 982">
              <a:extLst>
                <a:ext uri="{FF2B5EF4-FFF2-40B4-BE49-F238E27FC236}">
                  <a16:creationId xmlns:a16="http://schemas.microsoft.com/office/drawing/2014/main" id="{C5CE1C8E-4047-8540-B7FB-EBAB3DBC6460}"/>
                </a:ext>
              </a:extLst>
            </p:cNvPr>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grpSp>
      <p:grpSp>
        <p:nvGrpSpPr>
          <p:cNvPr id="474" name="Group 473">
            <a:extLst>
              <a:ext uri="{FF2B5EF4-FFF2-40B4-BE49-F238E27FC236}">
                <a16:creationId xmlns:a16="http://schemas.microsoft.com/office/drawing/2014/main" id="{68802756-5E0F-D142-AA8F-2D274E297BB1}"/>
              </a:ext>
            </a:extLst>
          </p:cNvPr>
          <p:cNvGrpSpPr/>
          <p:nvPr/>
        </p:nvGrpSpPr>
        <p:grpSpPr>
          <a:xfrm>
            <a:off x="6571713" y="2686293"/>
            <a:ext cx="1038308" cy="956788"/>
            <a:chOff x="6571713" y="2686293"/>
            <a:chExt cx="1038308" cy="956788"/>
          </a:xfrm>
        </p:grpSpPr>
        <p:sp>
          <p:nvSpPr>
            <p:cNvPr id="463" name="Freeform 917">
              <a:extLst>
                <a:ext uri="{FF2B5EF4-FFF2-40B4-BE49-F238E27FC236}">
                  <a16:creationId xmlns:a16="http://schemas.microsoft.com/office/drawing/2014/main" id="{ADACC4C8-123A-0642-ADC2-DC6E1D927429}"/>
                </a:ext>
              </a:extLst>
            </p:cNvPr>
            <p:cNvSpPr>
              <a:spLocks/>
            </p:cNvSpPr>
            <p:nvPr/>
          </p:nvSpPr>
          <p:spPr bwMode="auto">
            <a:xfrm flipH="1">
              <a:off x="7291095" y="2700162"/>
              <a:ext cx="318926" cy="942919"/>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 name="connsiteX0" fmla="*/ 0 w 10140"/>
                <a:gd name="connsiteY0" fmla="*/ 9728 h 9728"/>
                <a:gd name="connsiteX1" fmla="*/ 10140 w 10140"/>
                <a:gd name="connsiteY1" fmla="*/ 0 h 9728"/>
                <a:gd name="connsiteX2" fmla="*/ 10140 w 10140"/>
                <a:gd name="connsiteY2" fmla="*/ 8670 h 9728"/>
                <a:gd name="connsiteX3" fmla="*/ 0 w 10140"/>
                <a:gd name="connsiteY3" fmla="*/ 9728 h 9728"/>
                <a:gd name="connsiteX0" fmla="*/ 319 w 10319"/>
                <a:gd name="connsiteY0" fmla="*/ 10000 h 10000"/>
                <a:gd name="connsiteX1" fmla="*/ 0 w 10319"/>
                <a:gd name="connsiteY1" fmla="*/ 9878 h 10000"/>
                <a:gd name="connsiteX2" fmla="*/ 10319 w 10319"/>
                <a:gd name="connsiteY2" fmla="*/ 0 h 10000"/>
                <a:gd name="connsiteX3" fmla="*/ 10319 w 10319"/>
                <a:gd name="connsiteY3" fmla="*/ 8912 h 10000"/>
                <a:gd name="connsiteX4" fmla="*/ 319 w 10319"/>
                <a:gd name="connsiteY4" fmla="*/ 10000 h 10000"/>
                <a:gd name="connsiteX0" fmla="*/ 2669 w 10319"/>
                <a:gd name="connsiteY0" fmla="*/ 10279 h 10279"/>
                <a:gd name="connsiteX1" fmla="*/ 0 w 10319"/>
                <a:gd name="connsiteY1" fmla="*/ 9878 h 10279"/>
                <a:gd name="connsiteX2" fmla="*/ 10319 w 10319"/>
                <a:gd name="connsiteY2" fmla="*/ 0 h 10279"/>
                <a:gd name="connsiteX3" fmla="*/ 10319 w 10319"/>
                <a:gd name="connsiteY3" fmla="*/ 8912 h 10279"/>
                <a:gd name="connsiteX4" fmla="*/ 2669 w 10319"/>
                <a:gd name="connsiteY4" fmla="*/ 10279 h 102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19" h="10279">
                  <a:moveTo>
                    <a:pt x="2669" y="10279"/>
                  </a:moveTo>
                  <a:lnTo>
                    <a:pt x="0" y="9878"/>
                  </a:lnTo>
                  <a:lnTo>
                    <a:pt x="10319" y="0"/>
                  </a:lnTo>
                  <a:lnTo>
                    <a:pt x="10319" y="8912"/>
                  </a:lnTo>
                  <a:lnTo>
                    <a:pt x="2669" y="10279"/>
                  </a:lnTo>
                  <a:close/>
                </a:path>
              </a:pathLst>
            </a:custGeom>
            <a:gradFill rotWithShape="1">
              <a:gsLst>
                <a:gs pos="0">
                  <a:schemeClr val="bg1"/>
                </a:gs>
                <a:gs pos="99000">
                  <a:schemeClr val="bg1">
                    <a:lumMod val="75000"/>
                  </a:schemeClr>
                </a:gs>
              </a:gsLst>
              <a:lin ang="0" scaled="1"/>
            </a:gra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grpSp>
          <p:nvGrpSpPr>
            <p:cNvPr id="455" name="Group 454">
              <a:extLst>
                <a:ext uri="{FF2B5EF4-FFF2-40B4-BE49-F238E27FC236}">
                  <a16:creationId xmlns:a16="http://schemas.microsoft.com/office/drawing/2014/main" id="{F51EF82F-6B76-1D43-BDCE-36A16F512D10}"/>
                </a:ext>
              </a:extLst>
            </p:cNvPr>
            <p:cNvGrpSpPr/>
            <p:nvPr/>
          </p:nvGrpSpPr>
          <p:grpSpPr>
            <a:xfrm>
              <a:off x="6571713" y="2686293"/>
              <a:ext cx="764135" cy="854075"/>
              <a:chOff x="6571713" y="2686293"/>
              <a:chExt cx="764135" cy="854075"/>
            </a:xfrm>
          </p:grpSpPr>
          <p:sp>
            <p:nvSpPr>
              <p:cNvPr id="520" name="Rectangle 228">
                <a:extLst>
                  <a:ext uri="{FF2B5EF4-FFF2-40B4-BE49-F238E27FC236}">
                    <a16:creationId xmlns:a16="http://schemas.microsoft.com/office/drawing/2014/main" id="{4174338D-3A0E-9747-819D-0C19F4DF4AA8}"/>
                  </a:ext>
                </a:extLst>
              </p:cNvPr>
              <p:cNvSpPr>
                <a:spLocks noChangeArrowheads="1"/>
              </p:cNvSpPr>
              <p:nvPr/>
            </p:nvSpPr>
            <p:spPr bwMode="auto">
              <a:xfrm>
                <a:off x="6641713" y="2722275"/>
                <a:ext cx="647951" cy="777228"/>
              </a:xfrm>
              <a:prstGeom prst="rect">
                <a:avLst/>
              </a:prstGeom>
              <a:solidFill>
                <a:schemeClr val="bg1"/>
              </a:solidFill>
              <a:ln w="12700">
                <a:solidFill>
                  <a:schemeClr val="tx1"/>
                </a:solidFill>
                <a:miter lim="800000"/>
                <a:headEnd/>
                <a:tailEnd/>
              </a:ln>
              <a:effectLst>
                <a:outerShdw blurRad="50800" dist="38100" dir="2700000" algn="tl" rotWithShape="0">
                  <a:schemeClr val="tx1">
                    <a:lumMod val="50000"/>
                    <a:lumOff val="50000"/>
                    <a:alpha val="40000"/>
                  </a:schemeClr>
                </a:outerShdw>
              </a:effec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521" name="Rectangle 229">
                <a:extLst>
                  <a:ext uri="{FF2B5EF4-FFF2-40B4-BE49-F238E27FC236}">
                    <a16:creationId xmlns:a16="http://schemas.microsoft.com/office/drawing/2014/main" id="{621AE13C-4ABC-334F-8206-4D5E08465C6E}"/>
                  </a:ext>
                </a:extLst>
              </p:cNvPr>
              <p:cNvSpPr>
                <a:spLocks noChangeArrowheads="1"/>
              </p:cNvSpPr>
              <p:nvPr/>
            </p:nvSpPr>
            <p:spPr bwMode="auto">
              <a:xfrm>
                <a:off x="6642457" y="3037370"/>
                <a:ext cx="648594" cy="158772"/>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522" name="Text Box 230">
                <a:extLst>
                  <a:ext uri="{FF2B5EF4-FFF2-40B4-BE49-F238E27FC236}">
                    <a16:creationId xmlns:a16="http://schemas.microsoft.com/office/drawing/2014/main" id="{CA38D367-F86F-AB43-B21E-1EEE691D3D74}"/>
                  </a:ext>
                </a:extLst>
              </p:cNvPr>
              <p:cNvSpPr txBox="1">
                <a:spLocks noChangeArrowheads="1"/>
              </p:cNvSpPr>
              <p:nvPr/>
            </p:nvSpPr>
            <p:spPr bwMode="auto">
              <a:xfrm>
                <a:off x="6571713" y="2686293"/>
                <a:ext cx="764135"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application</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transport</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rPr>
                  <a:t>network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link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physical</a:t>
                </a: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cxnSp>
            <p:nvCxnSpPr>
              <p:cNvPr id="9" name="Straight Connector 8">
                <a:extLst>
                  <a:ext uri="{FF2B5EF4-FFF2-40B4-BE49-F238E27FC236}">
                    <a16:creationId xmlns:a16="http://schemas.microsoft.com/office/drawing/2014/main" id="{3862EE7F-63B9-EE4A-8A32-E1BB698AA3F2}"/>
                  </a:ext>
                </a:extLst>
              </p:cNvPr>
              <p:cNvCxnSpPr>
                <a:cxnSpLocks/>
              </p:cNvCxnSpPr>
              <p:nvPr/>
            </p:nvCxnSpPr>
            <p:spPr>
              <a:xfrm>
                <a:off x="6638631" y="2891320"/>
                <a:ext cx="64646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7" name="Straight Connector 526">
                <a:extLst>
                  <a:ext uri="{FF2B5EF4-FFF2-40B4-BE49-F238E27FC236}">
                    <a16:creationId xmlns:a16="http://schemas.microsoft.com/office/drawing/2014/main" id="{929A4F7E-FE01-E545-A0B9-9F724FDE264B}"/>
                  </a:ext>
                </a:extLst>
              </p:cNvPr>
              <p:cNvCxnSpPr>
                <a:cxnSpLocks/>
              </p:cNvCxnSpPr>
              <p:nvPr/>
            </p:nvCxnSpPr>
            <p:spPr>
              <a:xfrm>
                <a:off x="6638631" y="3040545"/>
                <a:ext cx="64646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8" name="Straight Connector 527">
                <a:extLst>
                  <a:ext uri="{FF2B5EF4-FFF2-40B4-BE49-F238E27FC236}">
                    <a16:creationId xmlns:a16="http://schemas.microsoft.com/office/drawing/2014/main" id="{BD3F59DE-C12C-D645-AC9D-20A80143D6BE}"/>
                  </a:ext>
                </a:extLst>
              </p:cNvPr>
              <p:cNvCxnSpPr>
                <a:cxnSpLocks/>
              </p:cNvCxnSpPr>
              <p:nvPr/>
            </p:nvCxnSpPr>
            <p:spPr>
              <a:xfrm>
                <a:off x="6638631" y="3189770"/>
                <a:ext cx="64646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9" name="Straight Connector 528">
                <a:extLst>
                  <a:ext uri="{FF2B5EF4-FFF2-40B4-BE49-F238E27FC236}">
                    <a16:creationId xmlns:a16="http://schemas.microsoft.com/office/drawing/2014/main" id="{7757E2F0-9B94-084A-90A0-8529D1B757E6}"/>
                  </a:ext>
                </a:extLst>
              </p:cNvPr>
              <p:cNvCxnSpPr>
                <a:cxnSpLocks/>
              </p:cNvCxnSpPr>
              <p:nvPr/>
            </p:nvCxnSpPr>
            <p:spPr>
              <a:xfrm>
                <a:off x="6638631" y="3338995"/>
                <a:ext cx="64646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464" name="Group 463">
            <a:extLst>
              <a:ext uri="{FF2B5EF4-FFF2-40B4-BE49-F238E27FC236}">
                <a16:creationId xmlns:a16="http://schemas.microsoft.com/office/drawing/2014/main" id="{6D7E4C2B-1DC3-2A4C-90A6-0BDE31D46D3B}"/>
              </a:ext>
            </a:extLst>
          </p:cNvPr>
          <p:cNvGrpSpPr/>
          <p:nvPr/>
        </p:nvGrpSpPr>
        <p:grpSpPr>
          <a:xfrm>
            <a:off x="10202006" y="5357871"/>
            <a:ext cx="970347" cy="854075"/>
            <a:chOff x="10202006" y="5357871"/>
            <a:chExt cx="970347" cy="854075"/>
          </a:xfrm>
        </p:grpSpPr>
        <p:sp>
          <p:nvSpPr>
            <p:cNvPr id="530" name="Freeform 917">
              <a:extLst>
                <a:ext uri="{FF2B5EF4-FFF2-40B4-BE49-F238E27FC236}">
                  <a16:creationId xmlns:a16="http://schemas.microsoft.com/office/drawing/2014/main" id="{88BB7911-0614-1748-A570-7F1CD9A39BB8}"/>
                </a:ext>
              </a:extLst>
            </p:cNvPr>
            <p:cNvSpPr>
              <a:spLocks/>
            </p:cNvSpPr>
            <p:nvPr/>
          </p:nvSpPr>
          <p:spPr bwMode="auto">
            <a:xfrm>
              <a:off x="10202006" y="5397682"/>
              <a:ext cx="281273" cy="773122"/>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 name="connsiteX0" fmla="*/ 0 w 10140"/>
                <a:gd name="connsiteY0" fmla="*/ 9728 h 9728"/>
                <a:gd name="connsiteX1" fmla="*/ 10140 w 10140"/>
                <a:gd name="connsiteY1" fmla="*/ 0 h 9728"/>
                <a:gd name="connsiteX2" fmla="*/ 10140 w 10140"/>
                <a:gd name="connsiteY2" fmla="*/ 8670 h 9728"/>
                <a:gd name="connsiteX3" fmla="*/ 0 w 10140"/>
                <a:gd name="connsiteY3" fmla="*/ 9728 h 9728"/>
                <a:gd name="connsiteX0" fmla="*/ 319 w 10319"/>
                <a:gd name="connsiteY0" fmla="*/ 10000 h 10000"/>
                <a:gd name="connsiteX1" fmla="*/ 0 w 10319"/>
                <a:gd name="connsiteY1" fmla="*/ 9878 h 10000"/>
                <a:gd name="connsiteX2" fmla="*/ 10319 w 10319"/>
                <a:gd name="connsiteY2" fmla="*/ 0 h 10000"/>
                <a:gd name="connsiteX3" fmla="*/ 10319 w 10319"/>
                <a:gd name="connsiteY3" fmla="*/ 8912 h 10000"/>
                <a:gd name="connsiteX4" fmla="*/ 319 w 10319"/>
                <a:gd name="connsiteY4" fmla="*/ 10000 h 10000"/>
                <a:gd name="connsiteX0" fmla="*/ 2669 w 10319"/>
                <a:gd name="connsiteY0" fmla="*/ 10279 h 10279"/>
                <a:gd name="connsiteX1" fmla="*/ 0 w 10319"/>
                <a:gd name="connsiteY1" fmla="*/ 9878 h 10279"/>
                <a:gd name="connsiteX2" fmla="*/ 10319 w 10319"/>
                <a:gd name="connsiteY2" fmla="*/ 0 h 10279"/>
                <a:gd name="connsiteX3" fmla="*/ 10319 w 10319"/>
                <a:gd name="connsiteY3" fmla="*/ 8912 h 10279"/>
                <a:gd name="connsiteX4" fmla="*/ 2669 w 10319"/>
                <a:gd name="connsiteY4" fmla="*/ 10279 h 10279"/>
                <a:gd name="connsiteX0" fmla="*/ 2669 w 10319"/>
                <a:gd name="connsiteY0" fmla="*/ 10279 h 11889"/>
                <a:gd name="connsiteX1" fmla="*/ 0 w 10319"/>
                <a:gd name="connsiteY1" fmla="*/ 9878 h 11889"/>
                <a:gd name="connsiteX2" fmla="*/ 10319 w 10319"/>
                <a:gd name="connsiteY2" fmla="*/ 0 h 11889"/>
                <a:gd name="connsiteX3" fmla="*/ 10011 w 10319"/>
                <a:gd name="connsiteY3" fmla="*/ 11889 h 11889"/>
                <a:gd name="connsiteX4" fmla="*/ 2669 w 10319"/>
                <a:gd name="connsiteY4" fmla="*/ 10279 h 11889"/>
                <a:gd name="connsiteX0" fmla="*/ 2669 w 10024"/>
                <a:gd name="connsiteY0" fmla="*/ 6818 h 8428"/>
                <a:gd name="connsiteX1" fmla="*/ 0 w 10024"/>
                <a:gd name="connsiteY1" fmla="*/ 6417 h 8428"/>
                <a:gd name="connsiteX2" fmla="*/ 9703 w 10024"/>
                <a:gd name="connsiteY2" fmla="*/ 0 h 8428"/>
                <a:gd name="connsiteX3" fmla="*/ 10011 w 10024"/>
                <a:gd name="connsiteY3" fmla="*/ 8428 h 8428"/>
                <a:gd name="connsiteX4" fmla="*/ 2669 w 10024"/>
                <a:gd name="connsiteY4" fmla="*/ 6818 h 8428"/>
                <a:gd name="connsiteX0" fmla="*/ 1741 w 9078"/>
                <a:gd name="connsiteY0" fmla="*/ 8090 h 10000"/>
                <a:gd name="connsiteX1" fmla="*/ 0 w 9078"/>
                <a:gd name="connsiteY1" fmla="*/ 6834 h 10000"/>
                <a:gd name="connsiteX2" fmla="*/ 8758 w 9078"/>
                <a:gd name="connsiteY2" fmla="*/ 0 h 10000"/>
                <a:gd name="connsiteX3" fmla="*/ 9065 w 9078"/>
                <a:gd name="connsiteY3" fmla="*/ 10000 h 10000"/>
                <a:gd name="connsiteX4" fmla="*/ 1741 w 9078"/>
                <a:gd name="connsiteY4" fmla="*/ 8090 h 10000"/>
                <a:gd name="connsiteX0" fmla="*/ 112 w 10001"/>
                <a:gd name="connsiteY0" fmla="*/ 7638 h 10000"/>
                <a:gd name="connsiteX1" fmla="*/ 0 w 10001"/>
                <a:gd name="connsiteY1" fmla="*/ 6834 h 10000"/>
                <a:gd name="connsiteX2" fmla="*/ 9647 w 10001"/>
                <a:gd name="connsiteY2" fmla="*/ 0 h 10000"/>
                <a:gd name="connsiteX3" fmla="*/ 9986 w 10001"/>
                <a:gd name="connsiteY3" fmla="*/ 10000 h 10000"/>
                <a:gd name="connsiteX4" fmla="*/ 112 w 10001"/>
                <a:gd name="connsiteY4" fmla="*/ 7638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1" h="10000">
                  <a:moveTo>
                    <a:pt x="112" y="7638"/>
                  </a:moveTo>
                  <a:cubicBezTo>
                    <a:pt x="75" y="7370"/>
                    <a:pt x="37" y="7102"/>
                    <a:pt x="0" y="6834"/>
                  </a:cubicBezTo>
                  <a:lnTo>
                    <a:pt x="9647" y="0"/>
                  </a:lnTo>
                  <a:cubicBezTo>
                    <a:pt x="9534" y="4702"/>
                    <a:pt x="10099" y="5298"/>
                    <a:pt x="9986" y="10000"/>
                  </a:cubicBezTo>
                  <a:lnTo>
                    <a:pt x="112" y="7638"/>
                  </a:lnTo>
                  <a:close/>
                </a:path>
              </a:pathLst>
            </a:custGeom>
            <a:gradFill rotWithShape="1">
              <a:gsLst>
                <a:gs pos="0">
                  <a:schemeClr val="bg1"/>
                </a:gs>
                <a:gs pos="99000">
                  <a:schemeClr val="bg1">
                    <a:lumMod val="75000"/>
                  </a:schemeClr>
                </a:gs>
              </a:gsLst>
              <a:lin ang="0" scaled="1"/>
            </a:gra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grpSp>
          <p:nvGrpSpPr>
            <p:cNvPr id="531" name="Group 530">
              <a:extLst>
                <a:ext uri="{FF2B5EF4-FFF2-40B4-BE49-F238E27FC236}">
                  <a16:creationId xmlns:a16="http://schemas.microsoft.com/office/drawing/2014/main" id="{19A9DE1D-45C9-C144-A1C0-784FDCD971D3}"/>
                </a:ext>
              </a:extLst>
            </p:cNvPr>
            <p:cNvGrpSpPr/>
            <p:nvPr/>
          </p:nvGrpSpPr>
          <p:grpSpPr>
            <a:xfrm>
              <a:off x="10408218" y="5357871"/>
              <a:ext cx="764135" cy="854075"/>
              <a:chOff x="6571713" y="2686293"/>
              <a:chExt cx="764135" cy="854075"/>
            </a:xfrm>
          </p:grpSpPr>
          <p:sp>
            <p:nvSpPr>
              <p:cNvPr id="532" name="Rectangle 228">
                <a:extLst>
                  <a:ext uri="{FF2B5EF4-FFF2-40B4-BE49-F238E27FC236}">
                    <a16:creationId xmlns:a16="http://schemas.microsoft.com/office/drawing/2014/main" id="{5DD713FD-EA40-9B4B-802C-3AF871B580F8}"/>
                  </a:ext>
                </a:extLst>
              </p:cNvPr>
              <p:cNvSpPr>
                <a:spLocks noChangeArrowheads="1"/>
              </p:cNvSpPr>
              <p:nvPr/>
            </p:nvSpPr>
            <p:spPr bwMode="auto">
              <a:xfrm>
                <a:off x="6641713" y="2722275"/>
                <a:ext cx="647951" cy="777228"/>
              </a:xfrm>
              <a:prstGeom prst="rect">
                <a:avLst/>
              </a:prstGeom>
              <a:solidFill>
                <a:schemeClr val="bg1"/>
              </a:solidFill>
              <a:ln w="12700">
                <a:solidFill>
                  <a:schemeClr val="tx1"/>
                </a:solidFill>
                <a:miter lim="800000"/>
                <a:headEnd/>
                <a:tailEnd/>
              </a:ln>
              <a:effectLst>
                <a:outerShdw blurRad="50800" dist="38100" dir="2700000" algn="tl" rotWithShape="0">
                  <a:schemeClr val="tx1">
                    <a:lumMod val="50000"/>
                    <a:lumOff val="50000"/>
                    <a:alpha val="40000"/>
                  </a:schemeClr>
                </a:outerShdw>
              </a:effec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533" name="Rectangle 229">
                <a:extLst>
                  <a:ext uri="{FF2B5EF4-FFF2-40B4-BE49-F238E27FC236}">
                    <a16:creationId xmlns:a16="http://schemas.microsoft.com/office/drawing/2014/main" id="{719538F1-BB3F-A747-B46B-E825372287C2}"/>
                  </a:ext>
                </a:extLst>
              </p:cNvPr>
              <p:cNvSpPr>
                <a:spLocks noChangeArrowheads="1"/>
              </p:cNvSpPr>
              <p:nvPr/>
            </p:nvSpPr>
            <p:spPr bwMode="auto">
              <a:xfrm>
                <a:off x="6642457" y="3037370"/>
                <a:ext cx="648594" cy="158772"/>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534" name="Text Box 230">
                <a:extLst>
                  <a:ext uri="{FF2B5EF4-FFF2-40B4-BE49-F238E27FC236}">
                    <a16:creationId xmlns:a16="http://schemas.microsoft.com/office/drawing/2014/main" id="{67AF1768-8AEF-FD44-8A30-E764E9F88B70}"/>
                  </a:ext>
                </a:extLst>
              </p:cNvPr>
              <p:cNvSpPr txBox="1">
                <a:spLocks noChangeArrowheads="1"/>
              </p:cNvSpPr>
              <p:nvPr/>
            </p:nvSpPr>
            <p:spPr bwMode="auto">
              <a:xfrm>
                <a:off x="6571713" y="2686293"/>
                <a:ext cx="764135"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application</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transport</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rPr>
                  <a:t>network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link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physical</a:t>
                </a: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cxnSp>
            <p:nvCxnSpPr>
              <p:cNvPr id="535" name="Straight Connector 534">
                <a:extLst>
                  <a:ext uri="{FF2B5EF4-FFF2-40B4-BE49-F238E27FC236}">
                    <a16:creationId xmlns:a16="http://schemas.microsoft.com/office/drawing/2014/main" id="{22CAF256-C57E-8848-9992-472431799A88}"/>
                  </a:ext>
                </a:extLst>
              </p:cNvPr>
              <p:cNvCxnSpPr>
                <a:cxnSpLocks/>
              </p:cNvCxnSpPr>
              <p:nvPr/>
            </p:nvCxnSpPr>
            <p:spPr>
              <a:xfrm>
                <a:off x="6638631" y="2891320"/>
                <a:ext cx="64646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6" name="Straight Connector 535">
                <a:extLst>
                  <a:ext uri="{FF2B5EF4-FFF2-40B4-BE49-F238E27FC236}">
                    <a16:creationId xmlns:a16="http://schemas.microsoft.com/office/drawing/2014/main" id="{7573D7D3-A7AB-0B4F-A08C-BA6A7E07CA0B}"/>
                  </a:ext>
                </a:extLst>
              </p:cNvPr>
              <p:cNvCxnSpPr>
                <a:cxnSpLocks/>
              </p:cNvCxnSpPr>
              <p:nvPr/>
            </p:nvCxnSpPr>
            <p:spPr>
              <a:xfrm>
                <a:off x="6638631" y="3040545"/>
                <a:ext cx="64646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7" name="Straight Connector 536">
                <a:extLst>
                  <a:ext uri="{FF2B5EF4-FFF2-40B4-BE49-F238E27FC236}">
                    <a16:creationId xmlns:a16="http://schemas.microsoft.com/office/drawing/2014/main" id="{211E2459-6D52-2248-81F0-411DFD34BC1D}"/>
                  </a:ext>
                </a:extLst>
              </p:cNvPr>
              <p:cNvCxnSpPr>
                <a:cxnSpLocks/>
              </p:cNvCxnSpPr>
              <p:nvPr/>
            </p:nvCxnSpPr>
            <p:spPr>
              <a:xfrm>
                <a:off x="6638631" y="3189770"/>
                <a:ext cx="64646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8" name="Straight Connector 537">
                <a:extLst>
                  <a:ext uri="{FF2B5EF4-FFF2-40B4-BE49-F238E27FC236}">
                    <a16:creationId xmlns:a16="http://schemas.microsoft.com/office/drawing/2014/main" id="{50F9C417-B611-7043-A15F-F361AA3E9B74}"/>
                  </a:ext>
                </a:extLst>
              </p:cNvPr>
              <p:cNvCxnSpPr>
                <a:cxnSpLocks/>
              </p:cNvCxnSpPr>
              <p:nvPr/>
            </p:nvCxnSpPr>
            <p:spPr>
              <a:xfrm>
                <a:off x="6638631" y="3338995"/>
                <a:ext cx="64646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484" name="Group 950">
            <a:extLst>
              <a:ext uri="{FF2B5EF4-FFF2-40B4-BE49-F238E27FC236}">
                <a16:creationId xmlns:a16="http://schemas.microsoft.com/office/drawing/2014/main" id="{7CEBBAF6-579E-3943-B1EB-BB883618D6D9}"/>
              </a:ext>
            </a:extLst>
          </p:cNvPr>
          <p:cNvGrpSpPr>
            <a:grpSpLocks/>
          </p:cNvGrpSpPr>
          <p:nvPr/>
        </p:nvGrpSpPr>
        <p:grpSpPr bwMode="auto">
          <a:xfrm>
            <a:off x="10002508" y="5616400"/>
            <a:ext cx="214974" cy="403920"/>
            <a:chOff x="4140" y="429"/>
            <a:chExt cx="1425" cy="2396"/>
          </a:xfrm>
        </p:grpSpPr>
        <p:sp>
          <p:nvSpPr>
            <p:cNvPr id="485" name="Freeform 951">
              <a:extLst>
                <a:ext uri="{FF2B5EF4-FFF2-40B4-BE49-F238E27FC236}">
                  <a16:creationId xmlns:a16="http://schemas.microsoft.com/office/drawing/2014/main" id="{984581C6-7CED-A042-809F-11066F04B55E}"/>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486" name="Rectangle 952">
              <a:extLst>
                <a:ext uri="{FF2B5EF4-FFF2-40B4-BE49-F238E27FC236}">
                  <a16:creationId xmlns:a16="http://schemas.microsoft.com/office/drawing/2014/main" id="{0E0A78D4-7C3B-2143-AE69-FA504AD75E5E}"/>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487" name="Freeform 953">
              <a:extLst>
                <a:ext uri="{FF2B5EF4-FFF2-40B4-BE49-F238E27FC236}">
                  <a16:creationId xmlns:a16="http://schemas.microsoft.com/office/drawing/2014/main" id="{B0C7F238-A8B7-7443-8BA5-8939FF6B5572}"/>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488" name="Freeform 954">
              <a:extLst>
                <a:ext uri="{FF2B5EF4-FFF2-40B4-BE49-F238E27FC236}">
                  <a16:creationId xmlns:a16="http://schemas.microsoft.com/office/drawing/2014/main" id="{6F90FD17-11E4-EE4F-AF2F-7122C053E0C1}"/>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489" name="Rectangle 955">
              <a:extLst>
                <a:ext uri="{FF2B5EF4-FFF2-40B4-BE49-F238E27FC236}">
                  <a16:creationId xmlns:a16="http://schemas.microsoft.com/office/drawing/2014/main" id="{53A75298-B138-094F-9787-1B231F48063D}"/>
                </a:ext>
              </a:extLst>
            </p:cNvPr>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grpSp>
          <p:nvGrpSpPr>
            <p:cNvPr id="490" name="Group 956">
              <a:extLst>
                <a:ext uri="{FF2B5EF4-FFF2-40B4-BE49-F238E27FC236}">
                  <a16:creationId xmlns:a16="http://schemas.microsoft.com/office/drawing/2014/main" id="{AD456B50-CD82-6F4C-9CF1-09ABBC571C85}"/>
                </a:ext>
              </a:extLst>
            </p:cNvPr>
            <p:cNvGrpSpPr>
              <a:grpSpLocks/>
            </p:cNvGrpSpPr>
            <p:nvPr/>
          </p:nvGrpSpPr>
          <p:grpSpPr bwMode="auto">
            <a:xfrm>
              <a:off x="4749" y="668"/>
              <a:ext cx="581" cy="145"/>
              <a:chOff x="614" y="2568"/>
              <a:chExt cx="725" cy="139"/>
            </a:xfrm>
          </p:grpSpPr>
          <p:sp>
            <p:nvSpPr>
              <p:cNvPr id="515" name="AutoShape 957">
                <a:extLst>
                  <a:ext uri="{FF2B5EF4-FFF2-40B4-BE49-F238E27FC236}">
                    <a16:creationId xmlns:a16="http://schemas.microsoft.com/office/drawing/2014/main" id="{4C074F81-A723-5F4E-9479-CE1CDCFBCB88}"/>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516" name="AutoShape 958">
                <a:extLst>
                  <a:ext uri="{FF2B5EF4-FFF2-40B4-BE49-F238E27FC236}">
                    <a16:creationId xmlns:a16="http://schemas.microsoft.com/office/drawing/2014/main" id="{4DE71513-1E1D-B644-992C-AE6AB0DB1197}"/>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grpSp>
        <p:sp>
          <p:nvSpPr>
            <p:cNvPr id="491" name="Rectangle 959">
              <a:extLst>
                <a:ext uri="{FF2B5EF4-FFF2-40B4-BE49-F238E27FC236}">
                  <a16:creationId xmlns:a16="http://schemas.microsoft.com/office/drawing/2014/main" id="{05D448DB-B3CB-C64D-8C4B-72D790DFFD42}"/>
                </a:ext>
              </a:extLst>
            </p:cNvPr>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grpSp>
          <p:nvGrpSpPr>
            <p:cNvPr id="492" name="Group 960">
              <a:extLst>
                <a:ext uri="{FF2B5EF4-FFF2-40B4-BE49-F238E27FC236}">
                  <a16:creationId xmlns:a16="http://schemas.microsoft.com/office/drawing/2014/main" id="{9CDEBDA5-A066-D749-B9E9-47DB05253D32}"/>
                </a:ext>
              </a:extLst>
            </p:cNvPr>
            <p:cNvGrpSpPr>
              <a:grpSpLocks/>
            </p:cNvGrpSpPr>
            <p:nvPr/>
          </p:nvGrpSpPr>
          <p:grpSpPr bwMode="auto">
            <a:xfrm>
              <a:off x="4747" y="994"/>
              <a:ext cx="581" cy="134"/>
              <a:chOff x="614" y="2568"/>
              <a:chExt cx="725" cy="139"/>
            </a:xfrm>
          </p:grpSpPr>
          <p:sp>
            <p:nvSpPr>
              <p:cNvPr id="513" name="AutoShape 961">
                <a:extLst>
                  <a:ext uri="{FF2B5EF4-FFF2-40B4-BE49-F238E27FC236}">
                    <a16:creationId xmlns:a16="http://schemas.microsoft.com/office/drawing/2014/main" id="{8E73CA32-EF58-EA45-A4FE-37E560EBE8C6}"/>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514" name="AutoShape 962">
                <a:extLst>
                  <a:ext uri="{FF2B5EF4-FFF2-40B4-BE49-F238E27FC236}">
                    <a16:creationId xmlns:a16="http://schemas.microsoft.com/office/drawing/2014/main" id="{2E2C05F9-1F42-CF46-83F8-339E874CF6FB}"/>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grpSp>
        <p:sp>
          <p:nvSpPr>
            <p:cNvPr id="493" name="Rectangle 963">
              <a:extLst>
                <a:ext uri="{FF2B5EF4-FFF2-40B4-BE49-F238E27FC236}">
                  <a16:creationId xmlns:a16="http://schemas.microsoft.com/office/drawing/2014/main" id="{D2B5715C-9E55-D04D-BD32-A700B9DCC1E1}"/>
                </a:ext>
              </a:extLst>
            </p:cNvPr>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494" name="Rectangle 964">
              <a:extLst>
                <a:ext uri="{FF2B5EF4-FFF2-40B4-BE49-F238E27FC236}">
                  <a16:creationId xmlns:a16="http://schemas.microsoft.com/office/drawing/2014/main" id="{3A8FF8A7-C248-1B42-80FA-051974D95224}"/>
                </a:ext>
              </a:extLst>
            </p:cNvPr>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grpSp>
          <p:nvGrpSpPr>
            <p:cNvPr id="495" name="Group 965">
              <a:extLst>
                <a:ext uri="{FF2B5EF4-FFF2-40B4-BE49-F238E27FC236}">
                  <a16:creationId xmlns:a16="http://schemas.microsoft.com/office/drawing/2014/main" id="{8E71E5B0-A3F5-D344-B255-99112EB195F7}"/>
                </a:ext>
              </a:extLst>
            </p:cNvPr>
            <p:cNvGrpSpPr>
              <a:grpSpLocks/>
            </p:cNvGrpSpPr>
            <p:nvPr/>
          </p:nvGrpSpPr>
          <p:grpSpPr bwMode="auto">
            <a:xfrm>
              <a:off x="4735" y="1627"/>
              <a:ext cx="582" cy="151"/>
              <a:chOff x="614" y="2568"/>
              <a:chExt cx="725" cy="139"/>
            </a:xfrm>
          </p:grpSpPr>
          <p:sp>
            <p:nvSpPr>
              <p:cNvPr id="511" name="AutoShape 966">
                <a:extLst>
                  <a:ext uri="{FF2B5EF4-FFF2-40B4-BE49-F238E27FC236}">
                    <a16:creationId xmlns:a16="http://schemas.microsoft.com/office/drawing/2014/main" id="{A2F22898-EA39-FB4D-B255-ABCB1B7C1663}"/>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512" name="AutoShape 967">
                <a:extLst>
                  <a:ext uri="{FF2B5EF4-FFF2-40B4-BE49-F238E27FC236}">
                    <a16:creationId xmlns:a16="http://schemas.microsoft.com/office/drawing/2014/main" id="{FBF034BA-270B-6F40-B57B-8A19ABF2818D}"/>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grpSp>
        <p:sp>
          <p:nvSpPr>
            <p:cNvPr id="496" name="Freeform 968">
              <a:extLst>
                <a:ext uri="{FF2B5EF4-FFF2-40B4-BE49-F238E27FC236}">
                  <a16:creationId xmlns:a16="http://schemas.microsoft.com/office/drawing/2014/main" id="{C6616798-D999-124B-8365-0FF6B1AC6B22}"/>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grpSp>
          <p:nvGrpSpPr>
            <p:cNvPr id="497" name="Group 969">
              <a:extLst>
                <a:ext uri="{FF2B5EF4-FFF2-40B4-BE49-F238E27FC236}">
                  <a16:creationId xmlns:a16="http://schemas.microsoft.com/office/drawing/2014/main" id="{0D2B7299-399C-9748-80B1-8B82EA570848}"/>
                </a:ext>
              </a:extLst>
            </p:cNvPr>
            <p:cNvGrpSpPr>
              <a:grpSpLocks/>
            </p:cNvGrpSpPr>
            <p:nvPr/>
          </p:nvGrpSpPr>
          <p:grpSpPr bwMode="auto">
            <a:xfrm>
              <a:off x="4739" y="1327"/>
              <a:ext cx="582" cy="139"/>
              <a:chOff x="614" y="2568"/>
              <a:chExt cx="725" cy="139"/>
            </a:xfrm>
          </p:grpSpPr>
          <p:sp>
            <p:nvSpPr>
              <p:cNvPr id="509" name="AutoShape 970">
                <a:extLst>
                  <a:ext uri="{FF2B5EF4-FFF2-40B4-BE49-F238E27FC236}">
                    <a16:creationId xmlns:a16="http://schemas.microsoft.com/office/drawing/2014/main" id="{791F8FFE-36CE-5D47-899C-7B6F5471D9AF}"/>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510" name="AutoShape 971">
                <a:extLst>
                  <a:ext uri="{FF2B5EF4-FFF2-40B4-BE49-F238E27FC236}">
                    <a16:creationId xmlns:a16="http://schemas.microsoft.com/office/drawing/2014/main" id="{96614370-C84C-644E-AF93-94853FD47AF1}"/>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grpSp>
        <p:sp>
          <p:nvSpPr>
            <p:cNvPr id="498" name="Rectangle 972">
              <a:extLst>
                <a:ext uri="{FF2B5EF4-FFF2-40B4-BE49-F238E27FC236}">
                  <a16:creationId xmlns:a16="http://schemas.microsoft.com/office/drawing/2014/main" id="{3024E21F-4580-974D-A923-DBF7106EF158}"/>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499" name="Freeform 973">
              <a:extLst>
                <a:ext uri="{FF2B5EF4-FFF2-40B4-BE49-F238E27FC236}">
                  <a16:creationId xmlns:a16="http://schemas.microsoft.com/office/drawing/2014/main" id="{355CC750-A436-114A-B13D-15B18BE0099A}"/>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500" name="Freeform 974">
              <a:extLst>
                <a:ext uri="{FF2B5EF4-FFF2-40B4-BE49-F238E27FC236}">
                  <a16:creationId xmlns:a16="http://schemas.microsoft.com/office/drawing/2014/main" id="{D88AEB08-419C-994D-B9AF-2D260494D178}"/>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501" name="Oval 975">
              <a:extLst>
                <a:ext uri="{FF2B5EF4-FFF2-40B4-BE49-F238E27FC236}">
                  <a16:creationId xmlns:a16="http://schemas.microsoft.com/office/drawing/2014/main" id="{A70DC3D0-7F41-FB4E-BF25-4A8051E0D90D}"/>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502" name="Freeform 976">
              <a:extLst>
                <a:ext uri="{FF2B5EF4-FFF2-40B4-BE49-F238E27FC236}">
                  <a16:creationId xmlns:a16="http://schemas.microsoft.com/office/drawing/2014/main" id="{00011472-61BE-7D4E-BF36-C4C4F0A5D727}"/>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503" name="AutoShape 977">
              <a:extLst>
                <a:ext uri="{FF2B5EF4-FFF2-40B4-BE49-F238E27FC236}">
                  <a16:creationId xmlns:a16="http://schemas.microsoft.com/office/drawing/2014/main" id="{369D2889-1BFC-A340-B67F-54F258D6F1F5}"/>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504" name="AutoShape 978">
              <a:extLst>
                <a:ext uri="{FF2B5EF4-FFF2-40B4-BE49-F238E27FC236}">
                  <a16:creationId xmlns:a16="http://schemas.microsoft.com/office/drawing/2014/main" id="{CEFA09E5-3186-4445-AD94-60C0E15196AC}"/>
                </a:ext>
              </a:extLst>
            </p:cNvPr>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505" name="Oval 979">
              <a:extLst>
                <a:ext uri="{FF2B5EF4-FFF2-40B4-BE49-F238E27FC236}">
                  <a16:creationId xmlns:a16="http://schemas.microsoft.com/office/drawing/2014/main" id="{9AFADA62-C3CB-594F-8048-88710642763B}"/>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506" name="Oval 980">
              <a:extLst>
                <a:ext uri="{FF2B5EF4-FFF2-40B4-BE49-F238E27FC236}">
                  <a16:creationId xmlns:a16="http://schemas.microsoft.com/office/drawing/2014/main" id="{C82FFABC-4C4C-6243-9D2D-3C99FBC51814}"/>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1800" b="0" i="0" u="none"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endParaRPr>
            </a:p>
          </p:txBody>
        </p:sp>
        <p:sp>
          <p:nvSpPr>
            <p:cNvPr id="507" name="Oval 981">
              <a:extLst>
                <a:ext uri="{FF2B5EF4-FFF2-40B4-BE49-F238E27FC236}">
                  <a16:creationId xmlns:a16="http://schemas.microsoft.com/office/drawing/2014/main" id="{C0EFDD4D-FB5A-6D4E-97DD-CFA89D4A9696}"/>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508" name="Rectangle 982">
              <a:extLst>
                <a:ext uri="{FF2B5EF4-FFF2-40B4-BE49-F238E27FC236}">
                  <a16:creationId xmlns:a16="http://schemas.microsoft.com/office/drawing/2014/main" id="{99A1B872-581F-BE49-AADF-3A6775C166D0}"/>
                </a:ext>
              </a:extLst>
            </p:cNvPr>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grpSp>
      <p:grpSp>
        <p:nvGrpSpPr>
          <p:cNvPr id="193" name="Group 192">
            <a:extLst>
              <a:ext uri="{FF2B5EF4-FFF2-40B4-BE49-F238E27FC236}">
                <a16:creationId xmlns:a16="http://schemas.microsoft.com/office/drawing/2014/main" id="{E38FF4C3-D0A2-D548-89C0-C35D3E53032F}"/>
              </a:ext>
            </a:extLst>
          </p:cNvPr>
          <p:cNvGrpSpPr/>
          <p:nvPr/>
        </p:nvGrpSpPr>
        <p:grpSpPr>
          <a:xfrm>
            <a:off x="9098788" y="3956624"/>
            <a:ext cx="367224" cy="240304"/>
            <a:chOff x="7493876" y="2774731"/>
            <a:chExt cx="1481958" cy="894622"/>
          </a:xfrm>
        </p:grpSpPr>
        <p:sp>
          <p:nvSpPr>
            <p:cNvPr id="194" name="Freeform 193">
              <a:extLst>
                <a:ext uri="{FF2B5EF4-FFF2-40B4-BE49-F238E27FC236}">
                  <a16:creationId xmlns:a16="http://schemas.microsoft.com/office/drawing/2014/main" id="{027716F5-6A2D-404B-ADB2-50CDACB02062}"/>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rPr>
                <a:t>                   </a:t>
              </a:r>
            </a:p>
          </p:txBody>
        </p:sp>
        <p:sp>
          <p:nvSpPr>
            <p:cNvPr id="195" name="Oval 194">
              <a:extLst>
                <a:ext uri="{FF2B5EF4-FFF2-40B4-BE49-F238E27FC236}">
                  <a16:creationId xmlns:a16="http://schemas.microsoft.com/office/drawing/2014/main" id="{C3297389-072E-FE41-B64F-4D54440AB368}"/>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rPr>
                <a:t>              </a:t>
              </a:r>
            </a:p>
          </p:txBody>
        </p:sp>
        <p:grpSp>
          <p:nvGrpSpPr>
            <p:cNvPr id="196" name="Group 195">
              <a:extLst>
                <a:ext uri="{FF2B5EF4-FFF2-40B4-BE49-F238E27FC236}">
                  <a16:creationId xmlns:a16="http://schemas.microsoft.com/office/drawing/2014/main" id="{36323224-311B-EE47-BE36-F2BE4EA6BC7F}"/>
                </a:ext>
              </a:extLst>
            </p:cNvPr>
            <p:cNvGrpSpPr/>
            <p:nvPr/>
          </p:nvGrpSpPr>
          <p:grpSpPr>
            <a:xfrm>
              <a:off x="7713663" y="2848339"/>
              <a:ext cx="1042107" cy="425543"/>
              <a:chOff x="7786941" y="2884917"/>
              <a:chExt cx="897649" cy="353919"/>
            </a:xfrm>
          </p:grpSpPr>
          <p:sp>
            <p:nvSpPr>
              <p:cNvPr id="197" name="Freeform 196">
                <a:extLst>
                  <a:ext uri="{FF2B5EF4-FFF2-40B4-BE49-F238E27FC236}">
                    <a16:creationId xmlns:a16="http://schemas.microsoft.com/office/drawing/2014/main" id="{BD802D6F-DAFD-DC41-83D1-DF0F4A2A7948}"/>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198" name="Freeform 197">
                <a:extLst>
                  <a:ext uri="{FF2B5EF4-FFF2-40B4-BE49-F238E27FC236}">
                    <a16:creationId xmlns:a16="http://schemas.microsoft.com/office/drawing/2014/main" id="{2CE211BA-1FF8-2548-A6C8-5CD1E12C3E1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199" name="Freeform 198">
                <a:extLst>
                  <a:ext uri="{FF2B5EF4-FFF2-40B4-BE49-F238E27FC236}">
                    <a16:creationId xmlns:a16="http://schemas.microsoft.com/office/drawing/2014/main" id="{D363DDD6-C621-F146-B8DA-4A9DDE186BE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200" name="Freeform 199">
                <a:extLst>
                  <a:ext uri="{FF2B5EF4-FFF2-40B4-BE49-F238E27FC236}">
                    <a16:creationId xmlns:a16="http://schemas.microsoft.com/office/drawing/2014/main" id="{BB3402A2-EE9C-A240-899D-8BDF14CF4322}"/>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grpSp>
      </p:grpSp>
      <p:grpSp>
        <p:nvGrpSpPr>
          <p:cNvPr id="217" name="Group 216">
            <a:extLst>
              <a:ext uri="{FF2B5EF4-FFF2-40B4-BE49-F238E27FC236}">
                <a16:creationId xmlns:a16="http://schemas.microsoft.com/office/drawing/2014/main" id="{5123C752-3FFB-E84D-9E48-DBC9A9F48F37}"/>
              </a:ext>
            </a:extLst>
          </p:cNvPr>
          <p:cNvGrpSpPr/>
          <p:nvPr/>
        </p:nvGrpSpPr>
        <p:grpSpPr>
          <a:xfrm>
            <a:off x="9601554" y="3999763"/>
            <a:ext cx="367224" cy="240304"/>
            <a:chOff x="7493876" y="2774731"/>
            <a:chExt cx="1481958" cy="894622"/>
          </a:xfrm>
        </p:grpSpPr>
        <p:sp>
          <p:nvSpPr>
            <p:cNvPr id="218" name="Freeform 217">
              <a:extLst>
                <a:ext uri="{FF2B5EF4-FFF2-40B4-BE49-F238E27FC236}">
                  <a16:creationId xmlns:a16="http://schemas.microsoft.com/office/drawing/2014/main" id="{D524F684-301C-7542-A0A4-37573182739D}"/>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rPr>
                <a:t>                   </a:t>
              </a:r>
            </a:p>
          </p:txBody>
        </p:sp>
        <p:sp>
          <p:nvSpPr>
            <p:cNvPr id="219" name="Oval 218">
              <a:extLst>
                <a:ext uri="{FF2B5EF4-FFF2-40B4-BE49-F238E27FC236}">
                  <a16:creationId xmlns:a16="http://schemas.microsoft.com/office/drawing/2014/main" id="{9BF20040-D9C8-B74E-BC0D-F15797752EA9}"/>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rPr>
                <a:t>              </a:t>
              </a:r>
            </a:p>
          </p:txBody>
        </p:sp>
        <p:grpSp>
          <p:nvGrpSpPr>
            <p:cNvPr id="220" name="Group 219">
              <a:extLst>
                <a:ext uri="{FF2B5EF4-FFF2-40B4-BE49-F238E27FC236}">
                  <a16:creationId xmlns:a16="http://schemas.microsoft.com/office/drawing/2014/main" id="{79553B03-2EF0-1445-BD4E-875D98E58492}"/>
                </a:ext>
              </a:extLst>
            </p:cNvPr>
            <p:cNvGrpSpPr/>
            <p:nvPr/>
          </p:nvGrpSpPr>
          <p:grpSpPr>
            <a:xfrm>
              <a:off x="7713663" y="2848339"/>
              <a:ext cx="1042107" cy="425543"/>
              <a:chOff x="7786941" y="2884917"/>
              <a:chExt cx="897649" cy="353919"/>
            </a:xfrm>
          </p:grpSpPr>
          <p:sp>
            <p:nvSpPr>
              <p:cNvPr id="221" name="Freeform 220">
                <a:extLst>
                  <a:ext uri="{FF2B5EF4-FFF2-40B4-BE49-F238E27FC236}">
                    <a16:creationId xmlns:a16="http://schemas.microsoft.com/office/drawing/2014/main" id="{DAB927EA-DECF-FE4A-BE5D-802F016FB194}"/>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223" name="Freeform 222">
                <a:extLst>
                  <a:ext uri="{FF2B5EF4-FFF2-40B4-BE49-F238E27FC236}">
                    <a16:creationId xmlns:a16="http://schemas.microsoft.com/office/drawing/2014/main" id="{2414339B-8AC7-2444-AC70-285A203D116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224" name="Freeform 223">
                <a:extLst>
                  <a:ext uri="{FF2B5EF4-FFF2-40B4-BE49-F238E27FC236}">
                    <a16:creationId xmlns:a16="http://schemas.microsoft.com/office/drawing/2014/main" id="{AEF6DCDC-2F65-B349-B551-DC3FACF6D577}"/>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222" name="Freeform 221">
                <a:extLst>
                  <a:ext uri="{FF2B5EF4-FFF2-40B4-BE49-F238E27FC236}">
                    <a16:creationId xmlns:a16="http://schemas.microsoft.com/office/drawing/2014/main" id="{8F1EA0F6-ACA7-C443-A514-F770A3836883}"/>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grpSp>
      </p:grpSp>
      <p:grpSp>
        <p:nvGrpSpPr>
          <p:cNvPr id="145" name="Group 144">
            <a:extLst>
              <a:ext uri="{FF2B5EF4-FFF2-40B4-BE49-F238E27FC236}">
                <a16:creationId xmlns:a16="http://schemas.microsoft.com/office/drawing/2014/main" id="{8ECEC947-F5C8-414B-A56E-EBE5DFFEDB1C}"/>
              </a:ext>
            </a:extLst>
          </p:cNvPr>
          <p:cNvGrpSpPr/>
          <p:nvPr/>
        </p:nvGrpSpPr>
        <p:grpSpPr>
          <a:xfrm>
            <a:off x="8050070" y="3965994"/>
            <a:ext cx="354986" cy="175668"/>
            <a:chOff x="7493876" y="2774731"/>
            <a:chExt cx="1481958" cy="894622"/>
          </a:xfrm>
        </p:grpSpPr>
        <p:sp>
          <p:nvSpPr>
            <p:cNvPr id="146" name="Freeform 145">
              <a:extLst>
                <a:ext uri="{FF2B5EF4-FFF2-40B4-BE49-F238E27FC236}">
                  <a16:creationId xmlns:a16="http://schemas.microsoft.com/office/drawing/2014/main" id="{86294923-1C02-5240-95DE-EA2186392E22}"/>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rPr>
                <a:t>                   </a:t>
              </a:r>
            </a:p>
          </p:txBody>
        </p:sp>
        <p:sp>
          <p:nvSpPr>
            <p:cNvPr id="147" name="Oval 146">
              <a:extLst>
                <a:ext uri="{FF2B5EF4-FFF2-40B4-BE49-F238E27FC236}">
                  <a16:creationId xmlns:a16="http://schemas.microsoft.com/office/drawing/2014/main" id="{2AB3674D-1CCE-274D-BF8E-CEFECF766B32}"/>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rPr>
                <a:t>              </a:t>
              </a:r>
            </a:p>
          </p:txBody>
        </p:sp>
        <p:grpSp>
          <p:nvGrpSpPr>
            <p:cNvPr id="148" name="Group 147">
              <a:extLst>
                <a:ext uri="{FF2B5EF4-FFF2-40B4-BE49-F238E27FC236}">
                  <a16:creationId xmlns:a16="http://schemas.microsoft.com/office/drawing/2014/main" id="{86166535-C584-C14C-9137-7498CC96E8FD}"/>
                </a:ext>
              </a:extLst>
            </p:cNvPr>
            <p:cNvGrpSpPr/>
            <p:nvPr/>
          </p:nvGrpSpPr>
          <p:grpSpPr>
            <a:xfrm>
              <a:off x="7713663" y="2848339"/>
              <a:ext cx="1042107" cy="425543"/>
              <a:chOff x="7786941" y="2884917"/>
              <a:chExt cx="897649" cy="353919"/>
            </a:xfrm>
          </p:grpSpPr>
          <p:sp>
            <p:nvSpPr>
              <p:cNvPr id="149" name="Freeform 148">
                <a:extLst>
                  <a:ext uri="{FF2B5EF4-FFF2-40B4-BE49-F238E27FC236}">
                    <a16:creationId xmlns:a16="http://schemas.microsoft.com/office/drawing/2014/main" id="{17514CA1-86B8-BA44-B4A0-0CEB1F62C26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150" name="Freeform 149">
                <a:extLst>
                  <a:ext uri="{FF2B5EF4-FFF2-40B4-BE49-F238E27FC236}">
                    <a16:creationId xmlns:a16="http://schemas.microsoft.com/office/drawing/2014/main" id="{8D28E726-BB5D-5644-9E9D-DEEB2E0B1FFC}"/>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151" name="Freeform 150">
                <a:extLst>
                  <a:ext uri="{FF2B5EF4-FFF2-40B4-BE49-F238E27FC236}">
                    <a16:creationId xmlns:a16="http://schemas.microsoft.com/office/drawing/2014/main" id="{BDE8E149-5BA9-CB4C-9AC6-1EED7308D871}"/>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152" name="Freeform 151">
                <a:extLst>
                  <a:ext uri="{FF2B5EF4-FFF2-40B4-BE49-F238E27FC236}">
                    <a16:creationId xmlns:a16="http://schemas.microsoft.com/office/drawing/2014/main" id="{BAF1B228-D777-8846-8B1B-6476F6C2AA6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grpSp>
      </p:grpSp>
      <p:grpSp>
        <p:nvGrpSpPr>
          <p:cNvPr id="233" name="Group 232">
            <a:extLst>
              <a:ext uri="{FF2B5EF4-FFF2-40B4-BE49-F238E27FC236}">
                <a16:creationId xmlns:a16="http://schemas.microsoft.com/office/drawing/2014/main" id="{A8973B1E-A991-8E45-9FF7-7AF7F179E328}"/>
              </a:ext>
            </a:extLst>
          </p:cNvPr>
          <p:cNvGrpSpPr/>
          <p:nvPr/>
        </p:nvGrpSpPr>
        <p:grpSpPr>
          <a:xfrm>
            <a:off x="9247893" y="4775686"/>
            <a:ext cx="393760" cy="218578"/>
            <a:chOff x="7493876" y="2774731"/>
            <a:chExt cx="1481958" cy="894622"/>
          </a:xfrm>
        </p:grpSpPr>
        <p:sp>
          <p:nvSpPr>
            <p:cNvPr id="234" name="Freeform 233">
              <a:extLst>
                <a:ext uri="{FF2B5EF4-FFF2-40B4-BE49-F238E27FC236}">
                  <a16:creationId xmlns:a16="http://schemas.microsoft.com/office/drawing/2014/main" id="{5A098E30-A66F-FA4D-9EE8-C0C83DE6D506}"/>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rPr>
                <a:t>                   </a:t>
              </a:r>
            </a:p>
          </p:txBody>
        </p:sp>
        <p:sp>
          <p:nvSpPr>
            <p:cNvPr id="235" name="Oval 234">
              <a:extLst>
                <a:ext uri="{FF2B5EF4-FFF2-40B4-BE49-F238E27FC236}">
                  <a16:creationId xmlns:a16="http://schemas.microsoft.com/office/drawing/2014/main" id="{051367D4-C1D9-AF45-9A24-031126A6294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rPr>
                <a:t>              </a:t>
              </a:r>
            </a:p>
          </p:txBody>
        </p:sp>
        <p:grpSp>
          <p:nvGrpSpPr>
            <p:cNvPr id="236" name="Group 235">
              <a:extLst>
                <a:ext uri="{FF2B5EF4-FFF2-40B4-BE49-F238E27FC236}">
                  <a16:creationId xmlns:a16="http://schemas.microsoft.com/office/drawing/2014/main" id="{8C4167F2-26A6-0A41-9F23-581BB1D6E53B}"/>
                </a:ext>
              </a:extLst>
            </p:cNvPr>
            <p:cNvGrpSpPr/>
            <p:nvPr/>
          </p:nvGrpSpPr>
          <p:grpSpPr>
            <a:xfrm>
              <a:off x="7713663" y="2848339"/>
              <a:ext cx="1042107" cy="425543"/>
              <a:chOff x="7786941" y="2884917"/>
              <a:chExt cx="897649" cy="353919"/>
            </a:xfrm>
          </p:grpSpPr>
          <p:sp>
            <p:nvSpPr>
              <p:cNvPr id="237" name="Freeform 236">
                <a:extLst>
                  <a:ext uri="{FF2B5EF4-FFF2-40B4-BE49-F238E27FC236}">
                    <a16:creationId xmlns:a16="http://schemas.microsoft.com/office/drawing/2014/main" id="{8AABD328-91C1-C94D-8CB5-66F9CC0DC001}"/>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238" name="Freeform 237">
                <a:extLst>
                  <a:ext uri="{FF2B5EF4-FFF2-40B4-BE49-F238E27FC236}">
                    <a16:creationId xmlns:a16="http://schemas.microsoft.com/office/drawing/2014/main" id="{23CBCA43-9398-E043-A20B-00567B73DB89}"/>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239" name="Freeform 238">
                <a:extLst>
                  <a:ext uri="{FF2B5EF4-FFF2-40B4-BE49-F238E27FC236}">
                    <a16:creationId xmlns:a16="http://schemas.microsoft.com/office/drawing/2014/main" id="{06C3D6EF-A0CB-F34C-9C57-9FA040350289}"/>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240" name="Freeform 239">
                <a:extLst>
                  <a:ext uri="{FF2B5EF4-FFF2-40B4-BE49-F238E27FC236}">
                    <a16:creationId xmlns:a16="http://schemas.microsoft.com/office/drawing/2014/main" id="{66D08B47-1DCF-994C-84EE-6C7E588A1D2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grpSp>
      </p:grpSp>
      <p:grpSp>
        <p:nvGrpSpPr>
          <p:cNvPr id="473" name="Group 472">
            <a:extLst>
              <a:ext uri="{FF2B5EF4-FFF2-40B4-BE49-F238E27FC236}">
                <a16:creationId xmlns:a16="http://schemas.microsoft.com/office/drawing/2014/main" id="{60901EC0-CB41-754B-B4DA-85BC262C3E55}"/>
              </a:ext>
            </a:extLst>
          </p:cNvPr>
          <p:cNvGrpSpPr/>
          <p:nvPr/>
        </p:nvGrpSpPr>
        <p:grpSpPr>
          <a:xfrm>
            <a:off x="7774998" y="3463448"/>
            <a:ext cx="3007624" cy="1690703"/>
            <a:chOff x="7774998" y="3463448"/>
            <a:chExt cx="3007624" cy="1690703"/>
          </a:xfrm>
        </p:grpSpPr>
        <p:grpSp>
          <p:nvGrpSpPr>
            <p:cNvPr id="458" name="Group 457">
              <a:extLst>
                <a:ext uri="{FF2B5EF4-FFF2-40B4-BE49-F238E27FC236}">
                  <a16:creationId xmlns:a16="http://schemas.microsoft.com/office/drawing/2014/main" id="{B4570A0C-5E2B-7C40-89EC-C23D39A482DA}"/>
                </a:ext>
              </a:extLst>
            </p:cNvPr>
            <p:cNvGrpSpPr/>
            <p:nvPr/>
          </p:nvGrpSpPr>
          <p:grpSpPr>
            <a:xfrm>
              <a:off x="7774998" y="4090572"/>
              <a:ext cx="571917" cy="577694"/>
              <a:chOff x="7774998" y="4090572"/>
              <a:chExt cx="571917" cy="577694"/>
            </a:xfrm>
          </p:grpSpPr>
          <p:sp>
            <p:nvSpPr>
              <p:cNvPr id="575" name="Freeform 917">
                <a:extLst>
                  <a:ext uri="{FF2B5EF4-FFF2-40B4-BE49-F238E27FC236}">
                    <a16:creationId xmlns:a16="http://schemas.microsoft.com/office/drawing/2014/main" id="{23F7F5C6-92E3-C040-BD26-8FBF5B6476F1}"/>
                  </a:ext>
                </a:extLst>
              </p:cNvPr>
              <p:cNvSpPr>
                <a:spLocks/>
              </p:cNvSpPr>
              <p:nvPr/>
            </p:nvSpPr>
            <p:spPr bwMode="auto">
              <a:xfrm rot="10800000">
                <a:off x="7818844" y="4090572"/>
                <a:ext cx="487903" cy="154569"/>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 name="connsiteX0" fmla="*/ 0 w 10140"/>
                  <a:gd name="connsiteY0" fmla="*/ 9728 h 9728"/>
                  <a:gd name="connsiteX1" fmla="*/ 10140 w 10140"/>
                  <a:gd name="connsiteY1" fmla="*/ 0 h 9728"/>
                  <a:gd name="connsiteX2" fmla="*/ 10140 w 10140"/>
                  <a:gd name="connsiteY2" fmla="*/ 8670 h 9728"/>
                  <a:gd name="connsiteX3" fmla="*/ 0 w 10140"/>
                  <a:gd name="connsiteY3" fmla="*/ 9728 h 9728"/>
                  <a:gd name="connsiteX0" fmla="*/ 319 w 10319"/>
                  <a:gd name="connsiteY0" fmla="*/ 10000 h 10000"/>
                  <a:gd name="connsiteX1" fmla="*/ 0 w 10319"/>
                  <a:gd name="connsiteY1" fmla="*/ 9878 h 10000"/>
                  <a:gd name="connsiteX2" fmla="*/ 10319 w 10319"/>
                  <a:gd name="connsiteY2" fmla="*/ 0 h 10000"/>
                  <a:gd name="connsiteX3" fmla="*/ 10319 w 10319"/>
                  <a:gd name="connsiteY3" fmla="*/ 8912 h 10000"/>
                  <a:gd name="connsiteX4" fmla="*/ 319 w 10319"/>
                  <a:gd name="connsiteY4" fmla="*/ 10000 h 10000"/>
                  <a:gd name="connsiteX0" fmla="*/ 2669 w 10319"/>
                  <a:gd name="connsiteY0" fmla="*/ 10279 h 10279"/>
                  <a:gd name="connsiteX1" fmla="*/ 0 w 10319"/>
                  <a:gd name="connsiteY1" fmla="*/ 9878 h 10279"/>
                  <a:gd name="connsiteX2" fmla="*/ 10319 w 10319"/>
                  <a:gd name="connsiteY2" fmla="*/ 0 h 10279"/>
                  <a:gd name="connsiteX3" fmla="*/ 10319 w 10319"/>
                  <a:gd name="connsiteY3" fmla="*/ 8912 h 10279"/>
                  <a:gd name="connsiteX4" fmla="*/ 2669 w 10319"/>
                  <a:gd name="connsiteY4" fmla="*/ 10279 h 10279"/>
                  <a:gd name="connsiteX0" fmla="*/ 3432 w 11082"/>
                  <a:gd name="connsiteY0" fmla="*/ 1685 h 1685"/>
                  <a:gd name="connsiteX1" fmla="*/ 763 w 11082"/>
                  <a:gd name="connsiteY1" fmla="*/ 1284 h 1685"/>
                  <a:gd name="connsiteX2" fmla="*/ 0 w 11082"/>
                  <a:gd name="connsiteY2" fmla="*/ 0 h 1685"/>
                  <a:gd name="connsiteX3" fmla="*/ 11082 w 11082"/>
                  <a:gd name="connsiteY3" fmla="*/ 318 h 1685"/>
                  <a:gd name="connsiteX4" fmla="*/ 3432 w 11082"/>
                  <a:gd name="connsiteY4" fmla="*/ 1685 h 1685"/>
                  <a:gd name="connsiteX0" fmla="*/ 3097 w 14245"/>
                  <a:gd name="connsiteY0" fmla="*/ 10000 h 10000"/>
                  <a:gd name="connsiteX1" fmla="*/ 689 w 14245"/>
                  <a:gd name="connsiteY1" fmla="*/ 7620 h 10000"/>
                  <a:gd name="connsiteX2" fmla="*/ 0 w 14245"/>
                  <a:gd name="connsiteY2" fmla="*/ 0 h 10000"/>
                  <a:gd name="connsiteX3" fmla="*/ 14245 w 14245"/>
                  <a:gd name="connsiteY3" fmla="*/ 633 h 10000"/>
                  <a:gd name="connsiteX4" fmla="*/ 3097 w 14245"/>
                  <a:gd name="connsiteY4" fmla="*/ 1000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45" h="10000">
                    <a:moveTo>
                      <a:pt x="3097" y="10000"/>
                    </a:moveTo>
                    <a:lnTo>
                      <a:pt x="689" y="7620"/>
                    </a:lnTo>
                    <a:cubicBezTo>
                      <a:pt x="459" y="5080"/>
                      <a:pt x="230" y="2540"/>
                      <a:pt x="0" y="0"/>
                    </a:cubicBezTo>
                    <a:lnTo>
                      <a:pt x="14245" y="633"/>
                    </a:lnTo>
                    <a:lnTo>
                      <a:pt x="3097" y="10000"/>
                    </a:lnTo>
                    <a:close/>
                  </a:path>
                </a:pathLst>
              </a:custGeom>
              <a:gradFill rotWithShape="1">
                <a:gsLst>
                  <a:gs pos="0">
                    <a:schemeClr val="bg1"/>
                  </a:gs>
                  <a:gs pos="99000">
                    <a:schemeClr val="bg1">
                      <a:lumMod val="75000"/>
                    </a:schemeClr>
                  </a:gs>
                </a:gsLst>
                <a:lin ang="0" scaled="1"/>
              </a:gra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grpSp>
            <p:nvGrpSpPr>
              <p:cNvPr id="576" name="Group 575">
                <a:extLst>
                  <a:ext uri="{FF2B5EF4-FFF2-40B4-BE49-F238E27FC236}">
                    <a16:creationId xmlns:a16="http://schemas.microsoft.com/office/drawing/2014/main" id="{E45930EA-CBF5-A94B-B8A6-7DD15266A71D}"/>
                  </a:ext>
                </a:extLst>
              </p:cNvPr>
              <p:cNvGrpSpPr/>
              <p:nvPr/>
            </p:nvGrpSpPr>
            <p:grpSpPr>
              <a:xfrm>
                <a:off x="7774998" y="4206600"/>
                <a:ext cx="571917" cy="461666"/>
                <a:chOff x="9980560" y="726571"/>
                <a:chExt cx="659732" cy="461666"/>
              </a:xfrm>
            </p:grpSpPr>
            <p:sp>
              <p:nvSpPr>
                <p:cNvPr id="577" name="Rectangle 228">
                  <a:extLst>
                    <a:ext uri="{FF2B5EF4-FFF2-40B4-BE49-F238E27FC236}">
                      <a16:creationId xmlns:a16="http://schemas.microsoft.com/office/drawing/2014/main" id="{7E692C2A-D1BF-0D4C-B32B-089A3522A6AB}"/>
                    </a:ext>
                  </a:extLst>
                </p:cNvPr>
                <p:cNvSpPr>
                  <a:spLocks noChangeArrowheads="1"/>
                </p:cNvSpPr>
                <p:nvPr/>
              </p:nvSpPr>
              <p:spPr bwMode="auto">
                <a:xfrm>
                  <a:off x="10040996" y="761446"/>
                  <a:ext cx="559422" cy="389036"/>
                </a:xfrm>
                <a:prstGeom prst="rect">
                  <a:avLst/>
                </a:prstGeom>
                <a:solidFill>
                  <a:schemeClr val="bg1"/>
                </a:solidFill>
                <a:ln w="12700">
                  <a:solidFill>
                    <a:schemeClr val="tx1"/>
                  </a:solidFill>
                  <a:miter lim="800000"/>
                  <a:headEnd/>
                  <a:tailEnd/>
                </a:ln>
                <a:effectLst>
                  <a:outerShdw blurRad="50800" dist="38100" dir="2700000" algn="tl" rotWithShape="0">
                    <a:schemeClr val="tx1">
                      <a:lumMod val="50000"/>
                      <a:lumOff val="50000"/>
                      <a:alpha val="40000"/>
                    </a:schemeClr>
                  </a:outerShdw>
                </a:effec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578" name="Rectangle 229">
                  <a:extLst>
                    <a:ext uri="{FF2B5EF4-FFF2-40B4-BE49-F238E27FC236}">
                      <a16:creationId xmlns:a16="http://schemas.microsoft.com/office/drawing/2014/main" id="{48E2C8F8-BEC3-2F43-8CBC-8EDE87C1274B}"/>
                    </a:ext>
                  </a:extLst>
                </p:cNvPr>
                <p:cNvSpPr>
                  <a:spLocks noChangeArrowheads="1"/>
                </p:cNvSpPr>
                <p:nvPr/>
              </p:nvSpPr>
              <p:spPr bwMode="auto">
                <a:xfrm>
                  <a:off x="10041638" y="769755"/>
                  <a:ext cx="559977" cy="130804"/>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579" name="Text Box 230">
                  <a:extLst>
                    <a:ext uri="{FF2B5EF4-FFF2-40B4-BE49-F238E27FC236}">
                      <a16:creationId xmlns:a16="http://schemas.microsoft.com/office/drawing/2014/main" id="{FDE32090-CC8A-8241-9AA0-5E1A3B044951}"/>
                    </a:ext>
                  </a:extLst>
                </p:cNvPr>
                <p:cNvSpPr txBox="1">
                  <a:spLocks noChangeArrowheads="1"/>
                </p:cNvSpPr>
                <p:nvPr/>
              </p:nvSpPr>
              <p:spPr bwMode="auto">
                <a:xfrm>
                  <a:off x="9980560" y="726571"/>
                  <a:ext cx="659732" cy="461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rPr>
                    <a:t>network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link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physical</a:t>
                  </a: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cxnSp>
              <p:nvCxnSpPr>
                <p:cNvPr id="580" name="Straight Connector 579">
                  <a:extLst>
                    <a:ext uri="{FF2B5EF4-FFF2-40B4-BE49-F238E27FC236}">
                      <a16:creationId xmlns:a16="http://schemas.microsoft.com/office/drawing/2014/main" id="{C9A663DC-B3E2-E244-A55A-89E7E9027965}"/>
                    </a:ext>
                  </a:extLst>
                </p:cNvPr>
                <p:cNvCxnSpPr>
                  <a:cxnSpLocks/>
                </p:cNvCxnSpPr>
                <p:nvPr/>
              </p:nvCxnSpPr>
              <p:spPr>
                <a:xfrm>
                  <a:off x="10038335" y="895309"/>
                  <a:ext cx="55813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1" name="Straight Connector 580">
                  <a:extLst>
                    <a:ext uri="{FF2B5EF4-FFF2-40B4-BE49-F238E27FC236}">
                      <a16:creationId xmlns:a16="http://schemas.microsoft.com/office/drawing/2014/main" id="{6DA0B88E-C18A-5449-904A-0022412086E7}"/>
                    </a:ext>
                  </a:extLst>
                </p:cNvPr>
                <p:cNvCxnSpPr>
                  <a:cxnSpLocks/>
                </p:cNvCxnSpPr>
                <p:nvPr/>
              </p:nvCxnSpPr>
              <p:spPr>
                <a:xfrm>
                  <a:off x="10038335" y="1018248"/>
                  <a:ext cx="55813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459" name="Group 458">
              <a:extLst>
                <a:ext uri="{FF2B5EF4-FFF2-40B4-BE49-F238E27FC236}">
                  <a16:creationId xmlns:a16="http://schemas.microsoft.com/office/drawing/2014/main" id="{1E322C66-C2C1-C349-B912-5AA0767A8324}"/>
                </a:ext>
              </a:extLst>
            </p:cNvPr>
            <p:cNvGrpSpPr/>
            <p:nvPr/>
          </p:nvGrpSpPr>
          <p:grpSpPr>
            <a:xfrm>
              <a:off x="8692628" y="3463448"/>
              <a:ext cx="571917" cy="574365"/>
              <a:chOff x="8692628" y="3463448"/>
              <a:chExt cx="571917" cy="574365"/>
            </a:xfrm>
          </p:grpSpPr>
          <p:sp>
            <p:nvSpPr>
              <p:cNvPr id="573" name="Freeform 917">
                <a:extLst>
                  <a:ext uri="{FF2B5EF4-FFF2-40B4-BE49-F238E27FC236}">
                    <a16:creationId xmlns:a16="http://schemas.microsoft.com/office/drawing/2014/main" id="{09253F5C-3E18-6A4E-86CE-63A57FDD27F0}"/>
                  </a:ext>
                </a:extLst>
              </p:cNvPr>
              <p:cNvSpPr>
                <a:spLocks/>
              </p:cNvSpPr>
              <p:nvPr/>
            </p:nvSpPr>
            <p:spPr bwMode="auto">
              <a:xfrm flipH="1">
                <a:off x="8735937" y="3883244"/>
                <a:ext cx="487903" cy="154569"/>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 name="connsiteX0" fmla="*/ 0 w 10140"/>
                  <a:gd name="connsiteY0" fmla="*/ 9728 h 9728"/>
                  <a:gd name="connsiteX1" fmla="*/ 10140 w 10140"/>
                  <a:gd name="connsiteY1" fmla="*/ 0 h 9728"/>
                  <a:gd name="connsiteX2" fmla="*/ 10140 w 10140"/>
                  <a:gd name="connsiteY2" fmla="*/ 8670 h 9728"/>
                  <a:gd name="connsiteX3" fmla="*/ 0 w 10140"/>
                  <a:gd name="connsiteY3" fmla="*/ 9728 h 9728"/>
                  <a:gd name="connsiteX0" fmla="*/ 319 w 10319"/>
                  <a:gd name="connsiteY0" fmla="*/ 10000 h 10000"/>
                  <a:gd name="connsiteX1" fmla="*/ 0 w 10319"/>
                  <a:gd name="connsiteY1" fmla="*/ 9878 h 10000"/>
                  <a:gd name="connsiteX2" fmla="*/ 10319 w 10319"/>
                  <a:gd name="connsiteY2" fmla="*/ 0 h 10000"/>
                  <a:gd name="connsiteX3" fmla="*/ 10319 w 10319"/>
                  <a:gd name="connsiteY3" fmla="*/ 8912 h 10000"/>
                  <a:gd name="connsiteX4" fmla="*/ 319 w 10319"/>
                  <a:gd name="connsiteY4" fmla="*/ 10000 h 10000"/>
                  <a:gd name="connsiteX0" fmla="*/ 2669 w 10319"/>
                  <a:gd name="connsiteY0" fmla="*/ 10279 h 10279"/>
                  <a:gd name="connsiteX1" fmla="*/ 0 w 10319"/>
                  <a:gd name="connsiteY1" fmla="*/ 9878 h 10279"/>
                  <a:gd name="connsiteX2" fmla="*/ 10319 w 10319"/>
                  <a:gd name="connsiteY2" fmla="*/ 0 h 10279"/>
                  <a:gd name="connsiteX3" fmla="*/ 10319 w 10319"/>
                  <a:gd name="connsiteY3" fmla="*/ 8912 h 10279"/>
                  <a:gd name="connsiteX4" fmla="*/ 2669 w 10319"/>
                  <a:gd name="connsiteY4" fmla="*/ 10279 h 10279"/>
                  <a:gd name="connsiteX0" fmla="*/ 3432 w 11082"/>
                  <a:gd name="connsiteY0" fmla="*/ 1685 h 1685"/>
                  <a:gd name="connsiteX1" fmla="*/ 763 w 11082"/>
                  <a:gd name="connsiteY1" fmla="*/ 1284 h 1685"/>
                  <a:gd name="connsiteX2" fmla="*/ 0 w 11082"/>
                  <a:gd name="connsiteY2" fmla="*/ 0 h 1685"/>
                  <a:gd name="connsiteX3" fmla="*/ 11082 w 11082"/>
                  <a:gd name="connsiteY3" fmla="*/ 318 h 1685"/>
                  <a:gd name="connsiteX4" fmla="*/ 3432 w 11082"/>
                  <a:gd name="connsiteY4" fmla="*/ 1685 h 1685"/>
                  <a:gd name="connsiteX0" fmla="*/ 3097 w 14245"/>
                  <a:gd name="connsiteY0" fmla="*/ 10000 h 10000"/>
                  <a:gd name="connsiteX1" fmla="*/ 689 w 14245"/>
                  <a:gd name="connsiteY1" fmla="*/ 7620 h 10000"/>
                  <a:gd name="connsiteX2" fmla="*/ 0 w 14245"/>
                  <a:gd name="connsiteY2" fmla="*/ 0 h 10000"/>
                  <a:gd name="connsiteX3" fmla="*/ 14245 w 14245"/>
                  <a:gd name="connsiteY3" fmla="*/ 633 h 10000"/>
                  <a:gd name="connsiteX4" fmla="*/ 3097 w 14245"/>
                  <a:gd name="connsiteY4" fmla="*/ 1000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45" h="10000">
                    <a:moveTo>
                      <a:pt x="3097" y="10000"/>
                    </a:moveTo>
                    <a:lnTo>
                      <a:pt x="689" y="7620"/>
                    </a:lnTo>
                    <a:cubicBezTo>
                      <a:pt x="459" y="5080"/>
                      <a:pt x="230" y="2540"/>
                      <a:pt x="0" y="0"/>
                    </a:cubicBezTo>
                    <a:lnTo>
                      <a:pt x="14245" y="633"/>
                    </a:lnTo>
                    <a:lnTo>
                      <a:pt x="3097" y="10000"/>
                    </a:lnTo>
                    <a:close/>
                  </a:path>
                </a:pathLst>
              </a:custGeom>
              <a:gradFill rotWithShape="1">
                <a:gsLst>
                  <a:gs pos="0">
                    <a:schemeClr val="bg1"/>
                  </a:gs>
                  <a:gs pos="99000">
                    <a:schemeClr val="bg1">
                      <a:lumMod val="75000"/>
                    </a:schemeClr>
                  </a:gs>
                </a:gsLst>
                <a:lin ang="0" scaled="1"/>
              </a:gra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grpSp>
            <p:nvGrpSpPr>
              <p:cNvPr id="582" name="Group 581">
                <a:extLst>
                  <a:ext uri="{FF2B5EF4-FFF2-40B4-BE49-F238E27FC236}">
                    <a16:creationId xmlns:a16="http://schemas.microsoft.com/office/drawing/2014/main" id="{2B3B79E0-A9CA-8343-BC50-944B3D057C83}"/>
                  </a:ext>
                </a:extLst>
              </p:cNvPr>
              <p:cNvGrpSpPr/>
              <p:nvPr/>
            </p:nvGrpSpPr>
            <p:grpSpPr>
              <a:xfrm>
                <a:off x="8692628" y="3463448"/>
                <a:ext cx="571917" cy="461666"/>
                <a:chOff x="9980560" y="726571"/>
                <a:chExt cx="659732" cy="461666"/>
              </a:xfrm>
            </p:grpSpPr>
            <p:sp>
              <p:nvSpPr>
                <p:cNvPr id="583" name="Rectangle 228">
                  <a:extLst>
                    <a:ext uri="{FF2B5EF4-FFF2-40B4-BE49-F238E27FC236}">
                      <a16:creationId xmlns:a16="http://schemas.microsoft.com/office/drawing/2014/main" id="{E7793237-B524-9348-8D4A-2C1027CD2ACF}"/>
                    </a:ext>
                  </a:extLst>
                </p:cNvPr>
                <p:cNvSpPr>
                  <a:spLocks noChangeArrowheads="1"/>
                </p:cNvSpPr>
                <p:nvPr/>
              </p:nvSpPr>
              <p:spPr bwMode="auto">
                <a:xfrm>
                  <a:off x="10040996" y="761446"/>
                  <a:ext cx="559422" cy="389036"/>
                </a:xfrm>
                <a:prstGeom prst="rect">
                  <a:avLst/>
                </a:prstGeom>
                <a:solidFill>
                  <a:schemeClr val="bg1"/>
                </a:solidFill>
                <a:ln w="12700">
                  <a:solidFill>
                    <a:schemeClr val="tx1"/>
                  </a:solidFill>
                  <a:miter lim="800000"/>
                  <a:headEnd/>
                  <a:tailEnd/>
                </a:ln>
                <a:effectLst>
                  <a:outerShdw blurRad="50800" dist="38100" dir="2700000" algn="tl" rotWithShape="0">
                    <a:schemeClr val="tx1">
                      <a:lumMod val="50000"/>
                      <a:lumOff val="50000"/>
                      <a:alpha val="40000"/>
                    </a:schemeClr>
                  </a:outerShdw>
                </a:effec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584" name="Rectangle 229">
                  <a:extLst>
                    <a:ext uri="{FF2B5EF4-FFF2-40B4-BE49-F238E27FC236}">
                      <a16:creationId xmlns:a16="http://schemas.microsoft.com/office/drawing/2014/main" id="{5F0972A7-9FB8-4E4A-9B5E-39F0D7CDC82A}"/>
                    </a:ext>
                  </a:extLst>
                </p:cNvPr>
                <p:cNvSpPr>
                  <a:spLocks noChangeArrowheads="1"/>
                </p:cNvSpPr>
                <p:nvPr/>
              </p:nvSpPr>
              <p:spPr bwMode="auto">
                <a:xfrm>
                  <a:off x="10041638" y="769755"/>
                  <a:ext cx="559977" cy="130804"/>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585" name="Text Box 230">
                  <a:extLst>
                    <a:ext uri="{FF2B5EF4-FFF2-40B4-BE49-F238E27FC236}">
                      <a16:creationId xmlns:a16="http://schemas.microsoft.com/office/drawing/2014/main" id="{B600132A-08D1-5845-B328-72B9C0CEC49A}"/>
                    </a:ext>
                  </a:extLst>
                </p:cNvPr>
                <p:cNvSpPr txBox="1">
                  <a:spLocks noChangeArrowheads="1"/>
                </p:cNvSpPr>
                <p:nvPr/>
              </p:nvSpPr>
              <p:spPr bwMode="auto">
                <a:xfrm>
                  <a:off x="9980560" y="726571"/>
                  <a:ext cx="659732" cy="461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rPr>
                    <a:t>network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link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physical</a:t>
                  </a: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cxnSp>
              <p:nvCxnSpPr>
                <p:cNvPr id="586" name="Straight Connector 585">
                  <a:extLst>
                    <a:ext uri="{FF2B5EF4-FFF2-40B4-BE49-F238E27FC236}">
                      <a16:creationId xmlns:a16="http://schemas.microsoft.com/office/drawing/2014/main" id="{0C4F0C12-1A41-BA45-B327-EE0A215695BD}"/>
                    </a:ext>
                  </a:extLst>
                </p:cNvPr>
                <p:cNvCxnSpPr>
                  <a:cxnSpLocks/>
                </p:cNvCxnSpPr>
                <p:nvPr/>
              </p:nvCxnSpPr>
              <p:spPr>
                <a:xfrm>
                  <a:off x="10038335" y="895309"/>
                  <a:ext cx="55813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7" name="Straight Connector 586">
                  <a:extLst>
                    <a:ext uri="{FF2B5EF4-FFF2-40B4-BE49-F238E27FC236}">
                      <a16:creationId xmlns:a16="http://schemas.microsoft.com/office/drawing/2014/main" id="{4A0EA22A-33EB-C945-8E74-EB8BC9C330C4}"/>
                    </a:ext>
                  </a:extLst>
                </p:cNvPr>
                <p:cNvCxnSpPr>
                  <a:cxnSpLocks/>
                </p:cNvCxnSpPr>
                <p:nvPr/>
              </p:nvCxnSpPr>
              <p:spPr>
                <a:xfrm>
                  <a:off x="10038335" y="1018248"/>
                  <a:ext cx="55813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460" name="Group 459">
              <a:extLst>
                <a:ext uri="{FF2B5EF4-FFF2-40B4-BE49-F238E27FC236}">
                  <a16:creationId xmlns:a16="http://schemas.microsoft.com/office/drawing/2014/main" id="{6480027A-C6CF-D74D-A342-F3EE54633FA0}"/>
                </a:ext>
              </a:extLst>
            </p:cNvPr>
            <p:cNvGrpSpPr/>
            <p:nvPr/>
          </p:nvGrpSpPr>
          <p:grpSpPr>
            <a:xfrm>
              <a:off x="9846130" y="3502221"/>
              <a:ext cx="571917" cy="607211"/>
              <a:chOff x="9846130" y="3502221"/>
              <a:chExt cx="571917" cy="607211"/>
            </a:xfrm>
          </p:grpSpPr>
          <p:sp>
            <p:nvSpPr>
              <p:cNvPr id="574" name="Freeform 917">
                <a:extLst>
                  <a:ext uri="{FF2B5EF4-FFF2-40B4-BE49-F238E27FC236}">
                    <a16:creationId xmlns:a16="http://schemas.microsoft.com/office/drawing/2014/main" id="{846385EA-7D91-F547-BC81-FC77126DF237}"/>
                  </a:ext>
                </a:extLst>
              </p:cNvPr>
              <p:cNvSpPr>
                <a:spLocks/>
              </p:cNvSpPr>
              <p:nvPr/>
            </p:nvSpPr>
            <p:spPr bwMode="auto">
              <a:xfrm>
                <a:off x="9904716" y="3925785"/>
                <a:ext cx="466702" cy="183647"/>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 name="connsiteX0" fmla="*/ 0 w 10140"/>
                  <a:gd name="connsiteY0" fmla="*/ 9728 h 9728"/>
                  <a:gd name="connsiteX1" fmla="*/ 10140 w 10140"/>
                  <a:gd name="connsiteY1" fmla="*/ 0 h 9728"/>
                  <a:gd name="connsiteX2" fmla="*/ 10140 w 10140"/>
                  <a:gd name="connsiteY2" fmla="*/ 8670 h 9728"/>
                  <a:gd name="connsiteX3" fmla="*/ 0 w 10140"/>
                  <a:gd name="connsiteY3" fmla="*/ 9728 h 9728"/>
                  <a:gd name="connsiteX0" fmla="*/ 319 w 10319"/>
                  <a:gd name="connsiteY0" fmla="*/ 10000 h 10000"/>
                  <a:gd name="connsiteX1" fmla="*/ 0 w 10319"/>
                  <a:gd name="connsiteY1" fmla="*/ 9878 h 10000"/>
                  <a:gd name="connsiteX2" fmla="*/ 10319 w 10319"/>
                  <a:gd name="connsiteY2" fmla="*/ 0 h 10000"/>
                  <a:gd name="connsiteX3" fmla="*/ 10319 w 10319"/>
                  <a:gd name="connsiteY3" fmla="*/ 8912 h 10000"/>
                  <a:gd name="connsiteX4" fmla="*/ 319 w 10319"/>
                  <a:gd name="connsiteY4" fmla="*/ 10000 h 10000"/>
                  <a:gd name="connsiteX0" fmla="*/ 2669 w 10319"/>
                  <a:gd name="connsiteY0" fmla="*/ 10279 h 10279"/>
                  <a:gd name="connsiteX1" fmla="*/ 0 w 10319"/>
                  <a:gd name="connsiteY1" fmla="*/ 9878 h 10279"/>
                  <a:gd name="connsiteX2" fmla="*/ 10319 w 10319"/>
                  <a:gd name="connsiteY2" fmla="*/ 0 h 10279"/>
                  <a:gd name="connsiteX3" fmla="*/ 10319 w 10319"/>
                  <a:gd name="connsiteY3" fmla="*/ 8912 h 10279"/>
                  <a:gd name="connsiteX4" fmla="*/ 2669 w 10319"/>
                  <a:gd name="connsiteY4" fmla="*/ 10279 h 10279"/>
                  <a:gd name="connsiteX0" fmla="*/ 3432 w 11082"/>
                  <a:gd name="connsiteY0" fmla="*/ 1685 h 1685"/>
                  <a:gd name="connsiteX1" fmla="*/ 763 w 11082"/>
                  <a:gd name="connsiteY1" fmla="*/ 1284 h 1685"/>
                  <a:gd name="connsiteX2" fmla="*/ 0 w 11082"/>
                  <a:gd name="connsiteY2" fmla="*/ 0 h 1685"/>
                  <a:gd name="connsiteX3" fmla="*/ 11082 w 11082"/>
                  <a:gd name="connsiteY3" fmla="*/ 318 h 1685"/>
                  <a:gd name="connsiteX4" fmla="*/ 3432 w 11082"/>
                  <a:gd name="connsiteY4" fmla="*/ 1685 h 1685"/>
                  <a:gd name="connsiteX0" fmla="*/ 3097 w 14245"/>
                  <a:gd name="connsiteY0" fmla="*/ 10000 h 10000"/>
                  <a:gd name="connsiteX1" fmla="*/ 689 w 14245"/>
                  <a:gd name="connsiteY1" fmla="*/ 7620 h 10000"/>
                  <a:gd name="connsiteX2" fmla="*/ 0 w 14245"/>
                  <a:gd name="connsiteY2" fmla="*/ 0 h 10000"/>
                  <a:gd name="connsiteX3" fmla="*/ 14245 w 14245"/>
                  <a:gd name="connsiteY3" fmla="*/ 633 h 10000"/>
                  <a:gd name="connsiteX4" fmla="*/ 3097 w 14245"/>
                  <a:gd name="connsiteY4" fmla="*/ 10000 h 10000"/>
                  <a:gd name="connsiteX0" fmla="*/ 2478 w 13626"/>
                  <a:gd name="connsiteY0" fmla="*/ 9373 h 9373"/>
                  <a:gd name="connsiteX1" fmla="*/ 70 w 13626"/>
                  <a:gd name="connsiteY1" fmla="*/ 6993 h 9373"/>
                  <a:gd name="connsiteX2" fmla="*/ 41 w 13626"/>
                  <a:gd name="connsiteY2" fmla="*/ 0 h 9373"/>
                  <a:gd name="connsiteX3" fmla="*/ 13626 w 13626"/>
                  <a:gd name="connsiteY3" fmla="*/ 6 h 9373"/>
                  <a:gd name="connsiteX4" fmla="*/ 2478 w 13626"/>
                  <a:gd name="connsiteY4" fmla="*/ 9373 h 9373"/>
                  <a:gd name="connsiteX0" fmla="*/ 1334 w 10000"/>
                  <a:gd name="connsiteY0" fmla="*/ 12676 h 12676"/>
                  <a:gd name="connsiteX1" fmla="*/ 51 w 10000"/>
                  <a:gd name="connsiteY1" fmla="*/ 7461 h 12676"/>
                  <a:gd name="connsiteX2" fmla="*/ 30 w 10000"/>
                  <a:gd name="connsiteY2" fmla="*/ 0 h 12676"/>
                  <a:gd name="connsiteX3" fmla="*/ 10000 w 10000"/>
                  <a:gd name="connsiteY3" fmla="*/ 6 h 12676"/>
                  <a:gd name="connsiteX4" fmla="*/ 1334 w 10000"/>
                  <a:gd name="connsiteY4" fmla="*/ 12676 h 12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2676">
                    <a:moveTo>
                      <a:pt x="1334" y="12676"/>
                    </a:moveTo>
                    <a:lnTo>
                      <a:pt x="51" y="7461"/>
                    </a:lnTo>
                    <a:cubicBezTo>
                      <a:pt x="-117" y="4751"/>
                      <a:pt x="199" y="2710"/>
                      <a:pt x="30" y="0"/>
                    </a:cubicBezTo>
                    <a:lnTo>
                      <a:pt x="10000" y="6"/>
                    </a:lnTo>
                    <a:lnTo>
                      <a:pt x="1334" y="12676"/>
                    </a:lnTo>
                    <a:close/>
                  </a:path>
                </a:pathLst>
              </a:custGeom>
              <a:gradFill rotWithShape="1">
                <a:gsLst>
                  <a:gs pos="0">
                    <a:schemeClr val="bg1"/>
                  </a:gs>
                  <a:gs pos="99000">
                    <a:schemeClr val="bg1">
                      <a:lumMod val="75000"/>
                    </a:schemeClr>
                  </a:gs>
                </a:gsLst>
                <a:lin ang="0" scaled="1"/>
              </a:gra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grpSp>
            <p:nvGrpSpPr>
              <p:cNvPr id="589" name="Group 588">
                <a:extLst>
                  <a:ext uri="{FF2B5EF4-FFF2-40B4-BE49-F238E27FC236}">
                    <a16:creationId xmlns:a16="http://schemas.microsoft.com/office/drawing/2014/main" id="{0318DF36-59E8-B646-A5EA-22C52DB7533C}"/>
                  </a:ext>
                </a:extLst>
              </p:cNvPr>
              <p:cNvGrpSpPr/>
              <p:nvPr/>
            </p:nvGrpSpPr>
            <p:grpSpPr>
              <a:xfrm>
                <a:off x="9846130" y="3502221"/>
                <a:ext cx="571917" cy="461666"/>
                <a:chOff x="9980560" y="726571"/>
                <a:chExt cx="659732" cy="461666"/>
              </a:xfrm>
            </p:grpSpPr>
            <p:sp>
              <p:nvSpPr>
                <p:cNvPr id="590" name="Rectangle 228">
                  <a:extLst>
                    <a:ext uri="{FF2B5EF4-FFF2-40B4-BE49-F238E27FC236}">
                      <a16:creationId xmlns:a16="http://schemas.microsoft.com/office/drawing/2014/main" id="{131C8400-834E-5345-B332-0CA44FC7426E}"/>
                    </a:ext>
                  </a:extLst>
                </p:cNvPr>
                <p:cNvSpPr>
                  <a:spLocks noChangeArrowheads="1"/>
                </p:cNvSpPr>
                <p:nvPr/>
              </p:nvSpPr>
              <p:spPr bwMode="auto">
                <a:xfrm>
                  <a:off x="10040996" y="761446"/>
                  <a:ext cx="559422" cy="389036"/>
                </a:xfrm>
                <a:prstGeom prst="rect">
                  <a:avLst/>
                </a:prstGeom>
                <a:solidFill>
                  <a:schemeClr val="bg1"/>
                </a:solidFill>
                <a:ln w="12700">
                  <a:solidFill>
                    <a:schemeClr val="tx1"/>
                  </a:solidFill>
                  <a:miter lim="800000"/>
                  <a:headEnd/>
                  <a:tailEnd/>
                </a:ln>
                <a:effectLst>
                  <a:outerShdw blurRad="50800" dist="38100" dir="2700000" algn="tl" rotWithShape="0">
                    <a:schemeClr val="tx1">
                      <a:lumMod val="50000"/>
                      <a:lumOff val="50000"/>
                      <a:alpha val="40000"/>
                    </a:schemeClr>
                  </a:outerShdw>
                </a:effec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591" name="Rectangle 229">
                  <a:extLst>
                    <a:ext uri="{FF2B5EF4-FFF2-40B4-BE49-F238E27FC236}">
                      <a16:creationId xmlns:a16="http://schemas.microsoft.com/office/drawing/2014/main" id="{55AFC556-EB02-774A-AF5B-36D0B2144B8F}"/>
                    </a:ext>
                  </a:extLst>
                </p:cNvPr>
                <p:cNvSpPr>
                  <a:spLocks noChangeArrowheads="1"/>
                </p:cNvSpPr>
                <p:nvPr/>
              </p:nvSpPr>
              <p:spPr bwMode="auto">
                <a:xfrm>
                  <a:off x="10041638" y="769755"/>
                  <a:ext cx="559977" cy="130804"/>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592" name="Text Box 230">
                  <a:extLst>
                    <a:ext uri="{FF2B5EF4-FFF2-40B4-BE49-F238E27FC236}">
                      <a16:creationId xmlns:a16="http://schemas.microsoft.com/office/drawing/2014/main" id="{8D3E0672-2F8A-B948-9454-93F597182C93}"/>
                    </a:ext>
                  </a:extLst>
                </p:cNvPr>
                <p:cNvSpPr txBox="1">
                  <a:spLocks noChangeArrowheads="1"/>
                </p:cNvSpPr>
                <p:nvPr/>
              </p:nvSpPr>
              <p:spPr bwMode="auto">
                <a:xfrm>
                  <a:off x="9980560" y="726571"/>
                  <a:ext cx="659732" cy="461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rPr>
                    <a:t>network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link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physical</a:t>
                  </a: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cxnSp>
              <p:nvCxnSpPr>
                <p:cNvPr id="593" name="Straight Connector 592">
                  <a:extLst>
                    <a:ext uri="{FF2B5EF4-FFF2-40B4-BE49-F238E27FC236}">
                      <a16:creationId xmlns:a16="http://schemas.microsoft.com/office/drawing/2014/main" id="{8D2F48EB-4CEE-D44B-8209-C126FF35BBE2}"/>
                    </a:ext>
                  </a:extLst>
                </p:cNvPr>
                <p:cNvCxnSpPr>
                  <a:cxnSpLocks/>
                </p:cNvCxnSpPr>
                <p:nvPr/>
              </p:nvCxnSpPr>
              <p:spPr>
                <a:xfrm>
                  <a:off x="10038335" y="895309"/>
                  <a:ext cx="55813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4" name="Straight Connector 593">
                  <a:extLst>
                    <a:ext uri="{FF2B5EF4-FFF2-40B4-BE49-F238E27FC236}">
                      <a16:creationId xmlns:a16="http://schemas.microsoft.com/office/drawing/2014/main" id="{0248C143-6367-CE41-9442-465AEAB8C7A6}"/>
                    </a:ext>
                  </a:extLst>
                </p:cNvPr>
                <p:cNvCxnSpPr>
                  <a:cxnSpLocks/>
                </p:cNvCxnSpPr>
                <p:nvPr/>
              </p:nvCxnSpPr>
              <p:spPr>
                <a:xfrm>
                  <a:off x="10038335" y="1018248"/>
                  <a:ext cx="55813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461" name="Group 460">
              <a:extLst>
                <a:ext uri="{FF2B5EF4-FFF2-40B4-BE49-F238E27FC236}">
                  <a16:creationId xmlns:a16="http://schemas.microsoft.com/office/drawing/2014/main" id="{D0C86AC5-6FCF-FF4A-BC5F-A236021B8F1A}"/>
                </a:ext>
              </a:extLst>
            </p:cNvPr>
            <p:cNvGrpSpPr/>
            <p:nvPr/>
          </p:nvGrpSpPr>
          <p:grpSpPr>
            <a:xfrm>
              <a:off x="9554792" y="4299763"/>
              <a:ext cx="571917" cy="630904"/>
              <a:chOff x="9554792" y="4299763"/>
              <a:chExt cx="571917" cy="630904"/>
            </a:xfrm>
          </p:grpSpPr>
          <p:sp>
            <p:nvSpPr>
              <p:cNvPr id="595" name="Freeform 917">
                <a:extLst>
                  <a:ext uri="{FF2B5EF4-FFF2-40B4-BE49-F238E27FC236}">
                    <a16:creationId xmlns:a16="http://schemas.microsoft.com/office/drawing/2014/main" id="{5ED6F1FC-EC2E-3248-A181-32D9CFD8B2B9}"/>
                  </a:ext>
                </a:extLst>
              </p:cNvPr>
              <p:cNvSpPr>
                <a:spLocks/>
              </p:cNvSpPr>
              <p:nvPr/>
            </p:nvSpPr>
            <p:spPr bwMode="auto">
              <a:xfrm>
                <a:off x="9598301" y="4724405"/>
                <a:ext cx="466702" cy="206262"/>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 name="connsiteX0" fmla="*/ 0 w 10140"/>
                  <a:gd name="connsiteY0" fmla="*/ 9728 h 9728"/>
                  <a:gd name="connsiteX1" fmla="*/ 10140 w 10140"/>
                  <a:gd name="connsiteY1" fmla="*/ 0 h 9728"/>
                  <a:gd name="connsiteX2" fmla="*/ 10140 w 10140"/>
                  <a:gd name="connsiteY2" fmla="*/ 8670 h 9728"/>
                  <a:gd name="connsiteX3" fmla="*/ 0 w 10140"/>
                  <a:gd name="connsiteY3" fmla="*/ 9728 h 9728"/>
                  <a:gd name="connsiteX0" fmla="*/ 319 w 10319"/>
                  <a:gd name="connsiteY0" fmla="*/ 10000 h 10000"/>
                  <a:gd name="connsiteX1" fmla="*/ 0 w 10319"/>
                  <a:gd name="connsiteY1" fmla="*/ 9878 h 10000"/>
                  <a:gd name="connsiteX2" fmla="*/ 10319 w 10319"/>
                  <a:gd name="connsiteY2" fmla="*/ 0 h 10000"/>
                  <a:gd name="connsiteX3" fmla="*/ 10319 w 10319"/>
                  <a:gd name="connsiteY3" fmla="*/ 8912 h 10000"/>
                  <a:gd name="connsiteX4" fmla="*/ 319 w 10319"/>
                  <a:gd name="connsiteY4" fmla="*/ 10000 h 10000"/>
                  <a:gd name="connsiteX0" fmla="*/ 2669 w 10319"/>
                  <a:gd name="connsiteY0" fmla="*/ 10279 h 10279"/>
                  <a:gd name="connsiteX1" fmla="*/ 0 w 10319"/>
                  <a:gd name="connsiteY1" fmla="*/ 9878 h 10279"/>
                  <a:gd name="connsiteX2" fmla="*/ 10319 w 10319"/>
                  <a:gd name="connsiteY2" fmla="*/ 0 h 10279"/>
                  <a:gd name="connsiteX3" fmla="*/ 10319 w 10319"/>
                  <a:gd name="connsiteY3" fmla="*/ 8912 h 10279"/>
                  <a:gd name="connsiteX4" fmla="*/ 2669 w 10319"/>
                  <a:gd name="connsiteY4" fmla="*/ 10279 h 10279"/>
                  <a:gd name="connsiteX0" fmla="*/ 3432 w 11082"/>
                  <a:gd name="connsiteY0" fmla="*/ 1685 h 1685"/>
                  <a:gd name="connsiteX1" fmla="*/ 763 w 11082"/>
                  <a:gd name="connsiteY1" fmla="*/ 1284 h 1685"/>
                  <a:gd name="connsiteX2" fmla="*/ 0 w 11082"/>
                  <a:gd name="connsiteY2" fmla="*/ 0 h 1685"/>
                  <a:gd name="connsiteX3" fmla="*/ 11082 w 11082"/>
                  <a:gd name="connsiteY3" fmla="*/ 318 h 1685"/>
                  <a:gd name="connsiteX4" fmla="*/ 3432 w 11082"/>
                  <a:gd name="connsiteY4" fmla="*/ 1685 h 1685"/>
                  <a:gd name="connsiteX0" fmla="*/ 3097 w 14245"/>
                  <a:gd name="connsiteY0" fmla="*/ 10000 h 10000"/>
                  <a:gd name="connsiteX1" fmla="*/ 689 w 14245"/>
                  <a:gd name="connsiteY1" fmla="*/ 7620 h 10000"/>
                  <a:gd name="connsiteX2" fmla="*/ 0 w 14245"/>
                  <a:gd name="connsiteY2" fmla="*/ 0 h 10000"/>
                  <a:gd name="connsiteX3" fmla="*/ 14245 w 14245"/>
                  <a:gd name="connsiteY3" fmla="*/ 633 h 10000"/>
                  <a:gd name="connsiteX4" fmla="*/ 3097 w 14245"/>
                  <a:gd name="connsiteY4" fmla="*/ 10000 h 10000"/>
                  <a:gd name="connsiteX0" fmla="*/ 2478 w 13626"/>
                  <a:gd name="connsiteY0" fmla="*/ 9373 h 9373"/>
                  <a:gd name="connsiteX1" fmla="*/ 70 w 13626"/>
                  <a:gd name="connsiteY1" fmla="*/ 6993 h 9373"/>
                  <a:gd name="connsiteX2" fmla="*/ 41 w 13626"/>
                  <a:gd name="connsiteY2" fmla="*/ 0 h 9373"/>
                  <a:gd name="connsiteX3" fmla="*/ 13626 w 13626"/>
                  <a:gd name="connsiteY3" fmla="*/ 6 h 9373"/>
                  <a:gd name="connsiteX4" fmla="*/ 2478 w 13626"/>
                  <a:gd name="connsiteY4" fmla="*/ 9373 h 9373"/>
                  <a:gd name="connsiteX0" fmla="*/ 1334 w 10000"/>
                  <a:gd name="connsiteY0" fmla="*/ 12676 h 12676"/>
                  <a:gd name="connsiteX1" fmla="*/ 51 w 10000"/>
                  <a:gd name="connsiteY1" fmla="*/ 7461 h 12676"/>
                  <a:gd name="connsiteX2" fmla="*/ 30 w 10000"/>
                  <a:gd name="connsiteY2" fmla="*/ 0 h 12676"/>
                  <a:gd name="connsiteX3" fmla="*/ 10000 w 10000"/>
                  <a:gd name="connsiteY3" fmla="*/ 6 h 12676"/>
                  <a:gd name="connsiteX4" fmla="*/ 1334 w 10000"/>
                  <a:gd name="connsiteY4" fmla="*/ 12676 h 12676"/>
                  <a:gd name="connsiteX0" fmla="*/ 434 w 10000"/>
                  <a:gd name="connsiteY0" fmla="*/ 14237 h 14237"/>
                  <a:gd name="connsiteX1" fmla="*/ 51 w 10000"/>
                  <a:gd name="connsiteY1" fmla="*/ 7461 h 14237"/>
                  <a:gd name="connsiteX2" fmla="*/ 30 w 10000"/>
                  <a:gd name="connsiteY2" fmla="*/ 0 h 14237"/>
                  <a:gd name="connsiteX3" fmla="*/ 10000 w 10000"/>
                  <a:gd name="connsiteY3" fmla="*/ 6 h 14237"/>
                  <a:gd name="connsiteX4" fmla="*/ 434 w 10000"/>
                  <a:gd name="connsiteY4" fmla="*/ 14237 h 142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4237">
                    <a:moveTo>
                      <a:pt x="434" y="14237"/>
                    </a:moveTo>
                    <a:cubicBezTo>
                      <a:pt x="306" y="11978"/>
                      <a:pt x="179" y="9720"/>
                      <a:pt x="51" y="7461"/>
                    </a:cubicBezTo>
                    <a:cubicBezTo>
                      <a:pt x="-117" y="4751"/>
                      <a:pt x="199" y="2710"/>
                      <a:pt x="30" y="0"/>
                    </a:cubicBezTo>
                    <a:lnTo>
                      <a:pt x="10000" y="6"/>
                    </a:lnTo>
                    <a:lnTo>
                      <a:pt x="434" y="14237"/>
                    </a:lnTo>
                    <a:close/>
                  </a:path>
                </a:pathLst>
              </a:custGeom>
              <a:gradFill rotWithShape="1">
                <a:gsLst>
                  <a:gs pos="0">
                    <a:schemeClr val="bg1"/>
                  </a:gs>
                  <a:gs pos="99000">
                    <a:schemeClr val="bg1">
                      <a:lumMod val="75000"/>
                    </a:schemeClr>
                  </a:gs>
                </a:gsLst>
                <a:lin ang="0" scaled="1"/>
              </a:gra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grpSp>
            <p:nvGrpSpPr>
              <p:cNvPr id="567" name="Group 566">
                <a:extLst>
                  <a:ext uri="{FF2B5EF4-FFF2-40B4-BE49-F238E27FC236}">
                    <a16:creationId xmlns:a16="http://schemas.microsoft.com/office/drawing/2014/main" id="{F3F36025-2038-BC49-AF0C-2475C376E0E9}"/>
                  </a:ext>
                </a:extLst>
              </p:cNvPr>
              <p:cNvGrpSpPr/>
              <p:nvPr/>
            </p:nvGrpSpPr>
            <p:grpSpPr>
              <a:xfrm>
                <a:off x="9554792" y="4299763"/>
                <a:ext cx="571917" cy="461666"/>
                <a:chOff x="9980560" y="726571"/>
                <a:chExt cx="659732" cy="461666"/>
              </a:xfrm>
            </p:grpSpPr>
            <p:sp>
              <p:nvSpPr>
                <p:cNvPr id="568" name="Rectangle 228">
                  <a:extLst>
                    <a:ext uri="{FF2B5EF4-FFF2-40B4-BE49-F238E27FC236}">
                      <a16:creationId xmlns:a16="http://schemas.microsoft.com/office/drawing/2014/main" id="{ED5E50F7-5461-574C-9AF9-CB79813E9BB7}"/>
                    </a:ext>
                  </a:extLst>
                </p:cNvPr>
                <p:cNvSpPr>
                  <a:spLocks noChangeArrowheads="1"/>
                </p:cNvSpPr>
                <p:nvPr/>
              </p:nvSpPr>
              <p:spPr bwMode="auto">
                <a:xfrm>
                  <a:off x="10040996" y="761446"/>
                  <a:ext cx="559422" cy="389036"/>
                </a:xfrm>
                <a:prstGeom prst="rect">
                  <a:avLst/>
                </a:prstGeom>
                <a:solidFill>
                  <a:schemeClr val="bg1"/>
                </a:solidFill>
                <a:ln w="12700">
                  <a:solidFill>
                    <a:schemeClr val="tx1"/>
                  </a:solidFill>
                  <a:miter lim="800000"/>
                  <a:headEnd/>
                  <a:tailEnd/>
                </a:ln>
                <a:effectLst>
                  <a:outerShdw blurRad="50800" dist="38100" dir="2700000" algn="tl" rotWithShape="0">
                    <a:schemeClr val="tx1">
                      <a:lumMod val="50000"/>
                      <a:lumOff val="50000"/>
                      <a:alpha val="40000"/>
                    </a:schemeClr>
                  </a:outerShdw>
                </a:effec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569" name="Rectangle 229">
                  <a:extLst>
                    <a:ext uri="{FF2B5EF4-FFF2-40B4-BE49-F238E27FC236}">
                      <a16:creationId xmlns:a16="http://schemas.microsoft.com/office/drawing/2014/main" id="{2F7C9861-2086-4945-8713-75641140A371}"/>
                    </a:ext>
                  </a:extLst>
                </p:cNvPr>
                <p:cNvSpPr>
                  <a:spLocks noChangeArrowheads="1"/>
                </p:cNvSpPr>
                <p:nvPr/>
              </p:nvSpPr>
              <p:spPr bwMode="auto">
                <a:xfrm>
                  <a:off x="10041638" y="769755"/>
                  <a:ext cx="559977" cy="130804"/>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570" name="Text Box 230">
                  <a:extLst>
                    <a:ext uri="{FF2B5EF4-FFF2-40B4-BE49-F238E27FC236}">
                      <a16:creationId xmlns:a16="http://schemas.microsoft.com/office/drawing/2014/main" id="{12582F5C-7D7F-2140-8A3F-3E4115557DF4}"/>
                    </a:ext>
                  </a:extLst>
                </p:cNvPr>
                <p:cNvSpPr txBox="1">
                  <a:spLocks noChangeArrowheads="1"/>
                </p:cNvSpPr>
                <p:nvPr/>
              </p:nvSpPr>
              <p:spPr bwMode="auto">
                <a:xfrm>
                  <a:off x="9980560" y="726571"/>
                  <a:ext cx="659732" cy="461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rPr>
                    <a:t>network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link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physical</a:t>
                  </a: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cxnSp>
              <p:nvCxnSpPr>
                <p:cNvPr id="571" name="Straight Connector 570">
                  <a:extLst>
                    <a:ext uri="{FF2B5EF4-FFF2-40B4-BE49-F238E27FC236}">
                      <a16:creationId xmlns:a16="http://schemas.microsoft.com/office/drawing/2014/main" id="{4562A11B-D98F-9E4C-8877-765050F91F2E}"/>
                    </a:ext>
                  </a:extLst>
                </p:cNvPr>
                <p:cNvCxnSpPr>
                  <a:cxnSpLocks/>
                </p:cNvCxnSpPr>
                <p:nvPr/>
              </p:nvCxnSpPr>
              <p:spPr>
                <a:xfrm>
                  <a:off x="10038335" y="895309"/>
                  <a:ext cx="55813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2" name="Straight Connector 571">
                  <a:extLst>
                    <a:ext uri="{FF2B5EF4-FFF2-40B4-BE49-F238E27FC236}">
                      <a16:creationId xmlns:a16="http://schemas.microsoft.com/office/drawing/2014/main" id="{2D978BF9-AAF0-644C-A151-30CDCA01EAA8}"/>
                    </a:ext>
                  </a:extLst>
                </p:cNvPr>
                <p:cNvCxnSpPr>
                  <a:cxnSpLocks/>
                </p:cNvCxnSpPr>
                <p:nvPr/>
              </p:nvCxnSpPr>
              <p:spPr>
                <a:xfrm>
                  <a:off x="10038335" y="1018248"/>
                  <a:ext cx="55813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462" name="Group 461">
              <a:extLst>
                <a:ext uri="{FF2B5EF4-FFF2-40B4-BE49-F238E27FC236}">
                  <a16:creationId xmlns:a16="http://schemas.microsoft.com/office/drawing/2014/main" id="{22F3DB9F-6BFB-3D4D-9EE3-40BAB140C142}"/>
                </a:ext>
              </a:extLst>
            </p:cNvPr>
            <p:cNvGrpSpPr/>
            <p:nvPr/>
          </p:nvGrpSpPr>
          <p:grpSpPr>
            <a:xfrm>
              <a:off x="10153753" y="4577638"/>
              <a:ext cx="628869" cy="576513"/>
              <a:chOff x="10153753" y="4577638"/>
              <a:chExt cx="628869" cy="576513"/>
            </a:xfrm>
          </p:grpSpPr>
          <p:sp>
            <p:nvSpPr>
              <p:cNvPr id="596" name="Freeform 917">
                <a:extLst>
                  <a:ext uri="{FF2B5EF4-FFF2-40B4-BE49-F238E27FC236}">
                    <a16:creationId xmlns:a16="http://schemas.microsoft.com/office/drawing/2014/main" id="{879A7AD4-7015-EA48-8AC1-1D4830161CB6}"/>
                  </a:ext>
                </a:extLst>
              </p:cNvPr>
              <p:cNvSpPr>
                <a:spLocks/>
              </p:cNvSpPr>
              <p:nvPr/>
            </p:nvSpPr>
            <p:spPr bwMode="auto">
              <a:xfrm>
                <a:off x="10153753" y="5002899"/>
                <a:ext cx="590332" cy="151252"/>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 name="connsiteX0" fmla="*/ 0 w 10140"/>
                  <a:gd name="connsiteY0" fmla="*/ 9728 h 9728"/>
                  <a:gd name="connsiteX1" fmla="*/ 10140 w 10140"/>
                  <a:gd name="connsiteY1" fmla="*/ 0 h 9728"/>
                  <a:gd name="connsiteX2" fmla="*/ 10140 w 10140"/>
                  <a:gd name="connsiteY2" fmla="*/ 8670 h 9728"/>
                  <a:gd name="connsiteX3" fmla="*/ 0 w 10140"/>
                  <a:gd name="connsiteY3" fmla="*/ 9728 h 9728"/>
                  <a:gd name="connsiteX0" fmla="*/ 319 w 10319"/>
                  <a:gd name="connsiteY0" fmla="*/ 10000 h 10000"/>
                  <a:gd name="connsiteX1" fmla="*/ 0 w 10319"/>
                  <a:gd name="connsiteY1" fmla="*/ 9878 h 10000"/>
                  <a:gd name="connsiteX2" fmla="*/ 10319 w 10319"/>
                  <a:gd name="connsiteY2" fmla="*/ 0 h 10000"/>
                  <a:gd name="connsiteX3" fmla="*/ 10319 w 10319"/>
                  <a:gd name="connsiteY3" fmla="*/ 8912 h 10000"/>
                  <a:gd name="connsiteX4" fmla="*/ 319 w 10319"/>
                  <a:gd name="connsiteY4" fmla="*/ 10000 h 10000"/>
                  <a:gd name="connsiteX0" fmla="*/ 2669 w 10319"/>
                  <a:gd name="connsiteY0" fmla="*/ 10279 h 10279"/>
                  <a:gd name="connsiteX1" fmla="*/ 0 w 10319"/>
                  <a:gd name="connsiteY1" fmla="*/ 9878 h 10279"/>
                  <a:gd name="connsiteX2" fmla="*/ 10319 w 10319"/>
                  <a:gd name="connsiteY2" fmla="*/ 0 h 10279"/>
                  <a:gd name="connsiteX3" fmla="*/ 10319 w 10319"/>
                  <a:gd name="connsiteY3" fmla="*/ 8912 h 10279"/>
                  <a:gd name="connsiteX4" fmla="*/ 2669 w 10319"/>
                  <a:gd name="connsiteY4" fmla="*/ 10279 h 10279"/>
                  <a:gd name="connsiteX0" fmla="*/ 3432 w 11082"/>
                  <a:gd name="connsiteY0" fmla="*/ 1685 h 1685"/>
                  <a:gd name="connsiteX1" fmla="*/ 763 w 11082"/>
                  <a:gd name="connsiteY1" fmla="*/ 1284 h 1685"/>
                  <a:gd name="connsiteX2" fmla="*/ 0 w 11082"/>
                  <a:gd name="connsiteY2" fmla="*/ 0 h 1685"/>
                  <a:gd name="connsiteX3" fmla="*/ 11082 w 11082"/>
                  <a:gd name="connsiteY3" fmla="*/ 318 h 1685"/>
                  <a:gd name="connsiteX4" fmla="*/ 3432 w 11082"/>
                  <a:gd name="connsiteY4" fmla="*/ 1685 h 1685"/>
                  <a:gd name="connsiteX0" fmla="*/ 3097 w 14245"/>
                  <a:gd name="connsiteY0" fmla="*/ 10000 h 10000"/>
                  <a:gd name="connsiteX1" fmla="*/ 689 w 14245"/>
                  <a:gd name="connsiteY1" fmla="*/ 7620 h 10000"/>
                  <a:gd name="connsiteX2" fmla="*/ 0 w 14245"/>
                  <a:gd name="connsiteY2" fmla="*/ 0 h 10000"/>
                  <a:gd name="connsiteX3" fmla="*/ 14245 w 14245"/>
                  <a:gd name="connsiteY3" fmla="*/ 633 h 10000"/>
                  <a:gd name="connsiteX4" fmla="*/ 3097 w 14245"/>
                  <a:gd name="connsiteY4" fmla="*/ 10000 h 10000"/>
                  <a:gd name="connsiteX0" fmla="*/ 2478 w 13626"/>
                  <a:gd name="connsiteY0" fmla="*/ 9373 h 9373"/>
                  <a:gd name="connsiteX1" fmla="*/ 70 w 13626"/>
                  <a:gd name="connsiteY1" fmla="*/ 6993 h 9373"/>
                  <a:gd name="connsiteX2" fmla="*/ 41 w 13626"/>
                  <a:gd name="connsiteY2" fmla="*/ 0 h 9373"/>
                  <a:gd name="connsiteX3" fmla="*/ 13626 w 13626"/>
                  <a:gd name="connsiteY3" fmla="*/ 6 h 9373"/>
                  <a:gd name="connsiteX4" fmla="*/ 2478 w 13626"/>
                  <a:gd name="connsiteY4" fmla="*/ 9373 h 9373"/>
                  <a:gd name="connsiteX0" fmla="*/ 1334 w 10000"/>
                  <a:gd name="connsiteY0" fmla="*/ 12676 h 12676"/>
                  <a:gd name="connsiteX1" fmla="*/ 51 w 10000"/>
                  <a:gd name="connsiteY1" fmla="*/ 7461 h 12676"/>
                  <a:gd name="connsiteX2" fmla="*/ 30 w 10000"/>
                  <a:gd name="connsiteY2" fmla="*/ 0 h 12676"/>
                  <a:gd name="connsiteX3" fmla="*/ 10000 w 10000"/>
                  <a:gd name="connsiteY3" fmla="*/ 6 h 12676"/>
                  <a:gd name="connsiteX4" fmla="*/ 1334 w 10000"/>
                  <a:gd name="connsiteY4" fmla="*/ 12676 h 12676"/>
                  <a:gd name="connsiteX0" fmla="*/ 434 w 10000"/>
                  <a:gd name="connsiteY0" fmla="*/ 14237 h 14237"/>
                  <a:gd name="connsiteX1" fmla="*/ 51 w 10000"/>
                  <a:gd name="connsiteY1" fmla="*/ 7461 h 14237"/>
                  <a:gd name="connsiteX2" fmla="*/ 30 w 10000"/>
                  <a:gd name="connsiteY2" fmla="*/ 0 h 14237"/>
                  <a:gd name="connsiteX3" fmla="*/ 10000 w 10000"/>
                  <a:gd name="connsiteY3" fmla="*/ 6 h 14237"/>
                  <a:gd name="connsiteX4" fmla="*/ 434 w 10000"/>
                  <a:gd name="connsiteY4" fmla="*/ 14237 h 14237"/>
                  <a:gd name="connsiteX0" fmla="*/ 434 w 12908"/>
                  <a:gd name="connsiteY0" fmla="*/ 14237 h 14237"/>
                  <a:gd name="connsiteX1" fmla="*/ 51 w 12908"/>
                  <a:gd name="connsiteY1" fmla="*/ 7461 h 14237"/>
                  <a:gd name="connsiteX2" fmla="*/ 30 w 12908"/>
                  <a:gd name="connsiteY2" fmla="*/ 0 h 14237"/>
                  <a:gd name="connsiteX3" fmla="*/ 12908 w 12908"/>
                  <a:gd name="connsiteY3" fmla="*/ 3797 h 14237"/>
                  <a:gd name="connsiteX4" fmla="*/ 434 w 12908"/>
                  <a:gd name="connsiteY4" fmla="*/ 14237 h 14237"/>
                  <a:gd name="connsiteX0" fmla="*/ 391 w 12865"/>
                  <a:gd name="connsiteY0" fmla="*/ 10892 h 10892"/>
                  <a:gd name="connsiteX1" fmla="*/ 8 w 12865"/>
                  <a:gd name="connsiteY1" fmla="*/ 4116 h 10892"/>
                  <a:gd name="connsiteX2" fmla="*/ 2479 w 12865"/>
                  <a:gd name="connsiteY2" fmla="*/ 0 h 10892"/>
                  <a:gd name="connsiteX3" fmla="*/ 12865 w 12865"/>
                  <a:gd name="connsiteY3" fmla="*/ 452 h 10892"/>
                  <a:gd name="connsiteX4" fmla="*/ 391 w 12865"/>
                  <a:gd name="connsiteY4" fmla="*/ 10892 h 10892"/>
                  <a:gd name="connsiteX0" fmla="*/ 183 w 12657"/>
                  <a:gd name="connsiteY0" fmla="*/ 10892 h 10892"/>
                  <a:gd name="connsiteX1" fmla="*/ 8 w 12657"/>
                  <a:gd name="connsiteY1" fmla="*/ 7238 h 10892"/>
                  <a:gd name="connsiteX2" fmla="*/ 2271 w 12657"/>
                  <a:gd name="connsiteY2" fmla="*/ 0 h 10892"/>
                  <a:gd name="connsiteX3" fmla="*/ 12657 w 12657"/>
                  <a:gd name="connsiteY3" fmla="*/ 452 h 10892"/>
                  <a:gd name="connsiteX4" fmla="*/ 183 w 12657"/>
                  <a:gd name="connsiteY4" fmla="*/ 10892 h 10892"/>
                  <a:gd name="connsiteX0" fmla="*/ 175 w 12649"/>
                  <a:gd name="connsiteY0" fmla="*/ 10892 h 10892"/>
                  <a:gd name="connsiteX1" fmla="*/ 0 w 12649"/>
                  <a:gd name="connsiteY1" fmla="*/ 7238 h 10892"/>
                  <a:gd name="connsiteX2" fmla="*/ 2263 w 12649"/>
                  <a:gd name="connsiteY2" fmla="*/ 0 h 10892"/>
                  <a:gd name="connsiteX3" fmla="*/ 12649 w 12649"/>
                  <a:gd name="connsiteY3" fmla="*/ 452 h 10892"/>
                  <a:gd name="connsiteX4" fmla="*/ 175 w 12649"/>
                  <a:gd name="connsiteY4" fmla="*/ 10892 h 10892"/>
                  <a:gd name="connsiteX0" fmla="*/ 175 w 12649"/>
                  <a:gd name="connsiteY0" fmla="*/ 10892 h 10892"/>
                  <a:gd name="connsiteX1" fmla="*/ 0 w 12649"/>
                  <a:gd name="connsiteY1" fmla="*/ 7238 h 10892"/>
                  <a:gd name="connsiteX2" fmla="*/ 2263 w 12649"/>
                  <a:gd name="connsiteY2" fmla="*/ 0 h 10892"/>
                  <a:gd name="connsiteX3" fmla="*/ 12649 w 12649"/>
                  <a:gd name="connsiteY3" fmla="*/ 452 h 10892"/>
                  <a:gd name="connsiteX4" fmla="*/ 175 w 12649"/>
                  <a:gd name="connsiteY4" fmla="*/ 10892 h 10892"/>
                  <a:gd name="connsiteX0" fmla="*/ 175 w 12649"/>
                  <a:gd name="connsiteY0" fmla="*/ 10440 h 10440"/>
                  <a:gd name="connsiteX1" fmla="*/ 0 w 12649"/>
                  <a:gd name="connsiteY1" fmla="*/ 6786 h 10440"/>
                  <a:gd name="connsiteX2" fmla="*/ 2263 w 12649"/>
                  <a:gd name="connsiteY2" fmla="*/ 217 h 10440"/>
                  <a:gd name="connsiteX3" fmla="*/ 12649 w 12649"/>
                  <a:gd name="connsiteY3" fmla="*/ 0 h 10440"/>
                  <a:gd name="connsiteX4" fmla="*/ 175 w 12649"/>
                  <a:gd name="connsiteY4" fmla="*/ 10440 h 10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49" h="10440">
                    <a:moveTo>
                      <a:pt x="175" y="10440"/>
                    </a:moveTo>
                    <a:cubicBezTo>
                      <a:pt x="47" y="8181"/>
                      <a:pt x="128" y="9045"/>
                      <a:pt x="0" y="6786"/>
                    </a:cubicBezTo>
                    <a:cubicBezTo>
                      <a:pt x="1563" y="2515"/>
                      <a:pt x="1463" y="3373"/>
                      <a:pt x="2263" y="217"/>
                    </a:cubicBezTo>
                    <a:lnTo>
                      <a:pt x="12649" y="0"/>
                    </a:lnTo>
                    <a:lnTo>
                      <a:pt x="175" y="10440"/>
                    </a:lnTo>
                    <a:close/>
                  </a:path>
                </a:pathLst>
              </a:custGeom>
              <a:gradFill rotWithShape="1">
                <a:gsLst>
                  <a:gs pos="0">
                    <a:schemeClr val="bg1"/>
                  </a:gs>
                  <a:gs pos="99000">
                    <a:schemeClr val="bg1">
                      <a:lumMod val="75000"/>
                    </a:schemeClr>
                  </a:gs>
                </a:gsLst>
                <a:lin ang="0" scaled="1"/>
              </a:gra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grpSp>
            <p:nvGrpSpPr>
              <p:cNvPr id="561" name="Group 560">
                <a:extLst>
                  <a:ext uri="{FF2B5EF4-FFF2-40B4-BE49-F238E27FC236}">
                    <a16:creationId xmlns:a16="http://schemas.microsoft.com/office/drawing/2014/main" id="{C29EA216-1A13-4648-B304-50B3793355C6}"/>
                  </a:ext>
                </a:extLst>
              </p:cNvPr>
              <p:cNvGrpSpPr/>
              <p:nvPr/>
            </p:nvGrpSpPr>
            <p:grpSpPr>
              <a:xfrm>
                <a:off x="10210705" y="4577638"/>
                <a:ext cx="571917" cy="461666"/>
                <a:chOff x="9980560" y="726571"/>
                <a:chExt cx="659732" cy="461666"/>
              </a:xfrm>
            </p:grpSpPr>
            <p:sp>
              <p:nvSpPr>
                <p:cNvPr id="562" name="Rectangle 228">
                  <a:extLst>
                    <a:ext uri="{FF2B5EF4-FFF2-40B4-BE49-F238E27FC236}">
                      <a16:creationId xmlns:a16="http://schemas.microsoft.com/office/drawing/2014/main" id="{DE075DD4-ED42-6A4D-AE73-7FF16B94014F}"/>
                    </a:ext>
                  </a:extLst>
                </p:cNvPr>
                <p:cNvSpPr>
                  <a:spLocks noChangeArrowheads="1"/>
                </p:cNvSpPr>
                <p:nvPr/>
              </p:nvSpPr>
              <p:spPr bwMode="auto">
                <a:xfrm>
                  <a:off x="10040996" y="761446"/>
                  <a:ext cx="559422" cy="389036"/>
                </a:xfrm>
                <a:prstGeom prst="rect">
                  <a:avLst/>
                </a:prstGeom>
                <a:solidFill>
                  <a:schemeClr val="bg1"/>
                </a:solidFill>
                <a:ln w="12700">
                  <a:solidFill>
                    <a:schemeClr val="tx1"/>
                  </a:solidFill>
                  <a:miter lim="800000"/>
                  <a:headEnd/>
                  <a:tailEnd/>
                </a:ln>
                <a:effectLst>
                  <a:outerShdw blurRad="50800" dist="38100" dir="2700000" algn="tl" rotWithShape="0">
                    <a:schemeClr val="tx1">
                      <a:lumMod val="50000"/>
                      <a:lumOff val="50000"/>
                      <a:alpha val="40000"/>
                    </a:schemeClr>
                  </a:outerShdw>
                </a:effec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563" name="Rectangle 229">
                  <a:extLst>
                    <a:ext uri="{FF2B5EF4-FFF2-40B4-BE49-F238E27FC236}">
                      <a16:creationId xmlns:a16="http://schemas.microsoft.com/office/drawing/2014/main" id="{F7259EAC-8796-1E43-A2F4-D2BFE8251B24}"/>
                    </a:ext>
                  </a:extLst>
                </p:cNvPr>
                <p:cNvSpPr>
                  <a:spLocks noChangeArrowheads="1"/>
                </p:cNvSpPr>
                <p:nvPr/>
              </p:nvSpPr>
              <p:spPr bwMode="auto">
                <a:xfrm>
                  <a:off x="10041638" y="769755"/>
                  <a:ext cx="559977" cy="130804"/>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564" name="Text Box 230">
                  <a:extLst>
                    <a:ext uri="{FF2B5EF4-FFF2-40B4-BE49-F238E27FC236}">
                      <a16:creationId xmlns:a16="http://schemas.microsoft.com/office/drawing/2014/main" id="{1FFEDBB2-C626-674C-897C-7265632ACAB1}"/>
                    </a:ext>
                  </a:extLst>
                </p:cNvPr>
                <p:cNvSpPr txBox="1">
                  <a:spLocks noChangeArrowheads="1"/>
                </p:cNvSpPr>
                <p:nvPr/>
              </p:nvSpPr>
              <p:spPr bwMode="auto">
                <a:xfrm>
                  <a:off x="9980560" y="726571"/>
                  <a:ext cx="659732" cy="461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rPr>
                    <a:t>network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link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physical</a:t>
                  </a: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cxnSp>
              <p:nvCxnSpPr>
                <p:cNvPr id="565" name="Straight Connector 564">
                  <a:extLst>
                    <a:ext uri="{FF2B5EF4-FFF2-40B4-BE49-F238E27FC236}">
                      <a16:creationId xmlns:a16="http://schemas.microsoft.com/office/drawing/2014/main" id="{219CCEA3-E9D0-E24D-8DA6-838694003D85}"/>
                    </a:ext>
                  </a:extLst>
                </p:cNvPr>
                <p:cNvCxnSpPr>
                  <a:cxnSpLocks/>
                </p:cNvCxnSpPr>
                <p:nvPr/>
              </p:nvCxnSpPr>
              <p:spPr>
                <a:xfrm>
                  <a:off x="10038335" y="895309"/>
                  <a:ext cx="55813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6" name="Straight Connector 565">
                  <a:extLst>
                    <a:ext uri="{FF2B5EF4-FFF2-40B4-BE49-F238E27FC236}">
                      <a16:creationId xmlns:a16="http://schemas.microsoft.com/office/drawing/2014/main" id="{3166A4C7-E5AA-FA45-9EA8-29BB7351E88B}"/>
                    </a:ext>
                  </a:extLst>
                </p:cNvPr>
                <p:cNvCxnSpPr>
                  <a:cxnSpLocks/>
                </p:cNvCxnSpPr>
                <p:nvPr/>
              </p:nvCxnSpPr>
              <p:spPr>
                <a:xfrm>
                  <a:off x="10038335" y="1018248"/>
                  <a:ext cx="55813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105" name="Group 104">
            <a:extLst>
              <a:ext uri="{FF2B5EF4-FFF2-40B4-BE49-F238E27FC236}">
                <a16:creationId xmlns:a16="http://schemas.microsoft.com/office/drawing/2014/main" id="{EEFE641A-589B-7942-BC31-34CA4265ECA8}"/>
              </a:ext>
            </a:extLst>
          </p:cNvPr>
          <p:cNvGrpSpPr/>
          <p:nvPr/>
        </p:nvGrpSpPr>
        <p:grpSpPr>
          <a:xfrm>
            <a:off x="9783558" y="4989983"/>
            <a:ext cx="393760" cy="218578"/>
            <a:chOff x="7493876" y="2774731"/>
            <a:chExt cx="1481958" cy="894622"/>
          </a:xfrm>
        </p:grpSpPr>
        <p:sp>
          <p:nvSpPr>
            <p:cNvPr id="106" name="Freeform 105">
              <a:extLst>
                <a:ext uri="{FF2B5EF4-FFF2-40B4-BE49-F238E27FC236}">
                  <a16:creationId xmlns:a16="http://schemas.microsoft.com/office/drawing/2014/main" id="{236DE3EE-811C-674F-9142-302E5E9C5593}"/>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rPr>
                <a:t>                   </a:t>
              </a:r>
            </a:p>
          </p:txBody>
        </p:sp>
        <p:sp>
          <p:nvSpPr>
            <p:cNvPr id="107" name="Oval 106">
              <a:extLst>
                <a:ext uri="{FF2B5EF4-FFF2-40B4-BE49-F238E27FC236}">
                  <a16:creationId xmlns:a16="http://schemas.microsoft.com/office/drawing/2014/main" id="{1800B155-CF25-D24C-9B92-B08AAAB8313B}"/>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rPr>
                <a:t>              </a:t>
              </a:r>
            </a:p>
          </p:txBody>
        </p:sp>
        <p:grpSp>
          <p:nvGrpSpPr>
            <p:cNvPr id="108" name="Group 107">
              <a:extLst>
                <a:ext uri="{FF2B5EF4-FFF2-40B4-BE49-F238E27FC236}">
                  <a16:creationId xmlns:a16="http://schemas.microsoft.com/office/drawing/2014/main" id="{B0AEF1A2-025A-BC41-A84F-2DC3E058332F}"/>
                </a:ext>
              </a:extLst>
            </p:cNvPr>
            <p:cNvGrpSpPr/>
            <p:nvPr/>
          </p:nvGrpSpPr>
          <p:grpSpPr>
            <a:xfrm>
              <a:off x="7713663" y="2848339"/>
              <a:ext cx="1042107" cy="425543"/>
              <a:chOff x="7786941" y="2884917"/>
              <a:chExt cx="897649" cy="353919"/>
            </a:xfrm>
          </p:grpSpPr>
          <p:sp>
            <p:nvSpPr>
              <p:cNvPr id="109" name="Freeform 108">
                <a:extLst>
                  <a:ext uri="{FF2B5EF4-FFF2-40B4-BE49-F238E27FC236}">
                    <a16:creationId xmlns:a16="http://schemas.microsoft.com/office/drawing/2014/main" id="{8D3F6F1A-FE14-8948-A78A-73AA88A44A7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110" name="Freeform 109">
                <a:extLst>
                  <a:ext uri="{FF2B5EF4-FFF2-40B4-BE49-F238E27FC236}">
                    <a16:creationId xmlns:a16="http://schemas.microsoft.com/office/drawing/2014/main" id="{B90EE21A-C2A8-0D42-B6A5-6C7D12BEBF0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111" name="Freeform 110">
                <a:extLst>
                  <a:ext uri="{FF2B5EF4-FFF2-40B4-BE49-F238E27FC236}">
                    <a16:creationId xmlns:a16="http://schemas.microsoft.com/office/drawing/2014/main" id="{8A5097ED-FFBF-4544-860B-3817BA811B2C}"/>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112" name="Freeform 111">
                <a:extLst>
                  <a:ext uri="{FF2B5EF4-FFF2-40B4-BE49-F238E27FC236}">
                    <a16:creationId xmlns:a16="http://schemas.microsoft.com/office/drawing/2014/main" id="{6DF62723-77FE-9247-98F5-987E793C56FB}"/>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grpSp>
      </p:grpSp>
      <p:sp>
        <p:nvSpPr>
          <p:cNvPr id="457" name="Freeform 456">
            <a:extLst>
              <a:ext uri="{FF2B5EF4-FFF2-40B4-BE49-F238E27FC236}">
                <a16:creationId xmlns:a16="http://schemas.microsoft.com/office/drawing/2014/main" id="{C29E3841-9511-CE48-9C97-7A796907B706}"/>
              </a:ext>
            </a:extLst>
          </p:cNvPr>
          <p:cNvSpPr/>
          <p:nvPr/>
        </p:nvSpPr>
        <p:spPr>
          <a:xfrm>
            <a:off x="7288696" y="3114260"/>
            <a:ext cx="3064097" cy="2683755"/>
          </a:xfrm>
          <a:custGeom>
            <a:avLst/>
            <a:gdLst>
              <a:gd name="connsiteX0" fmla="*/ 0 w 2769704"/>
              <a:gd name="connsiteY0" fmla="*/ 0 h 2637182"/>
              <a:gd name="connsiteX1" fmla="*/ 980661 w 2769704"/>
              <a:gd name="connsiteY1" fmla="*/ 1007165 h 2637182"/>
              <a:gd name="connsiteX2" fmla="*/ 2014330 w 2769704"/>
              <a:gd name="connsiteY2" fmla="*/ 993913 h 2637182"/>
              <a:gd name="connsiteX3" fmla="*/ 2478156 w 2769704"/>
              <a:gd name="connsiteY3" fmla="*/ 1007165 h 2637182"/>
              <a:gd name="connsiteX4" fmla="*/ 2054087 w 2769704"/>
              <a:gd name="connsiteY4" fmla="*/ 1709530 h 2637182"/>
              <a:gd name="connsiteX5" fmla="*/ 2650434 w 2769704"/>
              <a:gd name="connsiteY5" fmla="*/ 2001078 h 2637182"/>
              <a:gd name="connsiteX6" fmla="*/ 2769704 w 2769704"/>
              <a:gd name="connsiteY6" fmla="*/ 2637182 h 2637182"/>
              <a:gd name="connsiteX0" fmla="*/ 0 w 2769704"/>
              <a:gd name="connsiteY0" fmla="*/ 0 h 2637182"/>
              <a:gd name="connsiteX1" fmla="*/ 980661 w 2769704"/>
              <a:gd name="connsiteY1" fmla="*/ 1007165 h 2637182"/>
              <a:gd name="connsiteX2" fmla="*/ 2014330 w 2769704"/>
              <a:gd name="connsiteY2" fmla="*/ 1016216 h 2637182"/>
              <a:gd name="connsiteX3" fmla="*/ 2478156 w 2769704"/>
              <a:gd name="connsiteY3" fmla="*/ 1007165 h 2637182"/>
              <a:gd name="connsiteX4" fmla="*/ 2054087 w 2769704"/>
              <a:gd name="connsiteY4" fmla="*/ 1709530 h 2637182"/>
              <a:gd name="connsiteX5" fmla="*/ 2650434 w 2769704"/>
              <a:gd name="connsiteY5" fmla="*/ 2001078 h 2637182"/>
              <a:gd name="connsiteX6" fmla="*/ 2769704 w 2769704"/>
              <a:gd name="connsiteY6" fmla="*/ 2637182 h 2637182"/>
              <a:gd name="connsiteX0" fmla="*/ 0 w 2769704"/>
              <a:gd name="connsiteY0" fmla="*/ 0 h 2637182"/>
              <a:gd name="connsiteX1" fmla="*/ 980661 w 2769704"/>
              <a:gd name="connsiteY1" fmla="*/ 1007165 h 2637182"/>
              <a:gd name="connsiteX2" fmla="*/ 2014330 w 2769704"/>
              <a:gd name="connsiteY2" fmla="*/ 998374 h 2637182"/>
              <a:gd name="connsiteX3" fmla="*/ 2478156 w 2769704"/>
              <a:gd name="connsiteY3" fmla="*/ 1007165 h 2637182"/>
              <a:gd name="connsiteX4" fmla="*/ 2054087 w 2769704"/>
              <a:gd name="connsiteY4" fmla="*/ 1709530 h 2637182"/>
              <a:gd name="connsiteX5" fmla="*/ 2650434 w 2769704"/>
              <a:gd name="connsiteY5" fmla="*/ 2001078 h 2637182"/>
              <a:gd name="connsiteX6" fmla="*/ 2769704 w 2769704"/>
              <a:gd name="connsiteY6" fmla="*/ 2637182 h 2637182"/>
              <a:gd name="connsiteX0" fmla="*/ 0 w 2769704"/>
              <a:gd name="connsiteY0" fmla="*/ 0 h 2637182"/>
              <a:gd name="connsiteX1" fmla="*/ 980661 w 2769704"/>
              <a:gd name="connsiteY1" fmla="*/ 1007165 h 2637182"/>
              <a:gd name="connsiteX2" fmla="*/ 2014330 w 2769704"/>
              <a:gd name="connsiteY2" fmla="*/ 1011756 h 2637182"/>
              <a:gd name="connsiteX3" fmla="*/ 2478156 w 2769704"/>
              <a:gd name="connsiteY3" fmla="*/ 1007165 h 2637182"/>
              <a:gd name="connsiteX4" fmla="*/ 2054087 w 2769704"/>
              <a:gd name="connsiteY4" fmla="*/ 1709530 h 2637182"/>
              <a:gd name="connsiteX5" fmla="*/ 2650434 w 2769704"/>
              <a:gd name="connsiteY5" fmla="*/ 2001078 h 2637182"/>
              <a:gd name="connsiteX6" fmla="*/ 2769704 w 2769704"/>
              <a:gd name="connsiteY6" fmla="*/ 2637182 h 2637182"/>
              <a:gd name="connsiteX0" fmla="*/ 0 w 2769704"/>
              <a:gd name="connsiteY0" fmla="*/ 0 h 2637182"/>
              <a:gd name="connsiteX1" fmla="*/ 980661 w 2769704"/>
              <a:gd name="connsiteY1" fmla="*/ 1007165 h 2637182"/>
              <a:gd name="connsiteX2" fmla="*/ 2014330 w 2769704"/>
              <a:gd name="connsiteY2" fmla="*/ 1011756 h 2637182"/>
              <a:gd name="connsiteX3" fmla="*/ 2478156 w 2769704"/>
              <a:gd name="connsiteY3" fmla="*/ 1007165 h 2637182"/>
              <a:gd name="connsiteX4" fmla="*/ 2054087 w 2769704"/>
              <a:gd name="connsiteY4" fmla="*/ 1709530 h 2637182"/>
              <a:gd name="connsiteX5" fmla="*/ 2753026 w 2769704"/>
              <a:gd name="connsiteY5" fmla="*/ 2050143 h 2637182"/>
              <a:gd name="connsiteX6" fmla="*/ 2769704 w 2769704"/>
              <a:gd name="connsiteY6" fmla="*/ 2637182 h 2637182"/>
              <a:gd name="connsiteX0" fmla="*/ 0 w 2753026"/>
              <a:gd name="connsiteY0" fmla="*/ 0 h 2628261"/>
              <a:gd name="connsiteX1" fmla="*/ 980661 w 2753026"/>
              <a:gd name="connsiteY1" fmla="*/ 1007165 h 2628261"/>
              <a:gd name="connsiteX2" fmla="*/ 2014330 w 2753026"/>
              <a:gd name="connsiteY2" fmla="*/ 1011756 h 2628261"/>
              <a:gd name="connsiteX3" fmla="*/ 2478156 w 2753026"/>
              <a:gd name="connsiteY3" fmla="*/ 1007165 h 2628261"/>
              <a:gd name="connsiteX4" fmla="*/ 2054087 w 2753026"/>
              <a:gd name="connsiteY4" fmla="*/ 1709530 h 2628261"/>
              <a:gd name="connsiteX5" fmla="*/ 2753026 w 2753026"/>
              <a:gd name="connsiteY5" fmla="*/ 2050143 h 2628261"/>
              <a:gd name="connsiteX6" fmla="*/ 2742942 w 2753026"/>
              <a:gd name="connsiteY6" fmla="*/ 2628261 h 2628261"/>
              <a:gd name="connsiteX0" fmla="*/ 0 w 2760784"/>
              <a:gd name="connsiteY0" fmla="*/ 0 h 2820062"/>
              <a:gd name="connsiteX1" fmla="*/ 980661 w 2760784"/>
              <a:gd name="connsiteY1" fmla="*/ 1007165 h 2820062"/>
              <a:gd name="connsiteX2" fmla="*/ 2014330 w 2760784"/>
              <a:gd name="connsiteY2" fmla="*/ 1011756 h 2820062"/>
              <a:gd name="connsiteX3" fmla="*/ 2478156 w 2760784"/>
              <a:gd name="connsiteY3" fmla="*/ 1007165 h 2820062"/>
              <a:gd name="connsiteX4" fmla="*/ 2054087 w 2760784"/>
              <a:gd name="connsiteY4" fmla="*/ 1709530 h 2820062"/>
              <a:gd name="connsiteX5" fmla="*/ 2753026 w 2760784"/>
              <a:gd name="connsiteY5" fmla="*/ 2050143 h 2820062"/>
              <a:gd name="connsiteX6" fmla="*/ 2760784 w 2760784"/>
              <a:gd name="connsiteY6" fmla="*/ 2820062 h 2820062"/>
              <a:gd name="connsiteX0" fmla="*/ 0 w 2760784"/>
              <a:gd name="connsiteY0" fmla="*/ 0 h 2820062"/>
              <a:gd name="connsiteX1" fmla="*/ 980661 w 2760784"/>
              <a:gd name="connsiteY1" fmla="*/ 1007165 h 2820062"/>
              <a:gd name="connsiteX2" fmla="*/ 2014330 w 2760784"/>
              <a:gd name="connsiteY2" fmla="*/ 1011756 h 2820062"/>
              <a:gd name="connsiteX3" fmla="*/ 2478156 w 2760784"/>
              <a:gd name="connsiteY3" fmla="*/ 1007165 h 2820062"/>
              <a:gd name="connsiteX4" fmla="*/ 2054087 w 2760784"/>
              <a:gd name="connsiteY4" fmla="*/ 1709530 h 2820062"/>
              <a:gd name="connsiteX5" fmla="*/ 2753026 w 2760784"/>
              <a:gd name="connsiteY5" fmla="*/ 2050143 h 2820062"/>
              <a:gd name="connsiteX6" fmla="*/ 2760783 w 2760784"/>
              <a:gd name="connsiteY6" fmla="*/ 2639768 h 2820062"/>
              <a:gd name="connsiteX7" fmla="*/ 2760784 w 2760784"/>
              <a:gd name="connsiteY7" fmla="*/ 2820062 h 2820062"/>
              <a:gd name="connsiteX0" fmla="*/ 0 w 3188991"/>
              <a:gd name="connsiteY0" fmla="*/ 0 h 2681787"/>
              <a:gd name="connsiteX1" fmla="*/ 980661 w 3188991"/>
              <a:gd name="connsiteY1" fmla="*/ 1007165 h 2681787"/>
              <a:gd name="connsiteX2" fmla="*/ 2014330 w 3188991"/>
              <a:gd name="connsiteY2" fmla="*/ 1011756 h 2681787"/>
              <a:gd name="connsiteX3" fmla="*/ 2478156 w 3188991"/>
              <a:gd name="connsiteY3" fmla="*/ 1007165 h 2681787"/>
              <a:gd name="connsiteX4" fmla="*/ 2054087 w 3188991"/>
              <a:gd name="connsiteY4" fmla="*/ 1709530 h 2681787"/>
              <a:gd name="connsiteX5" fmla="*/ 2753026 w 3188991"/>
              <a:gd name="connsiteY5" fmla="*/ 2050143 h 2681787"/>
              <a:gd name="connsiteX6" fmla="*/ 2760783 w 3188991"/>
              <a:gd name="connsiteY6" fmla="*/ 2639768 h 2681787"/>
              <a:gd name="connsiteX7" fmla="*/ 3188991 w 3188991"/>
              <a:gd name="connsiteY7" fmla="*/ 2681787 h 2681787"/>
              <a:gd name="connsiteX0" fmla="*/ 0 w 3188991"/>
              <a:gd name="connsiteY0" fmla="*/ 0 h 2691285"/>
              <a:gd name="connsiteX1" fmla="*/ 980661 w 3188991"/>
              <a:gd name="connsiteY1" fmla="*/ 1007165 h 2691285"/>
              <a:gd name="connsiteX2" fmla="*/ 2014330 w 3188991"/>
              <a:gd name="connsiteY2" fmla="*/ 1011756 h 2691285"/>
              <a:gd name="connsiteX3" fmla="*/ 2478156 w 3188991"/>
              <a:gd name="connsiteY3" fmla="*/ 1007165 h 2691285"/>
              <a:gd name="connsiteX4" fmla="*/ 2054087 w 3188991"/>
              <a:gd name="connsiteY4" fmla="*/ 1709530 h 2691285"/>
              <a:gd name="connsiteX5" fmla="*/ 2753026 w 3188991"/>
              <a:gd name="connsiteY5" fmla="*/ 2050143 h 2691285"/>
              <a:gd name="connsiteX6" fmla="*/ 2760783 w 3188991"/>
              <a:gd name="connsiteY6" fmla="*/ 2639768 h 2691285"/>
              <a:gd name="connsiteX7" fmla="*/ 3188991 w 3188991"/>
              <a:gd name="connsiteY7" fmla="*/ 2681787 h 2691285"/>
              <a:gd name="connsiteX0" fmla="*/ 0 w 3188991"/>
              <a:gd name="connsiteY0" fmla="*/ 0 h 2700394"/>
              <a:gd name="connsiteX1" fmla="*/ 980661 w 3188991"/>
              <a:gd name="connsiteY1" fmla="*/ 1007165 h 2700394"/>
              <a:gd name="connsiteX2" fmla="*/ 2014330 w 3188991"/>
              <a:gd name="connsiteY2" fmla="*/ 1011756 h 2700394"/>
              <a:gd name="connsiteX3" fmla="*/ 2478156 w 3188991"/>
              <a:gd name="connsiteY3" fmla="*/ 1007165 h 2700394"/>
              <a:gd name="connsiteX4" fmla="*/ 2054087 w 3188991"/>
              <a:gd name="connsiteY4" fmla="*/ 1709530 h 2700394"/>
              <a:gd name="connsiteX5" fmla="*/ 2753026 w 3188991"/>
              <a:gd name="connsiteY5" fmla="*/ 2050143 h 2700394"/>
              <a:gd name="connsiteX6" fmla="*/ 2765243 w 3188991"/>
              <a:gd name="connsiteY6" fmla="*/ 2662071 h 2700394"/>
              <a:gd name="connsiteX7" fmla="*/ 3188991 w 3188991"/>
              <a:gd name="connsiteY7" fmla="*/ 2681787 h 2700394"/>
              <a:gd name="connsiteX0" fmla="*/ 0 w 3188991"/>
              <a:gd name="connsiteY0" fmla="*/ 0 h 2686921"/>
              <a:gd name="connsiteX1" fmla="*/ 980661 w 3188991"/>
              <a:gd name="connsiteY1" fmla="*/ 1007165 h 2686921"/>
              <a:gd name="connsiteX2" fmla="*/ 2014330 w 3188991"/>
              <a:gd name="connsiteY2" fmla="*/ 1011756 h 2686921"/>
              <a:gd name="connsiteX3" fmla="*/ 2478156 w 3188991"/>
              <a:gd name="connsiteY3" fmla="*/ 1007165 h 2686921"/>
              <a:gd name="connsiteX4" fmla="*/ 2054087 w 3188991"/>
              <a:gd name="connsiteY4" fmla="*/ 1709530 h 2686921"/>
              <a:gd name="connsiteX5" fmla="*/ 2753026 w 3188991"/>
              <a:gd name="connsiteY5" fmla="*/ 2050143 h 2686921"/>
              <a:gd name="connsiteX6" fmla="*/ 2765243 w 3188991"/>
              <a:gd name="connsiteY6" fmla="*/ 2662071 h 2686921"/>
              <a:gd name="connsiteX7" fmla="*/ 3188991 w 3188991"/>
              <a:gd name="connsiteY7" fmla="*/ 2681787 h 2686921"/>
              <a:gd name="connsiteX0" fmla="*/ 0 w 3188991"/>
              <a:gd name="connsiteY0" fmla="*/ 0 h 2689619"/>
              <a:gd name="connsiteX1" fmla="*/ 980661 w 3188991"/>
              <a:gd name="connsiteY1" fmla="*/ 1007165 h 2689619"/>
              <a:gd name="connsiteX2" fmla="*/ 2014330 w 3188991"/>
              <a:gd name="connsiteY2" fmla="*/ 1011756 h 2689619"/>
              <a:gd name="connsiteX3" fmla="*/ 2478156 w 3188991"/>
              <a:gd name="connsiteY3" fmla="*/ 1007165 h 2689619"/>
              <a:gd name="connsiteX4" fmla="*/ 2054087 w 3188991"/>
              <a:gd name="connsiteY4" fmla="*/ 1709530 h 2689619"/>
              <a:gd name="connsiteX5" fmla="*/ 2753026 w 3188991"/>
              <a:gd name="connsiteY5" fmla="*/ 2050143 h 2689619"/>
              <a:gd name="connsiteX6" fmla="*/ 2769703 w 3188991"/>
              <a:gd name="connsiteY6" fmla="*/ 2675452 h 2689619"/>
              <a:gd name="connsiteX7" fmla="*/ 3188991 w 3188991"/>
              <a:gd name="connsiteY7" fmla="*/ 2681787 h 2689619"/>
              <a:gd name="connsiteX0" fmla="*/ 0 w 3188991"/>
              <a:gd name="connsiteY0" fmla="*/ 0 h 2681967"/>
              <a:gd name="connsiteX1" fmla="*/ 980661 w 3188991"/>
              <a:gd name="connsiteY1" fmla="*/ 1007165 h 2681967"/>
              <a:gd name="connsiteX2" fmla="*/ 2014330 w 3188991"/>
              <a:gd name="connsiteY2" fmla="*/ 1011756 h 2681967"/>
              <a:gd name="connsiteX3" fmla="*/ 2478156 w 3188991"/>
              <a:gd name="connsiteY3" fmla="*/ 1007165 h 2681967"/>
              <a:gd name="connsiteX4" fmla="*/ 2054087 w 3188991"/>
              <a:gd name="connsiteY4" fmla="*/ 1709530 h 2681967"/>
              <a:gd name="connsiteX5" fmla="*/ 2753026 w 3188991"/>
              <a:gd name="connsiteY5" fmla="*/ 2050143 h 2681967"/>
              <a:gd name="connsiteX6" fmla="*/ 2769703 w 3188991"/>
              <a:gd name="connsiteY6" fmla="*/ 2675452 h 2681967"/>
              <a:gd name="connsiteX7" fmla="*/ 3188991 w 3188991"/>
              <a:gd name="connsiteY7" fmla="*/ 2681787 h 2681967"/>
              <a:gd name="connsiteX0" fmla="*/ 0 w 3188991"/>
              <a:gd name="connsiteY0" fmla="*/ 0 h 2687647"/>
              <a:gd name="connsiteX1" fmla="*/ 980661 w 3188991"/>
              <a:gd name="connsiteY1" fmla="*/ 1007165 h 2687647"/>
              <a:gd name="connsiteX2" fmla="*/ 2014330 w 3188991"/>
              <a:gd name="connsiteY2" fmla="*/ 1011756 h 2687647"/>
              <a:gd name="connsiteX3" fmla="*/ 2478156 w 3188991"/>
              <a:gd name="connsiteY3" fmla="*/ 1007165 h 2687647"/>
              <a:gd name="connsiteX4" fmla="*/ 2054087 w 3188991"/>
              <a:gd name="connsiteY4" fmla="*/ 1709530 h 2687647"/>
              <a:gd name="connsiteX5" fmla="*/ 2753026 w 3188991"/>
              <a:gd name="connsiteY5" fmla="*/ 2050143 h 2687647"/>
              <a:gd name="connsiteX6" fmla="*/ 2769703 w 3188991"/>
              <a:gd name="connsiteY6" fmla="*/ 2675452 h 2687647"/>
              <a:gd name="connsiteX7" fmla="*/ 3188991 w 3188991"/>
              <a:gd name="connsiteY7" fmla="*/ 2681787 h 2687647"/>
              <a:gd name="connsiteX0" fmla="*/ 0 w 3064097"/>
              <a:gd name="connsiteY0" fmla="*/ 0 h 2687647"/>
              <a:gd name="connsiteX1" fmla="*/ 980661 w 3064097"/>
              <a:gd name="connsiteY1" fmla="*/ 1007165 h 2687647"/>
              <a:gd name="connsiteX2" fmla="*/ 2014330 w 3064097"/>
              <a:gd name="connsiteY2" fmla="*/ 1011756 h 2687647"/>
              <a:gd name="connsiteX3" fmla="*/ 2478156 w 3064097"/>
              <a:gd name="connsiteY3" fmla="*/ 1007165 h 2687647"/>
              <a:gd name="connsiteX4" fmla="*/ 2054087 w 3064097"/>
              <a:gd name="connsiteY4" fmla="*/ 1709530 h 2687647"/>
              <a:gd name="connsiteX5" fmla="*/ 2753026 w 3064097"/>
              <a:gd name="connsiteY5" fmla="*/ 2050143 h 2687647"/>
              <a:gd name="connsiteX6" fmla="*/ 2769703 w 3064097"/>
              <a:gd name="connsiteY6" fmla="*/ 2675452 h 2687647"/>
              <a:gd name="connsiteX7" fmla="*/ 3064097 w 3064097"/>
              <a:gd name="connsiteY7" fmla="*/ 2681787 h 2687647"/>
              <a:gd name="connsiteX0" fmla="*/ 0 w 3064097"/>
              <a:gd name="connsiteY0" fmla="*/ 0 h 2683755"/>
              <a:gd name="connsiteX1" fmla="*/ 980661 w 3064097"/>
              <a:gd name="connsiteY1" fmla="*/ 1007165 h 2683755"/>
              <a:gd name="connsiteX2" fmla="*/ 2014330 w 3064097"/>
              <a:gd name="connsiteY2" fmla="*/ 1011756 h 2683755"/>
              <a:gd name="connsiteX3" fmla="*/ 2478156 w 3064097"/>
              <a:gd name="connsiteY3" fmla="*/ 1007165 h 2683755"/>
              <a:gd name="connsiteX4" fmla="*/ 2054087 w 3064097"/>
              <a:gd name="connsiteY4" fmla="*/ 1709530 h 2683755"/>
              <a:gd name="connsiteX5" fmla="*/ 2753026 w 3064097"/>
              <a:gd name="connsiteY5" fmla="*/ 2050143 h 2683755"/>
              <a:gd name="connsiteX6" fmla="*/ 2769703 w 3064097"/>
              <a:gd name="connsiteY6" fmla="*/ 2675452 h 2683755"/>
              <a:gd name="connsiteX7" fmla="*/ 3064097 w 3064097"/>
              <a:gd name="connsiteY7" fmla="*/ 2681787 h 2683755"/>
              <a:gd name="connsiteX0" fmla="*/ 0 w 3064097"/>
              <a:gd name="connsiteY0" fmla="*/ 0 h 2683755"/>
              <a:gd name="connsiteX1" fmla="*/ 980661 w 3064097"/>
              <a:gd name="connsiteY1" fmla="*/ 1007165 h 2683755"/>
              <a:gd name="connsiteX2" fmla="*/ 2014330 w 3064097"/>
              <a:gd name="connsiteY2" fmla="*/ 1011756 h 2683755"/>
              <a:gd name="connsiteX3" fmla="*/ 2478156 w 3064097"/>
              <a:gd name="connsiteY3" fmla="*/ 1007165 h 2683755"/>
              <a:gd name="connsiteX4" fmla="*/ 2054087 w 3064097"/>
              <a:gd name="connsiteY4" fmla="*/ 1709530 h 2683755"/>
              <a:gd name="connsiteX5" fmla="*/ 2753026 w 3064097"/>
              <a:gd name="connsiteY5" fmla="*/ 2050143 h 2683755"/>
              <a:gd name="connsiteX6" fmla="*/ 2769703 w 3064097"/>
              <a:gd name="connsiteY6" fmla="*/ 2675452 h 2683755"/>
              <a:gd name="connsiteX7" fmla="*/ 3064097 w 3064097"/>
              <a:gd name="connsiteY7" fmla="*/ 2681787 h 2683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64097" h="2683755">
                <a:moveTo>
                  <a:pt x="0" y="0"/>
                </a:moveTo>
                <a:lnTo>
                  <a:pt x="980661" y="1007165"/>
                </a:lnTo>
                <a:lnTo>
                  <a:pt x="2014330" y="1011756"/>
                </a:lnTo>
                <a:lnTo>
                  <a:pt x="2478156" y="1007165"/>
                </a:lnTo>
                <a:lnTo>
                  <a:pt x="2054087" y="1709530"/>
                </a:lnTo>
                <a:lnTo>
                  <a:pt x="2753026" y="2050143"/>
                </a:lnTo>
                <a:lnTo>
                  <a:pt x="2769703" y="2675452"/>
                </a:lnTo>
                <a:cubicBezTo>
                  <a:pt x="2903519" y="2686485"/>
                  <a:pt x="2930284" y="2684136"/>
                  <a:pt x="3064097" y="2681787"/>
                </a:cubicBezTo>
              </a:path>
            </a:pathLst>
          </a:custGeom>
          <a:noFill/>
          <a:ln w="31750">
            <a:solidFill>
              <a:srgbClr val="C00000"/>
            </a:solidFill>
            <a:headEnd type="triangl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grpSp>
        <p:nvGrpSpPr>
          <p:cNvPr id="7" name="Group 6">
            <a:extLst>
              <a:ext uri="{FF2B5EF4-FFF2-40B4-BE49-F238E27FC236}">
                <a16:creationId xmlns:a16="http://schemas.microsoft.com/office/drawing/2014/main" id="{B7C8E70B-CD71-5344-8A10-A97CD4A21DD6}"/>
              </a:ext>
            </a:extLst>
          </p:cNvPr>
          <p:cNvGrpSpPr/>
          <p:nvPr/>
        </p:nvGrpSpPr>
        <p:grpSpPr>
          <a:xfrm>
            <a:off x="6543892" y="2922262"/>
            <a:ext cx="3175" cy="379738"/>
            <a:chOff x="6543892" y="2922262"/>
            <a:chExt cx="3175" cy="379738"/>
          </a:xfrm>
        </p:grpSpPr>
        <p:cxnSp>
          <p:nvCxnSpPr>
            <p:cNvPr id="4" name="Straight Arrow Connector 3">
              <a:extLst>
                <a:ext uri="{FF2B5EF4-FFF2-40B4-BE49-F238E27FC236}">
                  <a16:creationId xmlns:a16="http://schemas.microsoft.com/office/drawing/2014/main" id="{6BDA0B02-D308-914F-B9AF-9B30A608DC39}"/>
                </a:ext>
              </a:extLst>
            </p:cNvPr>
            <p:cNvCxnSpPr>
              <a:cxnSpLocks/>
            </p:cNvCxnSpPr>
            <p:nvPr/>
          </p:nvCxnSpPr>
          <p:spPr>
            <a:xfrm flipV="1">
              <a:off x="6543892" y="2922262"/>
              <a:ext cx="0" cy="147963"/>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39" name="Straight Arrow Connector 538">
              <a:extLst>
                <a:ext uri="{FF2B5EF4-FFF2-40B4-BE49-F238E27FC236}">
                  <a16:creationId xmlns:a16="http://schemas.microsoft.com/office/drawing/2014/main" id="{57B8E898-44FB-B841-AE65-AE09A8A0CFEB}"/>
                </a:ext>
              </a:extLst>
            </p:cNvPr>
            <p:cNvCxnSpPr>
              <a:cxnSpLocks/>
            </p:cNvCxnSpPr>
            <p:nvPr/>
          </p:nvCxnSpPr>
          <p:spPr>
            <a:xfrm>
              <a:off x="6547067" y="3154037"/>
              <a:ext cx="0" cy="147963"/>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541" name="Group 540">
            <a:extLst>
              <a:ext uri="{FF2B5EF4-FFF2-40B4-BE49-F238E27FC236}">
                <a16:creationId xmlns:a16="http://schemas.microsoft.com/office/drawing/2014/main" id="{B56D1341-8122-3F4B-B605-EEF86D2EC3FE}"/>
              </a:ext>
            </a:extLst>
          </p:cNvPr>
          <p:cNvGrpSpPr/>
          <p:nvPr/>
        </p:nvGrpSpPr>
        <p:grpSpPr>
          <a:xfrm>
            <a:off x="11233367" y="5608312"/>
            <a:ext cx="3175" cy="379738"/>
            <a:chOff x="6543892" y="2922262"/>
            <a:chExt cx="3175" cy="379738"/>
          </a:xfrm>
        </p:grpSpPr>
        <p:cxnSp>
          <p:nvCxnSpPr>
            <p:cNvPr id="542" name="Straight Arrow Connector 541">
              <a:extLst>
                <a:ext uri="{FF2B5EF4-FFF2-40B4-BE49-F238E27FC236}">
                  <a16:creationId xmlns:a16="http://schemas.microsoft.com/office/drawing/2014/main" id="{8548ACDB-2213-B74B-9620-96BE011EBED2}"/>
                </a:ext>
              </a:extLst>
            </p:cNvPr>
            <p:cNvCxnSpPr>
              <a:cxnSpLocks/>
            </p:cNvCxnSpPr>
            <p:nvPr/>
          </p:nvCxnSpPr>
          <p:spPr>
            <a:xfrm flipV="1">
              <a:off x="6543892" y="2922262"/>
              <a:ext cx="0" cy="147963"/>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43" name="Straight Arrow Connector 542">
              <a:extLst>
                <a:ext uri="{FF2B5EF4-FFF2-40B4-BE49-F238E27FC236}">
                  <a16:creationId xmlns:a16="http://schemas.microsoft.com/office/drawing/2014/main" id="{B997A270-0B54-B346-940E-141C5BCBA349}"/>
                </a:ext>
              </a:extLst>
            </p:cNvPr>
            <p:cNvCxnSpPr>
              <a:cxnSpLocks/>
            </p:cNvCxnSpPr>
            <p:nvPr/>
          </p:nvCxnSpPr>
          <p:spPr>
            <a:xfrm>
              <a:off x="6547067" y="3154037"/>
              <a:ext cx="0" cy="147963"/>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266299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dissolve">
                                      <p:cBhvr>
                                        <p:cTn id="7" dur="500"/>
                                        <p:tgtEl>
                                          <p:spTgt spid="6">
                                            <p:txEl>
                                              <p:pRg st="0" end="0"/>
                                            </p:txEl>
                                          </p:spTgt>
                                        </p:tgtEl>
                                      </p:cBhvr>
                                    </p:animEffect>
                                  </p:childTnLst>
                                </p:cTn>
                              </p:par>
                              <p:par>
                                <p:cTn id="8" presetID="22" presetClass="entr" presetSubtype="2" fill="hold" nodeType="withEffect">
                                  <p:stCondLst>
                                    <p:cond delay="0"/>
                                  </p:stCondLst>
                                  <p:childTnLst>
                                    <p:set>
                                      <p:cBhvr>
                                        <p:cTn id="9" dur="1" fill="hold">
                                          <p:stCondLst>
                                            <p:cond delay="0"/>
                                          </p:stCondLst>
                                        </p:cTn>
                                        <p:tgtEl>
                                          <p:spTgt spid="474"/>
                                        </p:tgtEl>
                                        <p:attrNameLst>
                                          <p:attrName>style.visibility</p:attrName>
                                        </p:attrNameLst>
                                      </p:cBhvr>
                                      <p:to>
                                        <p:strVal val="visible"/>
                                      </p:to>
                                    </p:set>
                                    <p:animEffect transition="in" filter="wipe(right)">
                                      <p:cBhvr>
                                        <p:cTn id="10" dur="500"/>
                                        <p:tgtEl>
                                          <p:spTgt spid="474"/>
                                        </p:tgtEl>
                                      </p:cBhvr>
                                    </p:animEffect>
                                  </p:childTnLst>
                                </p:cTn>
                              </p:par>
                              <p:par>
                                <p:cTn id="11" presetID="22" presetClass="entr" presetSubtype="8" fill="hold" nodeType="withEffect">
                                  <p:stCondLst>
                                    <p:cond delay="0"/>
                                  </p:stCondLst>
                                  <p:childTnLst>
                                    <p:set>
                                      <p:cBhvr>
                                        <p:cTn id="12" dur="1" fill="hold">
                                          <p:stCondLst>
                                            <p:cond delay="0"/>
                                          </p:stCondLst>
                                        </p:cTn>
                                        <p:tgtEl>
                                          <p:spTgt spid="464"/>
                                        </p:tgtEl>
                                        <p:attrNameLst>
                                          <p:attrName>style.visibility</p:attrName>
                                        </p:attrNameLst>
                                      </p:cBhvr>
                                      <p:to>
                                        <p:strVal val="visible"/>
                                      </p:to>
                                    </p:set>
                                    <p:animEffect transition="in" filter="wipe(left)">
                                      <p:cBhvr>
                                        <p:cTn id="13" dur="500"/>
                                        <p:tgtEl>
                                          <p:spTgt spid="464"/>
                                        </p:tgtEl>
                                      </p:cBhvr>
                                    </p:animEffect>
                                  </p:childTnLst>
                                </p:cTn>
                              </p:par>
                              <p:par>
                                <p:cTn id="14" presetID="9" presetClass="entr" presetSubtype="0" fill="hold" nodeType="withEffect">
                                  <p:stCondLst>
                                    <p:cond delay="0"/>
                                  </p:stCondLst>
                                  <p:childTnLst>
                                    <p:set>
                                      <p:cBhvr>
                                        <p:cTn id="15" dur="1" fill="hold">
                                          <p:stCondLst>
                                            <p:cond delay="0"/>
                                          </p:stCondLst>
                                        </p:cTn>
                                        <p:tgtEl>
                                          <p:spTgt spid="6">
                                            <p:txEl>
                                              <p:pRg st="1" end="1"/>
                                            </p:txEl>
                                          </p:spTgt>
                                        </p:tgtEl>
                                        <p:attrNameLst>
                                          <p:attrName>style.visibility</p:attrName>
                                        </p:attrNameLst>
                                      </p:cBhvr>
                                      <p:to>
                                        <p:strVal val="visible"/>
                                      </p:to>
                                    </p:set>
                                    <p:animEffect transition="in" filter="dissolve">
                                      <p:cBhvr>
                                        <p:cTn id="16" dur="500"/>
                                        <p:tgtEl>
                                          <p:spTgt spid="6">
                                            <p:txEl>
                                              <p:pRg st="1" end="1"/>
                                            </p:txEl>
                                          </p:spTgt>
                                        </p:tgtEl>
                                      </p:cBhvr>
                                    </p:animEffect>
                                  </p:childTnLst>
                                </p:cTn>
                              </p:par>
                              <p:par>
                                <p:cTn id="17" presetID="9" presetClass="entr" presetSubtype="0" fill="hold" nodeType="with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animEffect transition="in" filter="dissolve">
                                      <p:cBhvr>
                                        <p:cTn id="19" dur="500"/>
                                        <p:tgtEl>
                                          <p:spTgt spid="6">
                                            <p:txEl>
                                              <p:pRg st="2" end="2"/>
                                            </p:txEl>
                                          </p:spTgt>
                                        </p:tgtEl>
                                      </p:cBhvr>
                                    </p:animEffect>
                                  </p:childTnLst>
                                </p:cTn>
                              </p:par>
                              <p:par>
                                <p:cTn id="20" presetID="9" presetClass="entr" presetSubtype="0" fill="hold"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dissolve">
                                      <p:cBhvr>
                                        <p:cTn id="22" dur="500"/>
                                        <p:tgtEl>
                                          <p:spTgt spid="7"/>
                                        </p:tgtEl>
                                      </p:cBhvr>
                                    </p:animEffect>
                                  </p:childTnLst>
                                </p:cTn>
                              </p:par>
                              <p:par>
                                <p:cTn id="23" presetID="9" presetClass="entr" presetSubtype="0" fill="hold" nodeType="withEffect">
                                  <p:stCondLst>
                                    <p:cond delay="0"/>
                                  </p:stCondLst>
                                  <p:childTnLst>
                                    <p:set>
                                      <p:cBhvr>
                                        <p:cTn id="24" dur="1" fill="hold">
                                          <p:stCondLst>
                                            <p:cond delay="0"/>
                                          </p:stCondLst>
                                        </p:cTn>
                                        <p:tgtEl>
                                          <p:spTgt spid="541"/>
                                        </p:tgtEl>
                                        <p:attrNameLst>
                                          <p:attrName>style.visibility</p:attrName>
                                        </p:attrNameLst>
                                      </p:cBhvr>
                                      <p:to>
                                        <p:strVal val="visible"/>
                                      </p:to>
                                    </p:set>
                                    <p:animEffect transition="in" filter="dissolve">
                                      <p:cBhvr>
                                        <p:cTn id="25" dur="500"/>
                                        <p:tgtEl>
                                          <p:spTgt spid="541"/>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6">
                                            <p:txEl>
                                              <p:pRg st="3" end="3"/>
                                            </p:txEl>
                                          </p:spTgt>
                                        </p:tgtEl>
                                        <p:attrNameLst>
                                          <p:attrName>style.visibility</p:attrName>
                                        </p:attrNameLst>
                                      </p:cBhvr>
                                      <p:to>
                                        <p:strVal val="visible"/>
                                      </p:to>
                                    </p:set>
                                    <p:animEffect transition="in" filter="dissolve">
                                      <p:cBhvr>
                                        <p:cTn id="30" dur="500"/>
                                        <p:tgtEl>
                                          <p:spTgt spid="6">
                                            <p:txEl>
                                              <p:pRg st="3" end="3"/>
                                            </p:txEl>
                                          </p:spTgt>
                                        </p:tgtEl>
                                      </p:cBhvr>
                                    </p:animEffect>
                                  </p:childTnLst>
                                </p:cTn>
                              </p:par>
                            </p:childTnLst>
                          </p:cTn>
                        </p:par>
                        <p:par>
                          <p:cTn id="31" fill="hold">
                            <p:stCondLst>
                              <p:cond delay="500"/>
                            </p:stCondLst>
                            <p:childTnLst>
                              <p:par>
                                <p:cTn id="32" presetID="9" presetClass="entr" presetSubtype="0" fill="hold" nodeType="afterEffect">
                                  <p:stCondLst>
                                    <p:cond delay="0"/>
                                  </p:stCondLst>
                                  <p:childTnLst>
                                    <p:set>
                                      <p:cBhvr>
                                        <p:cTn id="33" dur="1" fill="hold">
                                          <p:stCondLst>
                                            <p:cond delay="0"/>
                                          </p:stCondLst>
                                        </p:cTn>
                                        <p:tgtEl>
                                          <p:spTgt spid="473"/>
                                        </p:tgtEl>
                                        <p:attrNameLst>
                                          <p:attrName>style.visibility</p:attrName>
                                        </p:attrNameLst>
                                      </p:cBhvr>
                                      <p:to>
                                        <p:strVal val="visible"/>
                                      </p:to>
                                    </p:set>
                                    <p:animEffect transition="in" filter="dissolve">
                                      <p:cBhvr>
                                        <p:cTn id="34" dur="1000"/>
                                        <p:tgtEl>
                                          <p:spTgt spid="473"/>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nodeType="clickEffect">
                                  <p:stCondLst>
                                    <p:cond delay="0"/>
                                  </p:stCondLst>
                                  <p:childTnLst>
                                    <p:set>
                                      <p:cBhvr>
                                        <p:cTn id="38" dur="1" fill="hold">
                                          <p:stCondLst>
                                            <p:cond delay="0"/>
                                          </p:stCondLst>
                                        </p:cTn>
                                        <p:tgtEl>
                                          <p:spTgt spid="6">
                                            <p:txEl>
                                              <p:pRg st="4" end="4"/>
                                            </p:txEl>
                                          </p:spTgt>
                                        </p:tgtEl>
                                        <p:attrNameLst>
                                          <p:attrName>style.visibility</p:attrName>
                                        </p:attrNameLst>
                                      </p:cBhvr>
                                      <p:to>
                                        <p:strVal val="visible"/>
                                      </p:to>
                                    </p:set>
                                    <p:animEffect transition="in" filter="dissolve">
                                      <p:cBhvr>
                                        <p:cTn id="39" dur="500"/>
                                        <p:tgtEl>
                                          <p:spTgt spid="6">
                                            <p:txEl>
                                              <p:pRg st="4" end="4"/>
                                            </p:txEl>
                                          </p:spTgt>
                                        </p:tgtEl>
                                      </p:cBhvr>
                                    </p:animEffect>
                                  </p:childTnLst>
                                </p:cTn>
                              </p:par>
                            </p:childTnLst>
                          </p:cTn>
                        </p:par>
                        <p:par>
                          <p:cTn id="40" fill="hold">
                            <p:stCondLst>
                              <p:cond delay="500"/>
                            </p:stCondLst>
                            <p:childTnLst>
                              <p:par>
                                <p:cTn id="41" presetID="9" presetClass="entr" presetSubtype="0" fill="hold" grpId="0" nodeType="afterEffect">
                                  <p:stCondLst>
                                    <p:cond delay="0"/>
                                  </p:stCondLst>
                                  <p:childTnLst>
                                    <p:set>
                                      <p:cBhvr>
                                        <p:cTn id="42" dur="1" fill="hold">
                                          <p:stCondLst>
                                            <p:cond delay="0"/>
                                          </p:stCondLst>
                                        </p:cTn>
                                        <p:tgtEl>
                                          <p:spTgt spid="457"/>
                                        </p:tgtEl>
                                        <p:attrNameLst>
                                          <p:attrName>style.visibility</p:attrName>
                                        </p:attrNameLst>
                                      </p:cBhvr>
                                      <p:to>
                                        <p:strVal val="visible"/>
                                      </p:to>
                                    </p:set>
                                    <p:animEffect transition="in" filter="dissolve">
                                      <p:cBhvr>
                                        <p:cTn id="43" dur="1000"/>
                                        <p:tgtEl>
                                          <p:spTgt spid="457"/>
                                        </p:tgtEl>
                                      </p:cBhvr>
                                    </p:animEffect>
                                  </p:childTnLst>
                                </p:cTn>
                              </p:par>
                              <p:par>
                                <p:cTn id="44" presetID="9" presetClass="entr" presetSubtype="0" fill="hold" nodeType="withEffect">
                                  <p:stCondLst>
                                    <p:cond delay="0"/>
                                  </p:stCondLst>
                                  <p:childTnLst>
                                    <p:set>
                                      <p:cBhvr>
                                        <p:cTn id="45" dur="1" fill="hold">
                                          <p:stCondLst>
                                            <p:cond delay="0"/>
                                          </p:stCondLst>
                                        </p:cTn>
                                        <p:tgtEl>
                                          <p:spTgt spid="6">
                                            <p:txEl>
                                              <p:pRg st="5" end="5"/>
                                            </p:txEl>
                                          </p:spTgt>
                                        </p:tgtEl>
                                        <p:attrNameLst>
                                          <p:attrName>style.visibility</p:attrName>
                                        </p:attrNameLst>
                                      </p:cBhvr>
                                      <p:to>
                                        <p:strVal val="visible"/>
                                      </p:to>
                                    </p:set>
                                    <p:animEffect transition="in" filter="dissolve">
                                      <p:cBhvr>
                                        <p:cTn id="46" dur="500"/>
                                        <p:tgtEl>
                                          <p:spTgt spid="6">
                                            <p:txEl>
                                              <p:pRg st="5" end="5"/>
                                            </p:txEl>
                                          </p:spTgt>
                                        </p:tgtEl>
                                      </p:cBhvr>
                                    </p:animEffect>
                                  </p:childTnLst>
                                </p:cTn>
                              </p:par>
                              <p:par>
                                <p:cTn id="47" presetID="9" presetClass="entr" presetSubtype="0" fill="hold" nodeType="withEffect">
                                  <p:stCondLst>
                                    <p:cond delay="0"/>
                                  </p:stCondLst>
                                  <p:childTnLst>
                                    <p:set>
                                      <p:cBhvr>
                                        <p:cTn id="48" dur="1" fill="hold">
                                          <p:stCondLst>
                                            <p:cond delay="0"/>
                                          </p:stCondLst>
                                        </p:cTn>
                                        <p:tgtEl>
                                          <p:spTgt spid="6">
                                            <p:txEl>
                                              <p:pRg st="6" end="6"/>
                                            </p:txEl>
                                          </p:spTgt>
                                        </p:tgtEl>
                                        <p:attrNameLst>
                                          <p:attrName>style.visibility</p:attrName>
                                        </p:attrNameLst>
                                      </p:cBhvr>
                                      <p:to>
                                        <p:strVal val="visible"/>
                                      </p:to>
                                    </p:set>
                                    <p:animEffect transition="in" filter="dissolve">
                                      <p:cBhvr>
                                        <p:cTn id="49" dur="500"/>
                                        <p:tgtEl>
                                          <p:spTgt spid="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2621C0B-C4AC-5448-9EF4-AA244949165A}"/>
              </a:ext>
            </a:extLst>
          </p:cNvPr>
          <p:cNvSpPr>
            <a:spLocks noGrp="1"/>
          </p:cNvSpPr>
          <p:nvPr>
            <p:ph type="title"/>
          </p:nvPr>
        </p:nvSpPr>
        <p:spPr/>
        <p:txBody>
          <a:bodyPr/>
          <a:lstStyle/>
          <a:p>
            <a:r>
              <a:rPr lang="en-US" dirty="0"/>
              <a:t>Protocols in the Network layer?</a:t>
            </a:r>
          </a:p>
        </p:txBody>
      </p:sp>
      <p:pic>
        <p:nvPicPr>
          <p:cNvPr id="6" name="Picture 5">
            <a:extLst>
              <a:ext uri="{FF2B5EF4-FFF2-40B4-BE49-F238E27FC236}">
                <a16:creationId xmlns:a16="http://schemas.microsoft.com/office/drawing/2014/main" id="{0DDAE23F-E293-E44E-AE53-91A11C582F1E}"/>
              </a:ext>
            </a:extLst>
          </p:cNvPr>
          <p:cNvPicPr>
            <a:picLocks noChangeAspect="1"/>
          </p:cNvPicPr>
          <p:nvPr/>
        </p:nvPicPr>
        <p:blipFill>
          <a:blip r:embed="rId2"/>
          <a:stretch>
            <a:fillRect/>
          </a:stretch>
        </p:blipFill>
        <p:spPr>
          <a:xfrm>
            <a:off x="3152935" y="1493497"/>
            <a:ext cx="6844760" cy="4339617"/>
          </a:xfrm>
          <a:prstGeom prst="rect">
            <a:avLst/>
          </a:prstGeom>
        </p:spPr>
      </p:pic>
    </p:spTree>
    <p:extLst>
      <p:ext uri="{BB962C8B-B14F-4D97-AF65-F5344CB8AC3E}">
        <p14:creationId xmlns:p14="http://schemas.microsoft.com/office/powerpoint/2010/main" val="38644083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a:xfrm>
            <a:off x="838200" y="398812"/>
            <a:ext cx="10515600" cy="894622"/>
          </a:xfrm>
        </p:spPr>
        <p:txBody>
          <a:bodyPr>
            <a:normAutofit/>
          </a:bodyPr>
          <a:lstStyle/>
          <a:p>
            <a:r>
              <a:rPr lang="en-US" sz="4800" dirty="0"/>
              <a:t>Network service model</a:t>
            </a:r>
          </a:p>
        </p:txBody>
      </p:sp>
      <p:sp>
        <p:nvSpPr>
          <p:cNvPr id="3" name="Content Placeholder 2">
            <a:extLst>
              <a:ext uri="{FF2B5EF4-FFF2-40B4-BE49-F238E27FC236}">
                <a16:creationId xmlns:a16="http://schemas.microsoft.com/office/drawing/2014/main" id="{55464CE4-E4F1-4F4A-A1DB-26BB66DC4403}"/>
              </a:ext>
            </a:extLst>
          </p:cNvPr>
          <p:cNvSpPr>
            <a:spLocks noGrp="1"/>
          </p:cNvSpPr>
          <p:nvPr>
            <p:ph sz="half" idx="1"/>
          </p:nvPr>
        </p:nvSpPr>
        <p:spPr>
          <a:xfrm>
            <a:off x="1050233" y="2623931"/>
            <a:ext cx="4621697" cy="3208477"/>
          </a:xfrm>
        </p:spPr>
        <p:txBody>
          <a:bodyPr>
            <a:normAutofit/>
          </a:bodyPr>
          <a:lstStyle/>
          <a:p>
            <a:pPr>
              <a:buFont typeface="Wingdings" charset="0"/>
              <a:buNone/>
              <a:defRPr/>
            </a:pPr>
            <a:r>
              <a:rPr lang="en-US" sz="2400" dirty="0">
                <a:solidFill>
                  <a:srgbClr val="C00000"/>
                </a:solidFill>
              </a:rPr>
              <a:t>example services for </a:t>
            </a:r>
            <a:r>
              <a:rPr lang="en-US" sz="2400" i="1" dirty="0">
                <a:solidFill>
                  <a:srgbClr val="C00000"/>
                </a:solidFill>
              </a:rPr>
              <a:t>individual</a:t>
            </a:r>
            <a:r>
              <a:rPr lang="en-US" sz="2400" dirty="0">
                <a:solidFill>
                  <a:srgbClr val="C00000"/>
                </a:solidFill>
              </a:rPr>
              <a:t> datagrams</a:t>
            </a:r>
            <a:r>
              <a:rPr lang="en-US" sz="2400" dirty="0">
                <a:solidFill>
                  <a:srgbClr val="CC0000"/>
                </a:solidFill>
              </a:rPr>
              <a:t>:</a:t>
            </a:r>
          </a:p>
          <a:p>
            <a:pPr>
              <a:buFont typeface="Wingdings" charset="2"/>
              <a:buChar char="§"/>
              <a:defRPr/>
            </a:pPr>
            <a:r>
              <a:rPr lang="en-US" sz="2000" dirty="0"/>
              <a:t>guaranteed delivery</a:t>
            </a:r>
          </a:p>
          <a:p>
            <a:pPr>
              <a:buFont typeface="Wingdings" charset="2"/>
              <a:buChar char="§"/>
              <a:defRPr/>
            </a:pPr>
            <a:r>
              <a:rPr lang="en-US" sz="2000" dirty="0"/>
              <a:t>guaranteed delivery with less than 40 msec delay</a:t>
            </a:r>
          </a:p>
          <a:p>
            <a:pPr marL="130175" indent="0">
              <a:buNone/>
            </a:pPr>
            <a:endParaRPr lang="en-US" sz="2000" dirty="0"/>
          </a:p>
        </p:txBody>
      </p:sp>
      <p:sp>
        <p:nvSpPr>
          <p:cNvPr id="4" name="Content Placeholder 3">
            <a:extLst>
              <a:ext uri="{FF2B5EF4-FFF2-40B4-BE49-F238E27FC236}">
                <a16:creationId xmlns:a16="http://schemas.microsoft.com/office/drawing/2014/main" id="{98DB0211-6ED0-7F44-B672-CF345E4B3295}"/>
              </a:ext>
            </a:extLst>
          </p:cNvPr>
          <p:cNvSpPr>
            <a:spLocks noGrp="1"/>
          </p:cNvSpPr>
          <p:nvPr>
            <p:ph sz="half" idx="2"/>
          </p:nvPr>
        </p:nvSpPr>
        <p:spPr>
          <a:xfrm>
            <a:off x="6278216" y="2597426"/>
            <a:ext cx="5502965" cy="3564837"/>
          </a:xfrm>
        </p:spPr>
        <p:txBody>
          <a:bodyPr>
            <a:normAutofit/>
          </a:bodyPr>
          <a:lstStyle/>
          <a:p>
            <a:pPr>
              <a:buNone/>
            </a:pPr>
            <a:r>
              <a:rPr lang="en-US" altLang="en-US" sz="2400" dirty="0">
                <a:solidFill>
                  <a:srgbClr val="CC0000"/>
                </a:solidFill>
                <a:ea typeface="ＭＳ Ｐゴシック" panose="020B0600070205080204" pitchFamily="34" charset="-128"/>
                <a:cs typeface="ＭＳ Ｐゴシック" panose="020B0600070205080204" pitchFamily="34" charset="-128"/>
              </a:rPr>
              <a:t>example services for a </a:t>
            </a:r>
            <a:r>
              <a:rPr lang="en-US" altLang="en-US" sz="2400" i="1" dirty="0">
                <a:solidFill>
                  <a:srgbClr val="CC0000"/>
                </a:solidFill>
                <a:ea typeface="ＭＳ Ｐゴシック" panose="020B0600070205080204" pitchFamily="34" charset="-128"/>
                <a:cs typeface="ＭＳ Ｐゴシック" panose="020B0600070205080204" pitchFamily="34" charset="-128"/>
              </a:rPr>
              <a:t>flow</a:t>
            </a:r>
            <a:r>
              <a:rPr lang="en-US" altLang="en-US" sz="2400" dirty="0">
                <a:solidFill>
                  <a:srgbClr val="CC0000"/>
                </a:solidFill>
                <a:ea typeface="ＭＳ Ｐゴシック" panose="020B0600070205080204" pitchFamily="34" charset="-128"/>
                <a:cs typeface="ＭＳ Ｐゴシック" panose="020B0600070205080204" pitchFamily="34" charset="-128"/>
              </a:rPr>
              <a:t> of datagrams:</a:t>
            </a:r>
          </a:p>
          <a:p>
            <a:r>
              <a:rPr lang="en-US" altLang="en-US" sz="2000" dirty="0">
                <a:ea typeface="ＭＳ Ｐゴシック" panose="020B0600070205080204" pitchFamily="34" charset="-128"/>
                <a:cs typeface="ＭＳ Ｐゴシック" panose="020B0600070205080204" pitchFamily="34" charset="-128"/>
              </a:rPr>
              <a:t>in-order datagram delivery</a:t>
            </a:r>
          </a:p>
          <a:p>
            <a:r>
              <a:rPr lang="en-US" altLang="en-US" sz="2000" dirty="0">
                <a:ea typeface="ＭＳ Ｐゴシック" panose="020B0600070205080204" pitchFamily="34" charset="-128"/>
                <a:cs typeface="ＭＳ Ｐゴシック" panose="020B0600070205080204" pitchFamily="34" charset="-128"/>
              </a:rPr>
              <a:t>guaranteed minimum bandwidth to flow</a:t>
            </a:r>
          </a:p>
          <a:p>
            <a:r>
              <a:rPr lang="en-US" altLang="en-US" sz="2000" dirty="0">
                <a:ea typeface="ＭＳ Ｐゴシック" panose="020B0600070205080204" pitchFamily="34" charset="-128"/>
                <a:cs typeface="ＭＳ Ｐゴシック" panose="020B0600070205080204" pitchFamily="34" charset="-128"/>
              </a:rPr>
              <a:t>restrictions on changes in inter-packet spacing</a:t>
            </a:r>
          </a:p>
          <a:p>
            <a:endParaRPr lang="en-US" sz="2000" dirty="0"/>
          </a:p>
        </p:txBody>
      </p:sp>
      <p:sp>
        <p:nvSpPr>
          <p:cNvPr id="62" name="Rectangle 13">
            <a:extLst>
              <a:ext uri="{FF2B5EF4-FFF2-40B4-BE49-F238E27FC236}">
                <a16:creationId xmlns:a16="http://schemas.microsoft.com/office/drawing/2014/main" id="{1FBC4707-F7A4-A94F-8160-5F9B1176127F}"/>
              </a:ext>
            </a:extLst>
          </p:cNvPr>
          <p:cNvSpPr>
            <a:spLocks noChangeArrowheads="1"/>
          </p:cNvSpPr>
          <p:nvPr/>
        </p:nvSpPr>
        <p:spPr bwMode="auto">
          <a:xfrm>
            <a:off x="1033668" y="1413562"/>
            <a:ext cx="1078727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20000"/>
              </a:spcBef>
              <a:spcAft>
                <a:spcPts val="0"/>
              </a:spcAft>
              <a:buClr>
                <a:srgbClr val="ED7D31"/>
              </a:buClr>
              <a:buSzPct val="85000"/>
              <a:buFont typeface="ZapfDingbats" charset="2"/>
              <a:buNone/>
              <a:tabLst/>
              <a:defRPr/>
            </a:pPr>
            <a:r>
              <a:rPr kumimoji="0" lang="en-US" altLang="en-US" b="0" i="1" u="none" strike="noStrike" kern="1200" cap="none" spc="0" normalizeH="0" baseline="0" noProof="0" dirty="0">
                <a:ln>
                  <a:noFill/>
                </a:ln>
                <a:solidFill>
                  <a:srgbClr val="CC0000"/>
                </a:solidFill>
                <a:effectLst/>
                <a:uLnTx/>
                <a:uFillTx/>
                <a:latin typeface="Times New Roman" panose="02020603050405020304" pitchFamily="18" charset="0"/>
                <a:cs typeface="Times New Roman" panose="02020603050405020304" pitchFamily="18" charset="0"/>
              </a:rPr>
              <a:t>Q:</a:t>
            </a:r>
            <a:r>
              <a:rPr kumimoji="0" lang="en-US" altLang="en-US"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What </a:t>
            </a:r>
            <a:r>
              <a:rPr kumimoji="0" lang="en-US" altLang="en-US" b="0" i="1" u="none" strike="noStrike" kern="1200" cap="none" spc="0" normalizeH="0" baseline="0" noProof="0" dirty="0">
                <a:ln>
                  <a:noFill/>
                </a:ln>
                <a:solidFill>
                  <a:srgbClr val="000099"/>
                </a:solidFill>
                <a:effectLst/>
                <a:uLnTx/>
                <a:uFillTx/>
                <a:latin typeface="Times New Roman" panose="02020603050405020304" pitchFamily="18" charset="0"/>
                <a:cs typeface="Times New Roman" panose="02020603050405020304" pitchFamily="18" charset="0"/>
              </a:rPr>
              <a:t>service model</a:t>
            </a:r>
            <a:r>
              <a:rPr kumimoji="0" lang="en-US" altLang="en-US"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for “</a:t>
            </a:r>
            <a:r>
              <a:rPr kumimoji="0" lang="en-US" altLang="ja-JP"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channel” transporting datagrams from sender to receiver?</a:t>
            </a:r>
            <a:endParaRPr kumimoji="0" lang="en-US" altLang="en-US"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70384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dissolve">
                                      <p:cBhvr>
                                        <p:cTn id="10" dur="500"/>
                                        <p:tgtEl>
                                          <p:spTgt spid="3">
                                            <p:txEl>
                                              <p:pRg st="1" end="1"/>
                                            </p:txEl>
                                          </p:spTgt>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dissolve">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dissolve">
                                      <p:cBhvr>
                                        <p:cTn id="18"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a:xfrm>
            <a:off x="838200" y="398812"/>
            <a:ext cx="10515600" cy="894622"/>
          </a:xfrm>
        </p:spPr>
        <p:txBody>
          <a:bodyPr>
            <a:normAutofit/>
          </a:bodyPr>
          <a:lstStyle/>
          <a:p>
            <a:r>
              <a:rPr lang="en-US" sz="4800" dirty="0"/>
              <a:t>Network-layer service model</a:t>
            </a:r>
          </a:p>
        </p:txBody>
      </p:sp>
      <p:sp>
        <p:nvSpPr>
          <p:cNvPr id="9" name="Text Box 3">
            <a:extLst>
              <a:ext uri="{FF2B5EF4-FFF2-40B4-BE49-F238E27FC236}">
                <a16:creationId xmlns:a16="http://schemas.microsoft.com/office/drawing/2014/main" id="{84FBF14F-DE77-E447-8427-3CD2253600C3}"/>
              </a:ext>
            </a:extLst>
          </p:cNvPr>
          <p:cNvSpPr txBox="1">
            <a:spLocks noChangeArrowheads="1"/>
          </p:cNvSpPr>
          <p:nvPr/>
        </p:nvSpPr>
        <p:spPr bwMode="auto">
          <a:xfrm>
            <a:off x="549795" y="1745078"/>
            <a:ext cx="1552092" cy="3939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Network</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Architecture</a:t>
            </a: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Internet</a:t>
            </a: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ATM</a:t>
            </a: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ATM</a:t>
            </a: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Internet</a:t>
            </a: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r" defTabSz="914400" rtl="0" eaLnBrk="1" fontAlgn="auto" latinLnBrk="0" hangingPunct="1">
              <a:lnSpc>
                <a:spcPct val="100000"/>
              </a:lnSpc>
              <a:spcBef>
                <a:spcPts val="120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Internet</a:t>
            </a: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0" name="Text Box 4">
            <a:extLst>
              <a:ext uri="{FF2B5EF4-FFF2-40B4-BE49-F238E27FC236}">
                <a16:creationId xmlns:a16="http://schemas.microsoft.com/office/drawing/2014/main" id="{4AA65A7D-5684-5446-97C1-4142D3B3DC32}"/>
              </a:ext>
            </a:extLst>
          </p:cNvPr>
          <p:cNvSpPr txBox="1">
            <a:spLocks noChangeArrowheads="1"/>
          </p:cNvSpPr>
          <p:nvPr/>
        </p:nvSpPr>
        <p:spPr bwMode="auto">
          <a:xfrm>
            <a:off x="2453424" y="1760576"/>
            <a:ext cx="2645518" cy="3913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Service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Model</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best effort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Constant Bit Rate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Available Bit Rate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Intserv Guaranteed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(RFC 1633</a:t>
            </a: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p>
          <a:p>
            <a:pPr marL="0" marR="0" lvl="0" indent="0" algn="l" defTabSz="914400" rtl="0" eaLnBrk="1" fontAlgn="auto" latinLnBrk="0" hangingPunct="1">
              <a:lnSpc>
                <a:spcPct val="100000"/>
              </a:lnSpc>
              <a:spcBef>
                <a:spcPts val="100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Diffserv  </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(RFC 2475</a:t>
            </a: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a:t>
            </a: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1" name="Text Box 5">
            <a:extLst>
              <a:ext uri="{FF2B5EF4-FFF2-40B4-BE49-F238E27FC236}">
                <a16:creationId xmlns:a16="http://schemas.microsoft.com/office/drawing/2014/main" id="{1C34DAB8-6802-8B4D-80C7-80C914B6F4A9}"/>
              </a:ext>
            </a:extLst>
          </p:cNvPr>
          <p:cNvSpPr txBox="1">
            <a:spLocks noChangeArrowheads="1"/>
          </p:cNvSpPr>
          <p:nvPr/>
        </p:nvSpPr>
        <p:spPr bwMode="auto">
          <a:xfrm>
            <a:off x="5253925" y="2071348"/>
            <a:ext cx="2137764" cy="3631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Bandwidth</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none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Constant rate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Guaranteed min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yes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possible</a:t>
            </a: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2" name="Text Box 11">
            <a:extLst>
              <a:ext uri="{FF2B5EF4-FFF2-40B4-BE49-F238E27FC236}">
                <a16:creationId xmlns:a16="http://schemas.microsoft.com/office/drawing/2014/main" id="{12C01AE2-D81C-9142-9900-6735E4EC6989}"/>
              </a:ext>
            </a:extLst>
          </p:cNvPr>
          <p:cNvSpPr txBox="1">
            <a:spLocks noChangeArrowheads="1"/>
          </p:cNvSpPr>
          <p:nvPr/>
        </p:nvSpPr>
        <p:spPr bwMode="auto">
          <a:xfrm>
            <a:off x="7310368" y="2071348"/>
            <a:ext cx="1112805" cy="3631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Loss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yes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yes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possibly</a:t>
            </a: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3" name="Text Box 12">
            <a:extLst>
              <a:ext uri="{FF2B5EF4-FFF2-40B4-BE49-F238E27FC236}">
                <a16:creationId xmlns:a16="http://schemas.microsoft.com/office/drawing/2014/main" id="{215F45F4-0755-7644-85E6-6394DB1A3372}"/>
              </a:ext>
            </a:extLst>
          </p:cNvPr>
          <p:cNvSpPr txBox="1">
            <a:spLocks noChangeArrowheads="1"/>
          </p:cNvSpPr>
          <p:nvPr/>
        </p:nvSpPr>
        <p:spPr bwMode="auto">
          <a:xfrm>
            <a:off x="8483715" y="2080873"/>
            <a:ext cx="1112805" cy="3631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Order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yes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yes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yes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possibly</a:t>
            </a: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4" name="Text Box 13">
            <a:extLst>
              <a:ext uri="{FF2B5EF4-FFF2-40B4-BE49-F238E27FC236}">
                <a16:creationId xmlns:a16="http://schemas.microsoft.com/office/drawing/2014/main" id="{51E1E123-2FC9-9A4C-AB30-DF20C3EA339F}"/>
              </a:ext>
            </a:extLst>
          </p:cNvPr>
          <p:cNvSpPr txBox="1">
            <a:spLocks noChangeArrowheads="1"/>
          </p:cNvSpPr>
          <p:nvPr/>
        </p:nvSpPr>
        <p:spPr bwMode="auto">
          <a:xfrm>
            <a:off x="9712924" y="2080873"/>
            <a:ext cx="946221" cy="3631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Timing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yes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yes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no</a:t>
            </a: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8" name="Line 19">
            <a:extLst>
              <a:ext uri="{FF2B5EF4-FFF2-40B4-BE49-F238E27FC236}">
                <a16:creationId xmlns:a16="http://schemas.microsoft.com/office/drawing/2014/main" id="{D3EFDF3E-E1B2-6442-9107-4885BC9E5F19}"/>
              </a:ext>
            </a:extLst>
          </p:cNvPr>
          <p:cNvSpPr>
            <a:spLocks noChangeShapeType="1"/>
          </p:cNvSpPr>
          <p:nvPr/>
        </p:nvSpPr>
        <p:spPr bwMode="auto">
          <a:xfrm>
            <a:off x="1070632" y="2577761"/>
            <a:ext cx="9623199"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Line 19">
            <a:extLst>
              <a:ext uri="{FF2B5EF4-FFF2-40B4-BE49-F238E27FC236}">
                <a16:creationId xmlns:a16="http://schemas.microsoft.com/office/drawing/2014/main" id="{32B4DD15-8EEC-9B42-A7A0-C871C28FD81C}"/>
              </a:ext>
            </a:extLst>
          </p:cNvPr>
          <p:cNvSpPr>
            <a:spLocks noChangeShapeType="1"/>
          </p:cNvSpPr>
          <p:nvPr/>
        </p:nvSpPr>
        <p:spPr bwMode="auto">
          <a:xfrm>
            <a:off x="1068049" y="3210609"/>
            <a:ext cx="9623199"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Line 19">
            <a:extLst>
              <a:ext uri="{FF2B5EF4-FFF2-40B4-BE49-F238E27FC236}">
                <a16:creationId xmlns:a16="http://schemas.microsoft.com/office/drawing/2014/main" id="{0C2B32CB-160C-1949-B26F-AEE112AAA5CE}"/>
              </a:ext>
            </a:extLst>
          </p:cNvPr>
          <p:cNvSpPr>
            <a:spLocks noChangeShapeType="1"/>
          </p:cNvSpPr>
          <p:nvPr/>
        </p:nvSpPr>
        <p:spPr bwMode="auto">
          <a:xfrm>
            <a:off x="1065466" y="3827958"/>
            <a:ext cx="9623199"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Line 19">
            <a:extLst>
              <a:ext uri="{FF2B5EF4-FFF2-40B4-BE49-F238E27FC236}">
                <a16:creationId xmlns:a16="http://schemas.microsoft.com/office/drawing/2014/main" id="{E012B3C4-5F72-A141-A441-ADA6CA97A556}"/>
              </a:ext>
            </a:extLst>
          </p:cNvPr>
          <p:cNvSpPr>
            <a:spLocks noChangeShapeType="1"/>
          </p:cNvSpPr>
          <p:nvPr/>
        </p:nvSpPr>
        <p:spPr bwMode="auto">
          <a:xfrm>
            <a:off x="1062883" y="4445307"/>
            <a:ext cx="9623199"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Line 19">
            <a:extLst>
              <a:ext uri="{FF2B5EF4-FFF2-40B4-BE49-F238E27FC236}">
                <a16:creationId xmlns:a16="http://schemas.microsoft.com/office/drawing/2014/main" id="{BF483ABF-DBE0-BF4B-94C9-E7D0F188F4AC}"/>
              </a:ext>
            </a:extLst>
          </p:cNvPr>
          <p:cNvSpPr>
            <a:spLocks noChangeShapeType="1"/>
          </p:cNvSpPr>
          <p:nvPr/>
        </p:nvSpPr>
        <p:spPr bwMode="auto">
          <a:xfrm>
            <a:off x="1075798" y="5217639"/>
            <a:ext cx="9623199"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Rectangle 2">
            <a:extLst>
              <a:ext uri="{FF2B5EF4-FFF2-40B4-BE49-F238E27FC236}">
                <a16:creationId xmlns:a16="http://schemas.microsoft.com/office/drawing/2014/main" id="{A76539A4-4744-8842-8ED2-36EF0B5DAA55}"/>
              </a:ext>
            </a:extLst>
          </p:cNvPr>
          <p:cNvSpPr/>
          <p:nvPr/>
        </p:nvSpPr>
        <p:spPr>
          <a:xfrm>
            <a:off x="821410" y="3093349"/>
            <a:ext cx="10120393" cy="29044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7" name="Line 16">
            <a:extLst>
              <a:ext uri="{FF2B5EF4-FFF2-40B4-BE49-F238E27FC236}">
                <a16:creationId xmlns:a16="http://schemas.microsoft.com/office/drawing/2014/main" id="{B1FE5F6C-026F-0544-9F5F-295E95B4FC3A}"/>
              </a:ext>
            </a:extLst>
          </p:cNvPr>
          <p:cNvSpPr>
            <a:spLocks noChangeShapeType="1"/>
          </p:cNvSpPr>
          <p:nvPr/>
        </p:nvSpPr>
        <p:spPr bwMode="auto">
          <a:xfrm flipV="1">
            <a:off x="5315919" y="2007768"/>
            <a:ext cx="5362413"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8" name="Group 7">
            <a:extLst>
              <a:ext uri="{FF2B5EF4-FFF2-40B4-BE49-F238E27FC236}">
                <a16:creationId xmlns:a16="http://schemas.microsoft.com/office/drawing/2014/main" id="{B777822C-9D57-814F-877A-2273D1202ED7}"/>
              </a:ext>
            </a:extLst>
          </p:cNvPr>
          <p:cNvGrpSpPr/>
          <p:nvPr/>
        </p:nvGrpSpPr>
        <p:grpSpPr>
          <a:xfrm>
            <a:off x="1859797" y="3440624"/>
            <a:ext cx="8105613" cy="2557221"/>
            <a:chOff x="852407" y="3270142"/>
            <a:chExt cx="8105613" cy="2557221"/>
          </a:xfrm>
        </p:grpSpPr>
        <p:sp>
          <p:nvSpPr>
            <p:cNvPr id="28" name="TextBox 27">
              <a:extLst>
                <a:ext uri="{FF2B5EF4-FFF2-40B4-BE49-F238E27FC236}">
                  <a16:creationId xmlns:a16="http://schemas.microsoft.com/office/drawing/2014/main" id="{828EFD12-C61D-5143-AE81-9D893932CA81}"/>
                </a:ext>
              </a:extLst>
            </p:cNvPr>
            <p:cNvSpPr txBox="1"/>
            <p:nvPr/>
          </p:nvSpPr>
          <p:spPr>
            <a:xfrm>
              <a:off x="1175287" y="3794500"/>
              <a:ext cx="7516160" cy="181588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1" u="none" strike="noStrike" kern="1200" cap="none" spc="0" normalizeH="0" baseline="0" noProof="0" dirty="0">
                  <a:ln>
                    <a:noFill/>
                  </a:ln>
                  <a:solidFill>
                    <a:srgbClr val="0013A3"/>
                  </a:solidFill>
                  <a:effectLst/>
                  <a:uLnTx/>
                  <a:uFillTx/>
                  <a:latin typeface="Times New Roman" panose="02020603050405020304" pitchFamily="18" charset="0"/>
                  <a:cs typeface="Times New Roman" panose="02020603050405020304" pitchFamily="18" charset="0"/>
                </a:rPr>
                <a:t>No</a:t>
              </a: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guarantees on</a:t>
              </a:r>
              <a:r>
                <a:rPr kumimoji="0" lang="en-US" sz="2800" b="0" i="1"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p>
            <a:p>
              <a:pPr marL="866775" marR="0" lvl="1" indent="-409575" algn="l" defTabSz="914400" rtl="0" eaLnBrk="1" fontAlgn="auto" latinLnBrk="0" hangingPunct="1">
                <a:lnSpc>
                  <a:spcPct val="100000"/>
                </a:lnSpc>
                <a:spcBef>
                  <a:spcPts val="0"/>
                </a:spcBef>
                <a:spcAft>
                  <a:spcPts val="0"/>
                </a:spcAft>
                <a:buClrTx/>
                <a:buSzTx/>
                <a:buFont typeface="+mj-lt"/>
                <a:buAutoNum type="romanLcPeriod"/>
                <a:tabLst/>
                <a:defRPr/>
              </a:pP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successful</a:t>
              </a:r>
              <a:r>
                <a:rPr kumimoji="0" lang="en-US" sz="2800" b="0" i="1"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datagram delivery to destination</a:t>
              </a:r>
            </a:p>
            <a:p>
              <a:pPr marL="866775" marR="0" lvl="1" indent="-409575" algn="l" defTabSz="914400" rtl="0" eaLnBrk="1" fontAlgn="auto" latinLnBrk="0" hangingPunct="1">
                <a:lnSpc>
                  <a:spcPct val="100000"/>
                </a:lnSpc>
                <a:spcBef>
                  <a:spcPts val="0"/>
                </a:spcBef>
                <a:spcAft>
                  <a:spcPts val="0"/>
                </a:spcAft>
                <a:buClrTx/>
                <a:buSzTx/>
                <a:buFont typeface="+mj-lt"/>
                <a:buAutoNum type="romanLcPeriod"/>
                <a:tabLst/>
                <a:defRPr/>
              </a:pP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timing or order of delivery</a:t>
              </a:r>
            </a:p>
            <a:p>
              <a:pPr marL="866775" marR="0" lvl="1" indent="-409575" algn="l" defTabSz="914400" rtl="0" eaLnBrk="1" fontAlgn="auto" latinLnBrk="0" hangingPunct="1">
                <a:lnSpc>
                  <a:spcPct val="100000"/>
                </a:lnSpc>
                <a:spcBef>
                  <a:spcPts val="0"/>
                </a:spcBef>
                <a:spcAft>
                  <a:spcPts val="0"/>
                </a:spcAft>
                <a:buClrTx/>
                <a:buSzTx/>
                <a:buFont typeface="+mj-lt"/>
                <a:buAutoNum type="romanLcPeriod"/>
                <a:tabLst/>
                <a:defRPr/>
              </a:pP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bandwidth available to end-end flow</a:t>
              </a: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78D0C32C-957E-6540-8CA6-963771BBE837}"/>
                </a:ext>
              </a:extLst>
            </p:cNvPr>
            <p:cNvSpPr/>
            <p:nvPr/>
          </p:nvSpPr>
          <p:spPr>
            <a:xfrm>
              <a:off x="852407" y="3502617"/>
              <a:ext cx="8105613" cy="2324746"/>
            </a:xfrm>
            <a:prstGeom prst="rect">
              <a:avLst/>
            </a:prstGeom>
            <a:noFill/>
            <a:ln w="349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611B64E3-F240-2E4A-9BB4-1C9FDFBB21EA}"/>
                </a:ext>
              </a:extLst>
            </p:cNvPr>
            <p:cNvSpPr txBox="1"/>
            <p:nvPr/>
          </p:nvSpPr>
          <p:spPr>
            <a:xfrm>
              <a:off x="1100380" y="3270142"/>
              <a:ext cx="5474191" cy="523220"/>
            </a:xfrm>
            <a:prstGeom prst="rect">
              <a:avLst/>
            </a:prstGeom>
            <a:solidFill>
              <a:schemeClr val="bg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Internet  “best effort” service model</a:t>
              </a:r>
            </a:p>
          </p:txBody>
        </p:sp>
      </p:grpSp>
      <p:sp>
        <p:nvSpPr>
          <p:cNvPr id="29" name="Text Box 15">
            <a:extLst>
              <a:ext uri="{FF2B5EF4-FFF2-40B4-BE49-F238E27FC236}">
                <a16:creationId xmlns:a16="http://schemas.microsoft.com/office/drawing/2014/main" id="{9BD70DA9-3274-304C-A354-2FF885CD2536}"/>
              </a:ext>
            </a:extLst>
          </p:cNvPr>
          <p:cNvSpPr txBox="1">
            <a:spLocks noChangeArrowheads="1"/>
          </p:cNvSpPr>
          <p:nvPr/>
        </p:nvSpPr>
        <p:spPr bwMode="auto">
          <a:xfrm>
            <a:off x="5778457" y="1566819"/>
            <a:ext cx="456887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Quality of Service (QoS) Guarantees ?</a:t>
            </a: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Tree>
    <p:extLst>
      <p:ext uri="{BB962C8B-B14F-4D97-AF65-F5344CB8AC3E}">
        <p14:creationId xmlns:p14="http://schemas.microsoft.com/office/powerpoint/2010/main" val="1756386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4" name="Rectangle 9">
            <a:extLst>
              <a:ext uri="{FF2B5EF4-FFF2-40B4-BE49-F238E27FC236}">
                <a16:creationId xmlns:a16="http://schemas.microsoft.com/office/drawing/2014/main" id="{E4690020-A5BE-9A75-DB98-6FDFED57743D}"/>
              </a:ext>
            </a:extLst>
          </p:cNvPr>
          <p:cNvSpPr>
            <a:spLocks noChangeArrowheads="1"/>
          </p:cNvSpPr>
          <p:nvPr/>
        </p:nvSpPr>
        <p:spPr bwMode="auto">
          <a:xfrm>
            <a:off x="781050" y="5234799"/>
            <a:ext cx="3467652" cy="566737"/>
          </a:xfrm>
          <a:prstGeom prst="rect">
            <a:avLst/>
          </a:prstGeom>
          <a:solidFill>
            <a:schemeClr val="bg1"/>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nvGrpSpPr>
          <p:cNvPr id="2105" name="Group 2104">
            <a:extLst>
              <a:ext uri="{FF2B5EF4-FFF2-40B4-BE49-F238E27FC236}">
                <a16:creationId xmlns:a16="http://schemas.microsoft.com/office/drawing/2014/main" id="{9B5F42F9-12A2-88C1-0FB6-D7D32C62014D}"/>
              </a:ext>
            </a:extLst>
          </p:cNvPr>
          <p:cNvGrpSpPr/>
          <p:nvPr/>
        </p:nvGrpSpPr>
        <p:grpSpPr>
          <a:xfrm>
            <a:off x="2081771" y="5249835"/>
            <a:ext cx="2100020" cy="525818"/>
            <a:chOff x="1075103" y="3385874"/>
            <a:chExt cx="3106688" cy="777875"/>
          </a:xfrm>
        </p:grpSpPr>
        <p:sp>
          <p:nvSpPr>
            <p:cNvPr id="2106" name="Oval 56">
              <a:extLst>
                <a:ext uri="{FF2B5EF4-FFF2-40B4-BE49-F238E27FC236}">
                  <a16:creationId xmlns:a16="http://schemas.microsoft.com/office/drawing/2014/main" id="{CCF4479F-26B3-4850-9A0C-88748674543C}"/>
                </a:ext>
              </a:extLst>
            </p:cNvPr>
            <p:cNvSpPr>
              <a:spLocks noChangeArrowheads="1"/>
            </p:cNvSpPr>
            <p:nvPr/>
          </p:nvSpPr>
          <p:spPr bwMode="auto">
            <a:xfrm>
              <a:off x="1919603" y="3784337"/>
              <a:ext cx="74613" cy="74613"/>
            </a:xfrm>
            <a:prstGeom prst="ellipse">
              <a:avLst/>
            </a:prstGeom>
            <a:solidFill>
              <a:schemeClr val="accent1">
                <a:lumMod val="75000"/>
              </a:schemeClr>
            </a:soli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2107" name="Oval 57">
              <a:extLst>
                <a:ext uri="{FF2B5EF4-FFF2-40B4-BE49-F238E27FC236}">
                  <a16:creationId xmlns:a16="http://schemas.microsoft.com/office/drawing/2014/main" id="{6F273346-903A-CD7E-30CF-190E4C50CDFB}"/>
                </a:ext>
              </a:extLst>
            </p:cNvPr>
            <p:cNvSpPr>
              <a:spLocks noChangeArrowheads="1"/>
            </p:cNvSpPr>
            <p:nvPr/>
          </p:nvSpPr>
          <p:spPr bwMode="auto">
            <a:xfrm>
              <a:off x="2106509" y="3784337"/>
              <a:ext cx="74613" cy="74613"/>
            </a:xfrm>
            <a:prstGeom prst="ellipse">
              <a:avLst/>
            </a:prstGeom>
            <a:solidFill>
              <a:schemeClr val="accent1">
                <a:lumMod val="75000"/>
              </a:schemeClr>
            </a:soli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2108" name="Oval 58">
              <a:extLst>
                <a:ext uri="{FF2B5EF4-FFF2-40B4-BE49-F238E27FC236}">
                  <a16:creationId xmlns:a16="http://schemas.microsoft.com/office/drawing/2014/main" id="{D88DFD13-D757-5BD4-B886-EF22C20A1D12}"/>
                </a:ext>
              </a:extLst>
            </p:cNvPr>
            <p:cNvSpPr>
              <a:spLocks noChangeArrowheads="1"/>
            </p:cNvSpPr>
            <p:nvPr/>
          </p:nvSpPr>
          <p:spPr bwMode="auto">
            <a:xfrm>
              <a:off x="2295841" y="3784337"/>
              <a:ext cx="74613" cy="74613"/>
            </a:xfrm>
            <a:prstGeom prst="ellipse">
              <a:avLst/>
            </a:prstGeom>
            <a:solidFill>
              <a:schemeClr val="accent1">
                <a:lumMod val="75000"/>
              </a:schemeClr>
            </a:soli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grpSp>
          <p:nvGrpSpPr>
            <p:cNvPr id="2109" name="Group 61">
              <a:extLst>
                <a:ext uri="{FF2B5EF4-FFF2-40B4-BE49-F238E27FC236}">
                  <a16:creationId xmlns:a16="http://schemas.microsoft.com/office/drawing/2014/main" id="{232598BD-EDEC-C491-4C38-D843E37EFE29}"/>
                </a:ext>
              </a:extLst>
            </p:cNvPr>
            <p:cNvGrpSpPr>
              <a:grpSpLocks/>
            </p:cNvGrpSpPr>
            <p:nvPr/>
          </p:nvGrpSpPr>
          <p:grpSpPr bwMode="auto">
            <a:xfrm>
              <a:off x="3723003" y="3385874"/>
              <a:ext cx="458788" cy="777875"/>
              <a:chOff x="2365" y="1352"/>
              <a:chExt cx="1022" cy="1616"/>
            </a:xfrm>
          </p:grpSpPr>
          <p:sp>
            <p:nvSpPr>
              <p:cNvPr id="2113" name="Rectangle 63">
                <a:extLst>
                  <a:ext uri="{FF2B5EF4-FFF2-40B4-BE49-F238E27FC236}">
                    <a16:creationId xmlns:a16="http://schemas.microsoft.com/office/drawing/2014/main" id="{57A8C802-3270-58FF-F88A-801DB0262E39}"/>
                  </a:ext>
                </a:extLst>
              </p:cNvPr>
              <p:cNvSpPr>
                <a:spLocks noChangeArrowheads="1"/>
              </p:cNvSpPr>
              <p:nvPr/>
            </p:nvSpPr>
            <p:spPr bwMode="auto">
              <a:xfrm>
                <a:off x="2365" y="2129"/>
                <a:ext cx="367" cy="21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pic>
            <p:nvPicPr>
              <p:cNvPr id="2114" name="Picture 62">
                <a:extLst>
                  <a:ext uri="{FF2B5EF4-FFF2-40B4-BE49-F238E27FC236}">
                    <a16:creationId xmlns:a16="http://schemas.microsoft.com/office/drawing/2014/main" id="{12C09DCF-9156-D248-D00D-763044D1B2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73" y="1352"/>
                <a:ext cx="1014" cy="1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110" name="Picture 2" descr="Icon Car Symbol - Free image on Pixabay">
              <a:extLst>
                <a:ext uri="{FF2B5EF4-FFF2-40B4-BE49-F238E27FC236}">
                  <a16:creationId xmlns:a16="http://schemas.microsoft.com/office/drawing/2014/main" id="{5B2B41B7-687B-EA0B-3ADA-004FCAF8AE8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5103" y="3496676"/>
              <a:ext cx="875228" cy="592631"/>
            </a:xfrm>
            <a:prstGeom prst="rect">
              <a:avLst/>
            </a:prstGeom>
            <a:noFill/>
            <a:extLst>
              <a:ext uri="{909E8E84-426E-40DD-AFC4-6F175D3DCCD1}">
                <a14:hiddenFill xmlns:a14="http://schemas.microsoft.com/office/drawing/2010/main">
                  <a:solidFill>
                    <a:srgbClr val="FFFFFF"/>
                  </a:solidFill>
                </a14:hiddenFill>
              </a:ext>
            </a:extLst>
          </p:spPr>
        </p:pic>
        <p:pic>
          <p:nvPicPr>
            <p:cNvPr id="2111" name="Picture 2" descr="Icon Car Symbol - Free image on Pixabay">
              <a:extLst>
                <a:ext uri="{FF2B5EF4-FFF2-40B4-BE49-F238E27FC236}">
                  <a16:creationId xmlns:a16="http://schemas.microsoft.com/office/drawing/2014/main" id="{FA02EBD0-43F6-5F0E-B166-334E268F43E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52724" y="3494137"/>
              <a:ext cx="875228" cy="592631"/>
            </a:xfrm>
            <a:prstGeom prst="rect">
              <a:avLst/>
            </a:prstGeom>
            <a:noFill/>
            <a:extLst>
              <a:ext uri="{909E8E84-426E-40DD-AFC4-6F175D3DCCD1}">
                <a14:hiddenFill xmlns:a14="http://schemas.microsoft.com/office/drawing/2010/main">
                  <a:solidFill>
                    <a:srgbClr val="FFFFFF"/>
                  </a:solidFill>
                </a14:hiddenFill>
              </a:ext>
            </a:extLst>
          </p:spPr>
        </p:pic>
        <p:pic>
          <p:nvPicPr>
            <p:cNvPr id="2112" name="Picture 2" descr="Icon Car Symbol - Free image on Pixabay">
              <a:extLst>
                <a:ext uri="{FF2B5EF4-FFF2-40B4-BE49-F238E27FC236}">
                  <a16:creationId xmlns:a16="http://schemas.microsoft.com/office/drawing/2014/main" id="{F51474BE-02B9-9991-08E2-29A41C2426B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87660" y="3494873"/>
              <a:ext cx="875228" cy="592631"/>
            </a:xfrm>
            <a:prstGeom prst="rect">
              <a:avLst/>
            </a:prstGeom>
            <a:noFill/>
            <a:extLst>
              <a:ext uri="{909E8E84-426E-40DD-AFC4-6F175D3DCCD1}">
                <a14:hiddenFill xmlns:a14="http://schemas.microsoft.com/office/drawing/2010/main">
                  <a:solidFill>
                    <a:srgbClr val="FFFFFF"/>
                  </a:solidFill>
                </a14:hiddenFill>
              </a:ext>
            </a:extLst>
          </p:spPr>
        </p:pic>
      </p:grpSp>
      <p:sp>
        <p:nvSpPr>
          <p:cNvPr id="2115" name="Rectangle 5">
            <a:extLst>
              <a:ext uri="{FF2B5EF4-FFF2-40B4-BE49-F238E27FC236}">
                <a16:creationId xmlns:a16="http://schemas.microsoft.com/office/drawing/2014/main" id="{A70D1849-FF81-013D-BFA9-A498D3886972}"/>
              </a:ext>
            </a:extLst>
          </p:cNvPr>
          <p:cNvSpPr>
            <a:spLocks noChangeArrowheads="1"/>
          </p:cNvSpPr>
          <p:nvPr/>
        </p:nvSpPr>
        <p:spPr bwMode="auto">
          <a:xfrm>
            <a:off x="854541" y="5385611"/>
            <a:ext cx="462428" cy="255587"/>
          </a:xfrm>
          <a:prstGeom prst="rect">
            <a:avLst/>
          </a:prstGeom>
          <a:solidFill>
            <a:schemeClr val="bg1"/>
          </a:solidFill>
          <a:ln w="28575">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116" name="Rectangle 6">
            <a:extLst>
              <a:ext uri="{FF2B5EF4-FFF2-40B4-BE49-F238E27FC236}">
                <a16:creationId xmlns:a16="http://schemas.microsoft.com/office/drawing/2014/main" id="{62AAB046-E291-3545-96B5-70D4B532E6F6}"/>
              </a:ext>
            </a:extLst>
          </p:cNvPr>
          <p:cNvSpPr>
            <a:spLocks noChangeArrowheads="1"/>
          </p:cNvSpPr>
          <p:nvPr/>
        </p:nvSpPr>
        <p:spPr bwMode="auto">
          <a:xfrm>
            <a:off x="1382835" y="5284011"/>
            <a:ext cx="374608" cy="434975"/>
          </a:xfrm>
          <a:prstGeom prst="rect">
            <a:avLst/>
          </a:prstGeom>
          <a:solidFill>
            <a:schemeClr val="bg1"/>
          </a:solidFill>
          <a:ln w="28575">
            <a:solidFill>
              <a:srgbClr val="3C6CD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117" name="Line 16">
            <a:extLst>
              <a:ext uri="{FF2B5EF4-FFF2-40B4-BE49-F238E27FC236}">
                <a16:creationId xmlns:a16="http://schemas.microsoft.com/office/drawing/2014/main" id="{48C748F8-8E1B-9EE2-9B35-089CFBC7D980}"/>
              </a:ext>
            </a:extLst>
          </p:cNvPr>
          <p:cNvSpPr>
            <a:spLocks noChangeShapeType="1"/>
          </p:cNvSpPr>
          <p:nvPr/>
        </p:nvSpPr>
        <p:spPr bwMode="auto">
          <a:xfrm>
            <a:off x="723900" y="5518603"/>
            <a:ext cx="13335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99" name="Rectangle 9">
            <a:extLst>
              <a:ext uri="{FF2B5EF4-FFF2-40B4-BE49-F238E27FC236}">
                <a16:creationId xmlns:a16="http://schemas.microsoft.com/office/drawing/2014/main" id="{57A202F4-8007-6DCE-12B1-19FA494F02A0}"/>
              </a:ext>
            </a:extLst>
          </p:cNvPr>
          <p:cNvSpPr>
            <a:spLocks noChangeArrowheads="1"/>
          </p:cNvSpPr>
          <p:nvPr/>
        </p:nvSpPr>
        <p:spPr bwMode="auto">
          <a:xfrm>
            <a:off x="781050" y="3594860"/>
            <a:ext cx="3467652" cy="566737"/>
          </a:xfrm>
          <a:prstGeom prst="rect">
            <a:avLst/>
          </a:prstGeom>
          <a:solidFill>
            <a:schemeClr val="bg1"/>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a:xfrm>
            <a:off x="838200" y="398812"/>
            <a:ext cx="10515600" cy="894622"/>
          </a:xfrm>
        </p:spPr>
        <p:txBody>
          <a:bodyPr>
            <a:normAutofit/>
          </a:bodyPr>
          <a:lstStyle/>
          <a:p>
            <a:r>
              <a:rPr lang="en-US" altLang="en-US" sz="4800" dirty="0">
                <a:ea typeface="ＭＳ Ｐゴシック" panose="020B0600070205080204" pitchFamily="34" charset="-128"/>
              </a:rPr>
              <a:t>Overview - Router architecture</a:t>
            </a:r>
            <a:endParaRPr lang="en-US" sz="4800" dirty="0"/>
          </a:p>
        </p:txBody>
      </p:sp>
      <p:grpSp>
        <p:nvGrpSpPr>
          <p:cNvPr id="11" name="Group 60">
            <a:extLst>
              <a:ext uri="{FF2B5EF4-FFF2-40B4-BE49-F238E27FC236}">
                <a16:creationId xmlns:a16="http://schemas.microsoft.com/office/drawing/2014/main" id="{BFA21CC6-3BDD-0546-BF9B-53F12E412143}"/>
              </a:ext>
            </a:extLst>
          </p:cNvPr>
          <p:cNvGrpSpPr>
            <a:grpSpLocks/>
          </p:cNvGrpSpPr>
          <p:nvPr/>
        </p:nvGrpSpPr>
        <p:grpSpPr bwMode="auto">
          <a:xfrm>
            <a:off x="4324905" y="3466272"/>
            <a:ext cx="1609726" cy="2343150"/>
            <a:chOff x="2418" y="1882"/>
            <a:chExt cx="1014" cy="1476"/>
          </a:xfrm>
          <a:effectLst>
            <a:outerShdw blurRad="50800" dist="38100" dir="2700000" algn="tl" rotWithShape="0">
              <a:prstClr val="black">
                <a:alpha val="40000"/>
              </a:prstClr>
            </a:outerShdw>
          </a:effectLst>
        </p:grpSpPr>
        <p:sp>
          <p:nvSpPr>
            <p:cNvPr id="12" name="Rectangle 45">
              <a:extLst>
                <a:ext uri="{FF2B5EF4-FFF2-40B4-BE49-F238E27FC236}">
                  <a16:creationId xmlns:a16="http://schemas.microsoft.com/office/drawing/2014/main" id="{97E8C5CE-2986-D342-8AF6-D8B4A72B6F58}"/>
                </a:ext>
              </a:extLst>
            </p:cNvPr>
            <p:cNvSpPr>
              <a:spLocks noChangeArrowheads="1"/>
            </p:cNvSpPr>
            <p:nvPr/>
          </p:nvSpPr>
          <p:spPr bwMode="auto">
            <a:xfrm>
              <a:off x="2418" y="1882"/>
              <a:ext cx="1014" cy="1476"/>
            </a:xfrm>
            <a:prstGeom prst="rect">
              <a:avLst/>
            </a:prstGeom>
            <a:solidFill>
              <a:schemeClr val="bg1"/>
            </a:solidFill>
            <a:ln w="28575">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13" name="Text Box 48">
              <a:extLst>
                <a:ext uri="{FF2B5EF4-FFF2-40B4-BE49-F238E27FC236}">
                  <a16:creationId xmlns:a16="http://schemas.microsoft.com/office/drawing/2014/main" id="{62B04B43-D6DE-1643-8C5F-DAEC3D27B5B9}"/>
                </a:ext>
              </a:extLst>
            </p:cNvPr>
            <p:cNvSpPr txBox="1">
              <a:spLocks noChangeArrowheads="1"/>
            </p:cNvSpPr>
            <p:nvPr/>
          </p:nvSpPr>
          <p:spPr bwMode="auto">
            <a:xfrm>
              <a:off x="2501" y="3137"/>
              <a:ext cx="851" cy="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roundabout</a:t>
              </a:r>
            </a:p>
          </p:txBody>
        </p:sp>
      </p:grpSp>
      <p:grpSp>
        <p:nvGrpSpPr>
          <p:cNvPr id="3" name="Group 2">
            <a:extLst>
              <a:ext uri="{FF2B5EF4-FFF2-40B4-BE49-F238E27FC236}">
                <a16:creationId xmlns:a16="http://schemas.microsoft.com/office/drawing/2014/main" id="{3EF9895C-337A-3B44-9EA1-F8EEA976D228}"/>
              </a:ext>
            </a:extLst>
          </p:cNvPr>
          <p:cNvGrpSpPr/>
          <p:nvPr/>
        </p:nvGrpSpPr>
        <p:grpSpPr>
          <a:xfrm>
            <a:off x="4342365" y="2504247"/>
            <a:ext cx="1590675" cy="1090613"/>
            <a:chOff x="4342365" y="2504247"/>
            <a:chExt cx="1590675" cy="1090613"/>
          </a:xfrm>
        </p:grpSpPr>
        <p:sp>
          <p:nvSpPr>
            <p:cNvPr id="14" name="Rectangle 46">
              <a:extLst>
                <a:ext uri="{FF2B5EF4-FFF2-40B4-BE49-F238E27FC236}">
                  <a16:creationId xmlns:a16="http://schemas.microsoft.com/office/drawing/2014/main" id="{7302BDAC-B9C0-8949-A593-83EC0EF2D9B9}"/>
                </a:ext>
              </a:extLst>
            </p:cNvPr>
            <p:cNvSpPr>
              <a:spLocks noChangeArrowheads="1"/>
            </p:cNvSpPr>
            <p:nvPr/>
          </p:nvSpPr>
          <p:spPr bwMode="auto">
            <a:xfrm>
              <a:off x="4342365" y="2504247"/>
              <a:ext cx="1590675" cy="647700"/>
            </a:xfrm>
            <a:prstGeom prst="rect">
              <a:avLst/>
            </a:prstGeom>
            <a:solidFill>
              <a:schemeClr val="bg1"/>
            </a:solidFill>
            <a:ln w="28575">
              <a:solidFill>
                <a:srgbClr val="FF0000"/>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15" name="Text Box 47">
              <a:extLst>
                <a:ext uri="{FF2B5EF4-FFF2-40B4-BE49-F238E27FC236}">
                  <a16:creationId xmlns:a16="http://schemas.microsoft.com/office/drawing/2014/main" id="{4F3F6146-1D55-0B4C-BB98-623E05AE0524}"/>
                </a:ext>
              </a:extLst>
            </p:cNvPr>
            <p:cNvSpPr txBox="1">
              <a:spLocks noChangeArrowheads="1"/>
            </p:cNvSpPr>
            <p:nvPr/>
          </p:nvSpPr>
          <p:spPr bwMode="auto">
            <a:xfrm>
              <a:off x="4566306" y="2545522"/>
              <a:ext cx="1095172" cy="563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Station</a:t>
              </a:r>
              <a:b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b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manager</a:t>
              </a:r>
            </a:p>
          </p:txBody>
        </p:sp>
        <p:sp>
          <p:nvSpPr>
            <p:cNvPr id="16" name="Line 50">
              <a:extLst>
                <a:ext uri="{FF2B5EF4-FFF2-40B4-BE49-F238E27FC236}">
                  <a16:creationId xmlns:a16="http://schemas.microsoft.com/office/drawing/2014/main" id="{73F730FD-50D6-6D47-8351-91FF553BF577}"/>
                </a:ext>
              </a:extLst>
            </p:cNvPr>
            <p:cNvSpPr>
              <a:spLocks noChangeShapeType="1"/>
            </p:cNvSpPr>
            <p:nvPr/>
          </p:nvSpPr>
          <p:spPr bwMode="auto">
            <a:xfrm>
              <a:off x="5071027" y="3023360"/>
              <a:ext cx="19050" cy="571500"/>
            </a:xfrm>
            <a:prstGeom prst="line">
              <a:avLst/>
            </a:prstGeom>
            <a:noFill/>
            <a:ln w="38100">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29" name="Group 29">
            <a:extLst>
              <a:ext uri="{FF2B5EF4-FFF2-40B4-BE49-F238E27FC236}">
                <a16:creationId xmlns:a16="http://schemas.microsoft.com/office/drawing/2014/main" id="{DBEF67F1-37BF-D74B-BCE9-505A050D61CD}"/>
              </a:ext>
            </a:extLst>
          </p:cNvPr>
          <p:cNvGrpSpPr>
            <a:grpSpLocks/>
          </p:cNvGrpSpPr>
          <p:nvPr/>
        </p:nvGrpSpPr>
        <p:grpSpPr bwMode="auto">
          <a:xfrm rot="2656396">
            <a:off x="2900915" y="4371147"/>
            <a:ext cx="546100" cy="546100"/>
            <a:chOff x="354" y="2715"/>
            <a:chExt cx="344" cy="344"/>
          </a:xfrm>
        </p:grpSpPr>
        <p:sp>
          <p:nvSpPr>
            <p:cNvPr id="30" name="Oval 25">
              <a:extLst>
                <a:ext uri="{FF2B5EF4-FFF2-40B4-BE49-F238E27FC236}">
                  <a16:creationId xmlns:a16="http://schemas.microsoft.com/office/drawing/2014/main" id="{9C112058-256F-D445-8FC7-9A99414DF354}"/>
                </a:ext>
              </a:extLst>
            </p:cNvPr>
            <p:cNvSpPr>
              <a:spLocks noChangeArrowheads="1"/>
            </p:cNvSpPr>
            <p:nvPr/>
          </p:nvSpPr>
          <p:spPr bwMode="auto">
            <a:xfrm>
              <a:off x="352" y="2715"/>
              <a:ext cx="56" cy="56"/>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1" name="Oval 26">
              <a:extLst>
                <a:ext uri="{FF2B5EF4-FFF2-40B4-BE49-F238E27FC236}">
                  <a16:creationId xmlns:a16="http://schemas.microsoft.com/office/drawing/2014/main" id="{90D25AC5-CC8E-B54C-82BF-7D5D986999BD}"/>
                </a:ext>
              </a:extLst>
            </p:cNvPr>
            <p:cNvSpPr>
              <a:spLocks noChangeArrowheads="1"/>
            </p:cNvSpPr>
            <p:nvPr/>
          </p:nvSpPr>
          <p:spPr bwMode="auto">
            <a:xfrm>
              <a:off x="450" y="2811"/>
              <a:ext cx="56" cy="56"/>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2" name="Oval 27">
              <a:extLst>
                <a:ext uri="{FF2B5EF4-FFF2-40B4-BE49-F238E27FC236}">
                  <a16:creationId xmlns:a16="http://schemas.microsoft.com/office/drawing/2014/main" id="{40D693B4-9136-E641-8D14-C1E0622EC370}"/>
                </a:ext>
              </a:extLst>
            </p:cNvPr>
            <p:cNvSpPr>
              <a:spLocks noChangeArrowheads="1"/>
            </p:cNvSpPr>
            <p:nvPr/>
          </p:nvSpPr>
          <p:spPr bwMode="auto">
            <a:xfrm>
              <a:off x="545" y="2907"/>
              <a:ext cx="56" cy="56"/>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3" name="Oval 28">
              <a:extLst>
                <a:ext uri="{FF2B5EF4-FFF2-40B4-BE49-F238E27FC236}">
                  <a16:creationId xmlns:a16="http://schemas.microsoft.com/office/drawing/2014/main" id="{4775F00E-A158-F94A-972C-197213FC889E}"/>
                </a:ext>
              </a:extLst>
            </p:cNvPr>
            <p:cNvSpPr>
              <a:spLocks noChangeArrowheads="1"/>
            </p:cNvSpPr>
            <p:nvPr/>
          </p:nvSpPr>
          <p:spPr bwMode="auto">
            <a:xfrm>
              <a:off x="640" y="3003"/>
              <a:ext cx="56" cy="56"/>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sp>
        <p:nvSpPr>
          <p:cNvPr id="34" name="Text Box 57">
            <a:extLst>
              <a:ext uri="{FF2B5EF4-FFF2-40B4-BE49-F238E27FC236}">
                <a16:creationId xmlns:a16="http://schemas.microsoft.com/office/drawing/2014/main" id="{492AF8D2-6C5A-F547-903E-BECF47C4F8E4}"/>
              </a:ext>
            </a:extLst>
          </p:cNvPr>
          <p:cNvSpPr txBox="1">
            <a:spLocks noChangeArrowheads="1"/>
          </p:cNvSpPr>
          <p:nvPr/>
        </p:nvSpPr>
        <p:spPr bwMode="auto">
          <a:xfrm>
            <a:off x="2691866" y="5904419"/>
            <a:ext cx="155683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entry stations</a:t>
            </a:r>
          </a:p>
        </p:txBody>
      </p:sp>
      <p:grpSp>
        <p:nvGrpSpPr>
          <p:cNvPr id="35" name="Group 37">
            <a:extLst>
              <a:ext uri="{FF2B5EF4-FFF2-40B4-BE49-F238E27FC236}">
                <a16:creationId xmlns:a16="http://schemas.microsoft.com/office/drawing/2014/main" id="{11CB7D7F-8B2C-554A-B4F6-07F28C5B5C9F}"/>
              </a:ext>
            </a:extLst>
          </p:cNvPr>
          <p:cNvGrpSpPr>
            <a:grpSpLocks/>
          </p:cNvGrpSpPr>
          <p:nvPr/>
        </p:nvGrpSpPr>
        <p:grpSpPr bwMode="auto">
          <a:xfrm>
            <a:off x="5882240" y="3485322"/>
            <a:ext cx="1957387" cy="566738"/>
            <a:chOff x="-51" y="2454"/>
            <a:chExt cx="1482" cy="357"/>
          </a:xfrm>
          <a:effectLst>
            <a:outerShdw blurRad="50800" dist="38100" dir="2700000" algn="tl" rotWithShape="0">
              <a:prstClr val="black">
                <a:alpha val="40000"/>
              </a:prstClr>
            </a:outerShdw>
          </a:effectLst>
        </p:grpSpPr>
        <p:grpSp>
          <p:nvGrpSpPr>
            <p:cNvPr id="36" name="Group 36">
              <a:extLst>
                <a:ext uri="{FF2B5EF4-FFF2-40B4-BE49-F238E27FC236}">
                  <a16:creationId xmlns:a16="http://schemas.microsoft.com/office/drawing/2014/main" id="{9302BD5C-3388-5F4D-8CCA-EAD2FD66ADB1}"/>
                </a:ext>
              </a:extLst>
            </p:cNvPr>
            <p:cNvGrpSpPr>
              <a:grpSpLocks/>
            </p:cNvGrpSpPr>
            <p:nvPr/>
          </p:nvGrpSpPr>
          <p:grpSpPr bwMode="auto">
            <a:xfrm flipH="1">
              <a:off x="171" y="2454"/>
              <a:ext cx="1086" cy="357"/>
              <a:chOff x="171" y="2454"/>
              <a:chExt cx="1086" cy="357"/>
            </a:xfrm>
          </p:grpSpPr>
          <p:sp>
            <p:nvSpPr>
              <p:cNvPr id="38" name="Rectangle 31">
                <a:extLst>
                  <a:ext uri="{FF2B5EF4-FFF2-40B4-BE49-F238E27FC236}">
                    <a16:creationId xmlns:a16="http://schemas.microsoft.com/office/drawing/2014/main" id="{0D459D87-1893-1743-8D5A-F323FDD3499D}"/>
                  </a:ext>
                </a:extLst>
              </p:cNvPr>
              <p:cNvSpPr>
                <a:spLocks noChangeArrowheads="1"/>
              </p:cNvSpPr>
              <p:nvPr/>
            </p:nvSpPr>
            <p:spPr bwMode="auto">
              <a:xfrm>
                <a:off x="171" y="2454"/>
                <a:ext cx="1084" cy="357"/>
              </a:xfrm>
              <a:prstGeom prst="rect">
                <a:avLst/>
              </a:prstGeom>
              <a:solidFill>
                <a:schemeClr val="bg1"/>
              </a:solidFill>
              <a:ln w="19050">
                <a:solidFill>
                  <a:srgbClr val="5F5F5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9" name="Rectangle 32">
                <a:extLst>
                  <a:ext uri="{FF2B5EF4-FFF2-40B4-BE49-F238E27FC236}">
                    <a16:creationId xmlns:a16="http://schemas.microsoft.com/office/drawing/2014/main" id="{D94682C7-1EFD-0242-B3A2-8679BFDACB44}"/>
                  </a:ext>
                </a:extLst>
              </p:cNvPr>
              <p:cNvSpPr>
                <a:spLocks noChangeArrowheads="1"/>
              </p:cNvSpPr>
              <p:nvPr/>
            </p:nvSpPr>
            <p:spPr bwMode="auto">
              <a:xfrm>
                <a:off x="216" y="2554"/>
                <a:ext cx="338" cy="161"/>
              </a:xfrm>
              <a:prstGeom prst="rect">
                <a:avLst/>
              </a:prstGeom>
              <a:solidFill>
                <a:schemeClr val="bg1"/>
              </a:solidFill>
              <a:ln w="28575">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0" name="Rectangle 33">
                <a:extLst>
                  <a:ext uri="{FF2B5EF4-FFF2-40B4-BE49-F238E27FC236}">
                    <a16:creationId xmlns:a16="http://schemas.microsoft.com/office/drawing/2014/main" id="{D323E676-6A0B-9D4C-A262-5DA2B4D92EB1}"/>
                  </a:ext>
                </a:extLst>
              </p:cNvPr>
              <p:cNvSpPr>
                <a:spLocks noChangeArrowheads="1"/>
              </p:cNvSpPr>
              <p:nvPr/>
            </p:nvSpPr>
            <p:spPr bwMode="auto">
              <a:xfrm>
                <a:off x="602" y="2490"/>
                <a:ext cx="274" cy="274"/>
              </a:xfrm>
              <a:prstGeom prst="rect">
                <a:avLst/>
              </a:prstGeom>
              <a:solidFill>
                <a:schemeClr val="bg1"/>
              </a:solidFill>
              <a:ln w="28575">
                <a:solidFill>
                  <a:srgbClr val="3C6CD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1" name="Rectangle 34">
                <a:extLst>
                  <a:ext uri="{FF2B5EF4-FFF2-40B4-BE49-F238E27FC236}">
                    <a16:creationId xmlns:a16="http://schemas.microsoft.com/office/drawing/2014/main" id="{DE45BAF9-F85F-CE49-B15E-73BB262FDBEB}"/>
                  </a:ext>
                </a:extLst>
              </p:cNvPr>
              <p:cNvSpPr>
                <a:spLocks noChangeArrowheads="1"/>
              </p:cNvSpPr>
              <p:nvPr/>
            </p:nvSpPr>
            <p:spPr bwMode="auto">
              <a:xfrm>
                <a:off x="921" y="2488"/>
                <a:ext cx="274" cy="274"/>
              </a:xfrm>
              <a:prstGeom prst="rect">
                <a:avLst/>
              </a:prstGeom>
              <a:solidFill>
                <a:schemeClr val="bg1"/>
              </a:solidFill>
              <a:ln w="28575">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sp>
          <p:nvSpPr>
            <p:cNvPr id="37" name="Line 35">
              <a:extLst>
                <a:ext uri="{FF2B5EF4-FFF2-40B4-BE49-F238E27FC236}">
                  <a16:creationId xmlns:a16="http://schemas.microsoft.com/office/drawing/2014/main" id="{63958D1A-98FE-AF43-AC11-DB72B9D9C0BC}"/>
                </a:ext>
              </a:extLst>
            </p:cNvPr>
            <p:cNvSpPr>
              <a:spLocks noChangeShapeType="1"/>
            </p:cNvSpPr>
            <p:nvPr/>
          </p:nvSpPr>
          <p:spPr bwMode="auto">
            <a:xfrm>
              <a:off x="-51" y="2634"/>
              <a:ext cx="148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42" name="Group 38">
            <a:extLst>
              <a:ext uri="{FF2B5EF4-FFF2-40B4-BE49-F238E27FC236}">
                <a16:creationId xmlns:a16="http://schemas.microsoft.com/office/drawing/2014/main" id="{5D8C710B-718F-D647-B17E-DF34372005AC}"/>
              </a:ext>
            </a:extLst>
          </p:cNvPr>
          <p:cNvGrpSpPr>
            <a:grpSpLocks/>
          </p:cNvGrpSpPr>
          <p:nvPr/>
        </p:nvGrpSpPr>
        <p:grpSpPr bwMode="auto">
          <a:xfrm>
            <a:off x="5901290" y="5218872"/>
            <a:ext cx="2011362" cy="566738"/>
            <a:chOff x="-51" y="2454"/>
            <a:chExt cx="1482" cy="357"/>
          </a:xfrm>
        </p:grpSpPr>
        <p:grpSp>
          <p:nvGrpSpPr>
            <p:cNvPr id="43" name="Group 39">
              <a:extLst>
                <a:ext uri="{FF2B5EF4-FFF2-40B4-BE49-F238E27FC236}">
                  <a16:creationId xmlns:a16="http://schemas.microsoft.com/office/drawing/2014/main" id="{EC854885-69FE-4244-BF93-8BB2F7786F85}"/>
                </a:ext>
              </a:extLst>
            </p:cNvPr>
            <p:cNvGrpSpPr>
              <a:grpSpLocks/>
            </p:cNvGrpSpPr>
            <p:nvPr/>
          </p:nvGrpSpPr>
          <p:grpSpPr bwMode="auto">
            <a:xfrm flipH="1">
              <a:off x="171" y="2454"/>
              <a:ext cx="1086" cy="357"/>
              <a:chOff x="171" y="2454"/>
              <a:chExt cx="1086" cy="357"/>
            </a:xfrm>
          </p:grpSpPr>
          <p:sp>
            <p:nvSpPr>
              <p:cNvPr id="45" name="Rectangle 40">
                <a:extLst>
                  <a:ext uri="{FF2B5EF4-FFF2-40B4-BE49-F238E27FC236}">
                    <a16:creationId xmlns:a16="http://schemas.microsoft.com/office/drawing/2014/main" id="{31148FFC-88E2-8643-8EDC-EE4624168153}"/>
                  </a:ext>
                </a:extLst>
              </p:cNvPr>
              <p:cNvSpPr>
                <a:spLocks noChangeArrowheads="1"/>
              </p:cNvSpPr>
              <p:nvPr/>
            </p:nvSpPr>
            <p:spPr bwMode="auto">
              <a:xfrm>
                <a:off x="171" y="2454"/>
                <a:ext cx="1084" cy="357"/>
              </a:xfrm>
              <a:prstGeom prst="rect">
                <a:avLst/>
              </a:prstGeom>
              <a:solidFill>
                <a:schemeClr val="bg1"/>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6" name="Rectangle 41">
                <a:extLst>
                  <a:ext uri="{FF2B5EF4-FFF2-40B4-BE49-F238E27FC236}">
                    <a16:creationId xmlns:a16="http://schemas.microsoft.com/office/drawing/2014/main" id="{682A9F8F-8723-874E-BB4D-B2BB08BC7357}"/>
                  </a:ext>
                </a:extLst>
              </p:cNvPr>
              <p:cNvSpPr>
                <a:spLocks noChangeArrowheads="1"/>
              </p:cNvSpPr>
              <p:nvPr/>
            </p:nvSpPr>
            <p:spPr bwMode="auto">
              <a:xfrm>
                <a:off x="216" y="2554"/>
                <a:ext cx="337" cy="161"/>
              </a:xfrm>
              <a:prstGeom prst="rect">
                <a:avLst/>
              </a:prstGeom>
              <a:solidFill>
                <a:schemeClr val="bg1"/>
              </a:solidFill>
              <a:ln w="28575">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7" name="Rectangle 42">
                <a:extLst>
                  <a:ext uri="{FF2B5EF4-FFF2-40B4-BE49-F238E27FC236}">
                    <a16:creationId xmlns:a16="http://schemas.microsoft.com/office/drawing/2014/main" id="{E9D99F85-7DA2-B94F-9793-067BFD27650F}"/>
                  </a:ext>
                </a:extLst>
              </p:cNvPr>
              <p:cNvSpPr>
                <a:spLocks noChangeArrowheads="1"/>
              </p:cNvSpPr>
              <p:nvPr/>
            </p:nvSpPr>
            <p:spPr bwMode="auto">
              <a:xfrm>
                <a:off x="602" y="2490"/>
                <a:ext cx="274" cy="274"/>
              </a:xfrm>
              <a:prstGeom prst="rect">
                <a:avLst/>
              </a:prstGeom>
              <a:solidFill>
                <a:schemeClr val="bg1"/>
              </a:solidFill>
              <a:ln w="28575">
                <a:solidFill>
                  <a:srgbClr val="3C6CD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8" name="Rectangle 43">
                <a:extLst>
                  <a:ext uri="{FF2B5EF4-FFF2-40B4-BE49-F238E27FC236}">
                    <a16:creationId xmlns:a16="http://schemas.microsoft.com/office/drawing/2014/main" id="{79592419-CEB4-124B-A09B-CF67F5F2A477}"/>
                  </a:ext>
                </a:extLst>
              </p:cNvPr>
              <p:cNvSpPr>
                <a:spLocks noChangeArrowheads="1"/>
              </p:cNvSpPr>
              <p:nvPr/>
            </p:nvSpPr>
            <p:spPr bwMode="auto">
              <a:xfrm>
                <a:off x="923" y="2488"/>
                <a:ext cx="274" cy="274"/>
              </a:xfrm>
              <a:prstGeom prst="rect">
                <a:avLst/>
              </a:prstGeom>
              <a:solidFill>
                <a:schemeClr val="bg1"/>
              </a:solidFill>
              <a:ln w="28575">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sp>
          <p:nvSpPr>
            <p:cNvPr id="44" name="Line 44">
              <a:extLst>
                <a:ext uri="{FF2B5EF4-FFF2-40B4-BE49-F238E27FC236}">
                  <a16:creationId xmlns:a16="http://schemas.microsoft.com/office/drawing/2014/main" id="{CBC3FC3D-F764-0047-9677-FB9B8EAAFE5C}"/>
                </a:ext>
              </a:extLst>
            </p:cNvPr>
            <p:cNvSpPr>
              <a:spLocks noChangeShapeType="1"/>
            </p:cNvSpPr>
            <p:nvPr/>
          </p:nvSpPr>
          <p:spPr bwMode="auto">
            <a:xfrm>
              <a:off x="-51" y="2634"/>
              <a:ext cx="148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49" name="Group 51">
            <a:extLst>
              <a:ext uri="{FF2B5EF4-FFF2-40B4-BE49-F238E27FC236}">
                <a16:creationId xmlns:a16="http://schemas.microsoft.com/office/drawing/2014/main" id="{0063545A-31FC-8D42-B9F6-52805867B567}"/>
              </a:ext>
            </a:extLst>
          </p:cNvPr>
          <p:cNvGrpSpPr>
            <a:grpSpLocks/>
          </p:cNvGrpSpPr>
          <p:nvPr/>
        </p:nvGrpSpPr>
        <p:grpSpPr bwMode="auto">
          <a:xfrm rot="2656396">
            <a:off x="6768065" y="4361622"/>
            <a:ext cx="546100" cy="546100"/>
            <a:chOff x="354" y="2715"/>
            <a:chExt cx="344" cy="344"/>
          </a:xfrm>
        </p:grpSpPr>
        <p:sp>
          <p:nvSpPr>
            <p:cNvPr id="50" name="Oval 52">
              <a:extLst>
                <a:ext uri="{FF2B5EF4-FFF2-40B4-BE49-F238E27FC236}">
                  <a16:creationId xmlns:a16="http://schemas.microsoft.com/office/drawing/2014/main" id="{83BE4773-3E63-524C-AD59-033C9E4302BB}"/>
                </a:ext>
              </a:extLst>
            </p:cNvPr>
            <p:cNvSpPr>
              <a:spLocks noChangeArrowheads="1"/>
            </p:cNvSpPr>
            <p:nvPr/>
          </p:nvSpPr>
          <p:spPr bwMode="auto">
            <a:xfrm>
              <a:off x="352" y="2715"/>
              <a:ext cx="56" cy="56"/>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1" name="Oval 53">
              <a:extLst>
                <a:ext uri="{FF2B5EF4-FFF2-40B4-BE49-F238E27FC236}">
                  <a16:creationId xmlns:a16="http://schemas.microsoft.com/office/drawing/2014/main" id="{F45E0C4D-B738-5E42-99B7-C0253D1ECBDD}"/>
                </a:ext>
              </a:extLst>
            </p:cNvPr>
            <p:cNvSpPr>
              <a:spLocks noChangeArrowheads="1"/>
            </p:cNvSpPr>
            <p:nvPr/>
          </p:nvSpPr>
          <p:spPr bwMode="auto">
            <a:xfrm>
              <a:off x="450" y="2811"/>
              <a:ext cx="56" cy="56"/>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2" name="Oval 54">
              <a:extLst>
                <a:ext uri="{FF2B5EF4-FFF2-40B4-BE49-F238E27FC236}">
                  <a16:creationId xmlns:a16="http://schemas.microsoft.com/office/drawing/2014/main" id="{2BD06A3F-4F96-8948-8417-90216E36CC2D}"/>
                </a:ext>
              </a:extLst>
            </p:cNvPr>
            <p:cNvSpPr>
              <a:spLocks noChangeArrowheads="1"/>
            </p:cNvSpPr>
            <p:nvPr/>
          </p:nvSpPr>
          <p:spPr bwMode="auto">
            <a:xfrm>
              <a:off x="545" y="2907"/>
              <a:ext cx="56" cy="56"/>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3" name="Oval 55">
              <a:extLst>
                <a:ext uri="{FF2B5EF4-FFF2-40B4-BE49-F238E27FC236}">
                  <a16:creationId xmlns:a16="http://schemas.microsoft.com/office/drawing/2014/main" id="{6A51F44D-8E0B-DD44-A2B0-5A5743630F7B}"/>
                </a:ext>
              </a:extLst>
            </p:cNvPr>
            <p:cNvSpPr>
              <a:spLocks noChangeArrowheads="1"/>
            </p:cNvSpPr>
            <p:nvPr/>
          </p:nvSpPr>
          <p:spPr bwMode="auto">
            <a:xfrm>
              <a:off x="640" y="3003"/>
              <a:ext cx="56" cy="56"/>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sp>
        <p:nvSpPr>
          <p:cNvPr id="54" name="Text Box 58">
            <a:extLst>
              <a:ext uri="{FF2B5EF4-FFF2-40B4-BE49-F238E27FC236}">
                <a16:creationId xmlns:a16="http://schemas.microsoft.com/office/drawing/2014/main" id="{8536AB41-BBDA-6A40-9786-A1757F6328E5}"/>
              </a:ext>
            </a:extLst>
          </p:cNvPr>
          <p:cNvSpPr txBox="1">
            <a:spLocks noChangeArrowheads="1"/>
          </p:cNvSpPr>
          <p:nvPr/>
        </p:nvSpPr>
        <p:spPr bwMode="auto">
          <a:xfrm>
            <a:off x="7041345" y="5904419"/>
            <a:ext cx="118494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exit roads</a:t>
            </a:r>
          </a:p>
        </p:txBody>
      </p:sp>
      <p:cxnSp>
        <p:nvCxnSpPr>
          <p:cNvPr id="55" name="Straight Connector 54">
            <a:extLst>
              <a:ext uri="{FF2B5EF4-FFF2-40B4-BE49-F238E27FC236}">
                <a16:creationId xmlns:a16="http://schemas.microsoft.com/office/drawing/2014/main" id="{EDEF025D-D161-0845-8BA8-D19B1861EEDE}"/>
              </a:ext>
            </a:extLst>
          </p:cNvPr>
          <p:cNvCxnSpPr>
            <a:cxnSpLocks noChangeShapeType="1"/>
          </p:cNvCxnSpPr>
          <p:nvPr/>
        </p:nvCxnSpPr>
        <p:spPr bwMode="auto">
          <a:xfrm>
            <a:off x="2270677" y="3275772"/>
            <a:ext cx="7802563" cy="127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cxnSp>
      <p:sp>
        <p:nvSpPr>
          <p:cNvPr id="56" name="TextBox 55">
            <a:extLst>
              <a:ext uri="{FF2B5EF4-FFF2-40B4-BE49-F238E27FC236}">
                <a16:creationId xmlns:a16="http://schemas.microsoft.com/office/drawing/2014/main" id="{BAC350F1-2A41-2C4D-A74E-E12FE3300314}"/>
              </a:ext>
            </a:extLst>
          </p:cNvPr>
          <p:cNvSpPr txBox="1">
            <a:spLocks noChangeArrowheads="1"/>
          </p:cNvSpPr>
          <p:nvPr/>
        </p:nvSpPr>
        <p:spPr bwMode="auto">
          <a:xfrm>
            <a:off x="8177765" y="3312285"/>
            <a:ext cx="2185987"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1600" b="0" i="1" u="none" strike="noStrike" kern="120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forwarding data plane  </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(hardware) operates in nanosecond timeframe</a:t>
            </a:r>
          </a:p>
        </p:txBody>
      </p:sp>
      <p:sp>
        <p:nvSpPr>
          <p:cNvPr id="57" name="Rectangle 56">
            <a:extLst>
              <a:ext uri="{FF2B5EF4-FFF2-40B4-BE49-F238E27FC236}">
                <a16:creationId xmlns:a16="http://schemas.microsoft.com/office/drawing/2014/main" id="{9E496939-D5D8-314E-A293-36FDE55B110E}"/>
              </a:ext>
            </a:extLst>
          </p:cNvPr>
          <p:cNvSpPr>
            <a:spLocks noChangeArrowheads="1"/>
          </p:cNvSpPr>
          <p:nvPr/>
        </p:nvSpPr>
        <p:spPr bwMode="auto">
          <a:xfrm>
            <a:off x="7490377" y="2208972"/>
            <a:ext cx="2879725"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1600" b="0" i="1" u="none" strike="noStrike" kern="120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routing, management</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1600" b="0" i="1" u="none" strike="noStrike" kern="120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control plane </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(software)</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operates in millisecond </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time frame</a:t>
            </a:r>
          </a:p>
        </p:txBody>
      </p:sp>
      <p:sp>
        <p:nvSpPr>
          <p:cNvPr id="58" name="Freeform 10">
            <a:extLst>
              <a:ext uri="{FF2B5EF4-FFF2-40B4-BE49-F238E27FC236}">
                <a16:creationId xmlns:a16="http://schemas.microsoft.com/office/drawing/2014/main" id="{9563B337-045C-B84E-ADB0-A5D36720825E}"/>
              </a:ext>
            </a:extLst>
          </p:cNvPr>
          <p:cNvSpPr>
            <a:spLocks/>
          </p:cNvSpPr>
          <p:nvPr/>
        </p:nvSpPr>
        <p:spPr bwMode="auto">
          <a:xfrm>
            <a:off x="3735940" y="2799522"/>
            <a:ext cx="512762" cy="73025"/>
          </a:xfrm>
          <a:custGeom>
            <a:avLst/>
            <a:gdLst>
              <a:gd name="T0" fmla="*/ 487003 w 512919"/>
              <a:gd name="T1" fmla="*/ 70891 h 73266"/>
              <a:gd name="T2" fmla="*/ 511349 w 512919"/>
              <a:gd name="T3" fmla="*/ 0 h 73266"/>
              <a:gd name="T4" fmla="*/ 146098 w 512919"/>
              <a:gd name="T5" fmla="*/ 11815 h 73266"/>
              <a:gd name="T6" fmla="*/ 97399 w 512919"/>
              <a:gd name="T7" fmla="*/ 23630 h 73266"/>
              <a:gd name="T8" fmla="*/ 0 w 512919"/>
              <a:gd name="T9" fmla="*/ 11815 h 73266"/>
              <a:gd name="T10" fmla="*/ 0 w 512919"/>
              <a:gd name="T11" fmla="*/ 11815 h 73266"/>
              <a:gd name="T12" fmla="*/ 511349 w 512919"/>
              <a:gd name="T13" fmla="*/ 11815 h 73266"/>
              <a:gd name="T14" fmla="*/ 0 60000 65536"/>
              <a:gd name="T15" fmla="*/ 0 60000 65536"/>
              <a:gd name="T16" fmla="*/ 0 60000 65536"/>
              <a:gd name="T17" fmla="*/ 0 60000 65536"/>
              <a:gd name="T18" fmla="*/ 0 60000 65536"/>
              <a:gd name="T19" fmla="*/ 0 60000 65536"/>
              <a:gd name="T20" fmla="*/ 0 60000 65536"/>
              <a:gd name="T21" fmla="*/ 0 w 512919"/>
              <a:gd name="T22" fmla="*/ 0 h 73266"/>
              <a:gd name="T23" fmla="*/ 512919 w 512919"/>
              <a:gd name="T24" fmla="*/ 73266 h 732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12919" h="73266">
                <a:moveTo>
                  <a:pt x="488494" y="73266"/>
                </a:moveTo>
                <a:lnTo>
                  <a:pt x="512919" y="0"/>
                </a:lnTo>
                <a:cubicBezTo>
                  <a:pt x="390795" y="4070"/>
                  <a:pt x="268529" y="5036"/>
                  <a:pt x="146548" y="12211"/>
                </a:cubicBezTo>
                <a:cubicBezTo>
                  <a:pt x="129793" y="13196"/>
                  <a:pt x="114483" y="24422"/>
                  <a:pt x="97699" y="24422"/>
                </a:cubicBezTo>
                <a:cubicBezTo>
                  <a:pt x="64879" y="24422"/>
                  <a:pt x="0" y="12211"/>
                  <a:pt x="0" y="12211"/>
                </a:cubicBezTo>
                <a:lnTo>
                  <a:pt x="512919" y="12211"/>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59" name="Elbow Connector 58">
            <a:extLst>
              <a:ext uri="{FF2B5EF4-FFF2-40B4-BE49-F238E27FC236}">
                <a16:creationId xmlns:a16="http://schemas.microsoft.com/office/drawing/2014/main" id="{3E124150-F33F-0C46-842C-F5427C1367BD}"/>
              </a:ext>
            </a:extLst>
          </p:cNvPr>
          <p:cNvCxnSpPr>
            <a:cxnSpLocks noChangeShapeType="1"/>
          </p:cNvCxnSpPr>
          <p:nvPr/>
        </p:nvCxnSpPr>
        <p:spPr bwMode="auto">
          <a:xfrm rot="5400000">
            <a:off x="3747424" y="3137191"/>
            <a:ext cx="810373" cy="135036"/>
          </a:xfrm>
          <a:prstGeom prst="bentConnector3">
            <a:avLst>
              <a:gd name="adj1" fmla="val -1717"/>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cxnSp>
      <p:pic>
        <p:nvPicPr>
          <p:cNvPr id="2050" name="Picture 2">
            <a:extLst>
              <a:ext uri="{FF2B5EF4-FFF2-40B4-BE49-F238E27FC236}">
                <a16:creationId xmlns:a16="http://schemas.microsoft.com/office/drawing/2014/main" id="{B5EBAC66-81BD-39AF-AA8E-06B2B95FF01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12428" y="2423794"/>
            <a:ext cx="868613" cy="86861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06CADFF9-ECDB-9F6B-6337-E6333BCEDF9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rot="2559109">
            <a:off x="4406440" y="3848766"/>
            <a:ext cx="1471200" cy="1471200"/>
          </a:xfrm>
          <a:prstGeom prst="rect">
            <a:avLst/>
          </a:prstGeom>
          <a:noFill/>
          <a:extLst>
            <a:ext uri="{909E8E84-426E-40DD-AFC4-6F175D3DCCD1}">
              <a14:hiddenFill xmlns:a14="http://schemas.microsoft.com/office/drawing/2010/main">
                <a:solidFill>
                  <a:srgbClr val="FFFFFF"/>
                </a:solidFill>
              </a14:hiddenFill>
            </a:ext>
          </a:extLst>
        </p:spPr>
      </p:pic>
      <p:grpSp>
        <p:nvGrpSpPr>
          <p:cNvPr id="2061" name="Group 2060">
            <a:extLst>
              <a:ext uri="{FF2B5EF4-FFF2-40B4-BE49-F238E27FC236}">
                <a16:creationId xmlns:a16="http://schemas.microsoft.com/office/drawing/2014/main" id="{90495C94-56D7-B758-6A5D-797C35A24AB3}"/>
              </a:ext>
            </a:extLst>
          </p:cNvPr>
          <p:cNvGrpSpPr/>
          <p:nvPr/>
        </p:nvGrpSpPr>
        <p:grpSpPr>
          <a:xfrm>
            <a:off x="2081771" y="3609896"/>
            <a:ext cx="2100020" cy="525818"/>
            <a:chOff x="1075103" y="3385874"/>
            <a:chExt cx="3106688" cy="777875"/>
          </a:xfrm>
        </p:grpSpPr>
        <p:sp>
          <p:nvSpPr>
            <p:cNvPr id="5" name="Oval 56">
              <a:extLst>
                <a:ext uri="{FF2B5EF4-FFF2-40B4-BE49-F238E27FC236}">
                  <a16:creationId xmlns:a16="http://schemas.microsoft.com/office/drawing/2014/main" id="{D6CA211A-6043-3A97-C082-C2A2DB1B2720}"/>
                </a:ext>
              </a:extLst>
            </p:cNvPr>
            <p:cNvSpPr>
              <a:spLocks noChangeArrowheads="1"/>
            </p:cNvSpPr>
            <p:nvPr/>
          </p:nvSpPr>
          <p:spPr bwMode="auto">
            <a:xfrm>
              <a:off x="1919603" y="3784337"/>
              <a:ext cx="74613" cy="74613"/>
            </a:xfrm>
            <a:prstGeom prst="ellipse">
              <a:avLst/>
            </a:prstGeom>
            <a:solidFill>
              <a:schemeClr val="accent1">
                <a:lumMod val="75000"/>
              </a:schemeClr>
            </a:soli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6" name="Oval 57">
              <a:extLst>
                <a:ext uri="{FF2B5EF4-FFF2-40B4-BE49-F238E27FC236}">
                  <a16:creationId xmlns:a16="http://schemas.microsoft.com/office/drawing/2014/main" id="{4A355447-9316-5A91-1F91-AE4096C24601}"/>
                </a:ext>
              </a:extLst>
            </p:cNvPr>
            <p:cNvSpPr>
              <a:spLocks noChangeArrowheads="1"/>
            </p:cNvSpPr>
            <p:nvPr/>
          </p:nvSpPr>
          <p:spPr bwMode="auto">
            <a:xfrm>
              <a:off x="2106509" y="3784337"/>
              <a:ext cx="74613" cy="74613"/>
            </a:xfrm>
            <a:prstGeom prst="ellipse">
              <a:avLst/>
            </a:prstGeom>
            <a:solidFill>
              <a:schemeClr val="accent1">
                <a:lumMod val="75000"/>
              </a:schemeClr>
            </a:soli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7" name="Oval 58">
              <a:extLst>
                <a:ext uri="{FF2B5EF4-FFF2-40B4-BE49-F238E27FC236}">
                  <a16:creationId xmlns:a16="http://schemas.microsoft.com/office/drawing/2014/main" id="{9730B940-4984-7E01-6E0B-D4CE52773FB3}"/>
                </a:ext>
              </a:extLst>
            </p:cNvPr>
            <p:cNvSpPr>
              <a:spLocks noChangeArrowheads="1"/>
            </p:cNvSpPr>
            <p:nvPr/>
          </p:nvSpPr>
          <p:spPr bwMode="auto">
            <a:xfrm>
              <a:off x="2295841" y="3784337"/>
              <a:ext cx="74613" cy="74613"/>
            </a:xfrm>
            <a:prstGeom prst="ellipse">
              <a:avLst/>
            </a:prstGeom>
            <a:solidFill>
              <a:schemeClr val="accent1">
                <a:lumMod val="75000"/>
              </a:schemeClr>
            </a:solid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grpSp>
          <p:nvGrpSpPr>
            <p:cNvPr id="8" name="Group 61">
              <a:extLst>
                <a:ext uri="{FF2B5EF4-FFF2-40B4-BE49-F238E27FC236}">
                  <a16:creationId xmlns:a16="http://schemas.microsoft.com/office/drawing/2014/main" id="{45F70913-BD15-9506-6063-CC3BE421BDC5}"/>
                </a:ext>
              </a:extLst>
            </p:cNvPr>
            <p:cNvGrpSpPr>
              <a:grpSpLocks/>
            </p:cNvGrpSpPr>
            <p:nvPr/>
          </p:nvGrpSpPr>
          <p:grpSpPr bwMode="auto">
            <a:xfrm>
              <a:off x="3723003" y="3385874"/>
              <a:ext cx="458788" cy="777875"/>
              <a:chOff x="2365" y="1352"/>
              <a:chExt cx="1022" cy="1616"/>
            </a:xfrm>
          </p:grpSpPr>
          <p:sp>
            <p:nvSpPr>
              <p:cNvPr id="10" name="Rectangle 63">
                <a:extLst>
                  <a:ext uri="{FF2B5EF4-FFF2-40B4-BE49-F238E27FC236}">
                    <a16:creationId xmlns:a16="http://schemas.microsoft.com/office/drawing/2014/main" id="{F7FEBEFF-CDEC-A37D-2AC9-AF3CCF3DD735}"/>
                  </a:ext>
                </a:extLst>
              </p:cNvPr>
              <p:cNvSpPr>
                <a:spLocks noChangeArrowheads="1"/>
              </p:cNvSpPr>
              <p:nvPr/>
            </p:nvSpPr>
            <p:spPr bwMode="auto">
              <a:xfrm>
                <a:off x="2365" y="2129"/>
                <a:ext cx="367" cy="21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pic>
            <p:nvPicPr>
              <p:cNvPr id="9" name="Picture 62">
                <a:extLst>
                  <a:ext uri="{FF2B5EF4-FFF2-40B4-BE49-F238E27FC236}">
                    <a16:creationId xmlns:a16="http://schemas.microsoft.com/office/drawing/2014/main" id="{53EDF458-D38C-20DC-6133-13E7C766A6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73" y="1352"/>
                <a:ext cx="1014" cy="1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63" name="Picture 2" descr="Icon Car Symbol - Free image on Pixabay">
              <a:extLst>
                <a:ext uri="{FF2B5EF4-FFF2-40B4-BE49-F238E27FC236}">
                  <a16:creationId xmlns:a16="http://schemas.microsoft.com/office/drawing/2014/main" id="{E7F1ABDC-F218-33BB-1D9E-A175B2F77B8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5103" y="3496676"/>
              <a:ext cx="875228" cy="592631"/>
            </a:xfrm>
            <a:prstGeom prst="rect">
              <a:avLst/>
            </a:prstGeom>
            <a:noFill/>
            <a:extLst>
              <a:ext uri="{909E8E84-426E-40DD-AFC4-6F175D3DCCD1}">
                <a14:hiddenFill xmlns:a14="http://schemas.microsoft.com/office/drawing/2010/main">
                  <a:solidFill>
                    <a:srgbClr val="FFFFFF"/>
                  </a:solidFill>
                </a14:hiddenFill>
              </a:ext>
            </a:extLst>
          </p:spPr>
        </p:pic>
        <p:pic>
          <p:nvPicPr>
            <p:cNvPr id="2048" name="Picture 2" descr="Icon Car Symbol - Free image on Pixabay">
              <a:extLst>
                <a:ext uri="{FF2B5EF4-FFF2-40B4-BE49-F238E27FC236}">
                  <a16:creationId xmlns:a16="http://schemas.microsoft.com/office/drawing/2014/main" id="{446F6992-85FD-FDE8-C886-4927F1ED882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52724" y="3494137"/>
              <a:ext cx="875228" cy="592631"/>
            </a:xfrm>
            <a:prstGeom prst="rect">
              <a:avLst/>
            </a:prstGeom>
            <a:noFill/>
            <a:extLst>
              <a:ext uri="{909E8E84-426E-40DD-AFC4-6F175D3DCCD1}">
                <a14:hiddenFill xmlns:a14="http://schemas.microsoft.com/office/drawing/2010/main">
                  <a:solidFill>
                    <a:srgbClr val="FFFFFF"/>
                  </a:solidFill>
                </a14:hiddenFill>
              </a:ext>
            </a:extLst>
          </p:spPr>
        </p:pic>
        <p:pic>
          <p:nvPicPr>
            <p:cNvPr id="2049" name="Picture 2" descr="Icon Car Symbol - Free image on Pixabay">
              <a:extLst>
                <a:ext uri="{FF2B5EF4-FFF2-40B4-BE49-F238E27FC236}">
                  <a16:creationId xmlns:a16="http://schemas.microsoft.com/office/drawing/2014/main" id="{FFB7A3F4-5EF5-32A5-9077-6AA33667575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87660" y="3494873"/>
              <a:ext cx="875228" cy="592631"/>
            </a:xfrm>
            <a:prstGeom prst="rect">
              <a:avLst/>
            </a:prstGeom>
            <a:noFill/>
            <a:extLst>
              <a:ext uri="{909E8E84-426E-40DD-AFC4-6F175D3DCCD1}">
                <a14:hiddenFill xmlns:a14="http://schemas.microsoft.com/office/drawing/2010/main">
                  <a:solidFill>
                    <a:srgbClr val="FFFFFF"/>
                  </a:solidFill>
                </a14:hiddenFill>
              </a:ext>
            </a:extLst>
          </p:spPr>
        </p:pic>
      </p:grpSp>
      <p:sp>
        <p:nvSpPr>
          <p:cNvPr id="2084" name="Rounded Rectangular Callout 2083">
            <a:extLst>
              <a:ext uri="{FF2B5EF4-FFF2-40B4-BE49-F238E27FC236}">
                <a16:creationId xmlns:a16="http://schemas.microsoft.com/office/drawing/2014/main" id="{14F84786-EAA5-0C84-CC42-974816FF3281}"/>
              </a:ext>
            </a:extLst>
          </p:cNvPr>
          <p:cNvSpPr/>
          <p:nvPr/>
        </p:nvSpPr>
        <p:spPr>
          <a:xfrm>
            <a:off x="2826003" y="2495971"/>
            <a:ext cx="858940" cy="1030267"/>
          </a:xfrm>
          <a:prstGeom prst="wedgeRoundRectCallout">
            <a:avLst>
              <a:gd name="adj1" fmla="val 59671"/>
              <a:gd name="adj2" fmla="val 36443"/>
              <a:gd name="adj3" fmla="val 16667"/>
            </a:avLst>
          </a:prstGeom>
          <a:ln w="25400">
            <a:solidFill>
              <a:schemeClr val="tx1">
                <a:lumMod val="95000"/>
                <a:lumOff val="5000"/>
              </a:schemeClr>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dirty="0"/>
          </a:p>
        </p:txBody>
      </p:sp>
      <p:pic>
        <p:nvPicPr>
          <p:cNvPr id="2086" name="Picture 8">
            <a:extLst>
              <a:ext uri="{FF2B5EF4-FFF2-40B4-BE49-F238E27FC236}">
                <a16:creationId xmlns:a16="http://schemas.microsoft.com/office/drawing/2014/main" id="{C2D86D17-8779-C84B-BD77-118A24FCAEB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39173" y="2584770"/>
            <a:ext cx="837237" cy="837237"/>
          </a:xfrm>
          <a:prstGeom prst="rect">
            <a:avLst/>
          </a:prstGeom>
          <a:noFill/>
          <a:extLst>
            <a:ext uri="{909E8E84-426E-40DD-AFC4-6F175D3DCCD1}">
              <a14:hiddenFill xmlns:a14="http://schemas.microsoft.com/office/drawing/2010/main">
                <a:solidFill>
                  <a:srgbClr val="FFFFFF"/>
                </a:solidFill>
              </a14:hiddenFill>
            </a:ext>
          </a:extLst>
        </p:spPr>
      </p:pic>
      <p:sp>
        <p:nvSpPr>
          <p:cNvPr id="2093" name="Rectangle 5">
            <a:extLst>
              <a:ext uri="{FF2B5EF4-FFF2-40B4-BE49-F238E27FC236}">
                <a16:creationId xmlns:a16="http://schemas.microsoft.com/office/drawing/2014/main" id="{5D76668E-E7B3-3BFD-D9E2-694E8B9F1A8B}"/>
              </a:ext>
            </a:extLst>
          </p:cNvPr>
          <p:cNvSpPr>
            <a:spLocks noChangeArrowheads="1"/>
          </p:cNvSpPr>
          <p:nvPr/>
        </p:nvSpPr>
        <p:spPr bwMode="auto">
          <a:xfrm>
            <a:off x="854541" y="3745672"/>
            <a:ext cx="462428" cy="255587"/>
          </a:xfrm>
          <a:prstGeom prst="rect">
            <a:avLst/>
          </a:prstGeom>
          <a:solidFill>
            <a:schemeClr val="bg1"/>
          </a:solidFill>
          <a:ln w="28575">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094" name="Rectangle 6">
            <a:extLst>
              <a:ext uri="{FF2B5EF4-FFF2-40B4-BE49-F238E27FC236}">
                <a16:creationId xmlns:a16="http://schemas.microsoft.com/office/drawing/2014/main" id="{A73CB39C-EBEE-D5E3-8772-ADFBB9E0B5DB}"/>
              </a:ext>
            </a:extLst>
          </p:cNvPr>
          <p:cNvSpPr>
            <a:spLocks noChangeArrowheads="1"/>
          </p:cNvSpPr>
          <p:nvPr/>
        </p:nvSpPr>
        <p:spPr bwMode="auto">
          <a:xfrm>
            <a:off x="1382835" y="3644072"/>
            <a:ext cx="374608" cy="434975"/>
          </a:xfrm>
          <a:prstGeom prst="rect">
            <a:avLst/>
          </a:prstGeom>
          <a:solidFill>
            <a:schemeClr val="bg1"/>
          </a:solidFill>
          <a:ln w="28575">
            <a:solidFill>
              <a:srgbClr val="3C6CD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102" name="Line 16">
            <a:extLst>
              <a:ext uri="{FF2B5EF4-FFF2-40B4-BE49-F238E27FC236}">
                <a16:creationId xmlns:a16="http://schemas.microsoft.com/office/drawing/2014/main" id="{DA05E78B-7044-62E9-E0ED-B23C4264C1C3}"/>
              </a:ext>
            </a:extLst>
          </p:cNvPr>
          <p:cNvSpPr>
            <a:spLocks noChangeShapeType="1"/>
          </p:cNvSpPr>
          <p:nvPr/>
        </p:nvSpPr>
        <p:spPr bwMode="auto">
          <a:xfrm>
            <a:off x="723900" y="3878664"/>
            <a:ext cx="13335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509096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p:txBody>
          <a:bodyPr>
            <a:normAutofit/>
          </a:bodyPr>
          <a:lstStyle/>
          <a:p>
            <a:r>
              <a:rPr lang="en-US" sz="4800" dirty="0"/>
              <a:t>Network layer: data plane, control plane</a:t>
            </a:r>
          </a:p>
        </p:txBody>
      </p:sp>
      <p:sp>
        <p:nvSpPr>
          <p:cNvPr id="3" name="Content Placeholder 2">
            <a:extLst>
              <a:ext uri="{FF2B5EF4-FFF2-40B4-BE49-F238E27FC236}">
                <a16:creationId xmlns:a16="http://schemas.microsoft.com/office/drawing/2014/main" id="{55464CE4-E4F1-4F4A-A1DB-26BB66DC4403}"/>
              </a:ext>
            </a:extLst>
          </p:cNvPr>
          <p:cNvSpPr>
            <a:spLocks noGrp="1"/>
          </p:cNvSpPr>
          <p:nvPr>
            <p:ph sz="half" idx="1"/>
          </p:nvPr>
        </p:nvSpPr>
        <p:spPr>
          <a:xfrm>
            <a:off x="741914" y="1547331"/>
            <a:ext cx="4621697" cy="4351338"/>
          </a:xfrm>
        </p:spPr>
        <p:txBody>
          <a:bodyPr>
            <a:normAutofit/>
          </a:bodyPr>
          <a:lstStyle/>
          <a:p>
            <a:pPr marL="0" indent="0">
              <a:buFont typeface="Wingdings" charset="2"/>
              <a:buNone/>
              <a:defRPr/>
            </a:pPr>
            <a:r>
              <a:rPr lang="en-US" dirty="0">
                <a:solidFill>
                  <a:srgbClr val="CC0000"/>
                </a:solidFill>
              </a:rPr>
              <a:t>Data plane:</a:t>
            </a:r>
          </a:p>
          <a:p>
            <a:pPr marL="292100" indent="-292100">
              <a:spcBef>
                <a:spcPts val="600"/>
              </a:spcBef>
              <a:buFont typeface="Wingdings" charset="2"/>
              <a:buChar char="§"/>
              <a:defRPr/>
            </a:pPr>
            <a:r>
              <a:rPr lang="en-US" sz="2400" i="1" dirty="0">
                <a:solidFill>
                  <a:srgbClr val="0000A3"/>
                </a:solidFill>
              </a:rPr>
              <a:t>local</a:t>
            </a:r>
            <a:r>
              <a:rPr lang="en-US" sz="2400" dirty="0"/>
              <a:t>, per-router function</a:t>
            </a:r>
          </a:p>
          <a:p>
            <a:pPr marL="292100" indent="-292100">
              <a:spcBef>
                <a:spcPts val="600"/>
              </a:spcBef>
              <a:buFont typeface="Wingdings" charset="2"/>
              <a:buChar char="§"/>
              <a:defRPr/>
            </a:pPr>
            <a:r>
              <a:rPr lang="en-US" sz="2400" dirty="0"/>
              <a:t>determines how datagram arriving on router input port is forwarded to router output port</a:t>
            </a:r>
          </a:p>
          <a:p>
            <a:pPr marL="130175" indent="0">
              <a:buNone/>
            </a:pPr>
            <a:endParaRPr lang="en-US" sz="2400" dirty="0"/>
          </a:p>
        </p:txBody>
      </p:sp>
      <p:sp>
        <p:nvSpPr>
          <p:cNvPr id="4" name="Content Placeholder 3">
            <a:extLst>
              <a:ext uri="{FF2B5EF4-FFF2-40B4-BE49-F238E27FC236}">
                <a16:creationId xmlns:a16="http://schemas.microsoft.com/office/drawing/2014/main" id="{98DB0211-6ED0-7F44-B672-CF345E4B3295}"/>
              </a:ext>
            </a:extLst>
          </p:cNvPr>
          <p:cNvSpPr>
            <a:spLocks noGrp="1"/>
          </p:cNvSpPr>
          <p:nvPr>
            <p:ph sz="half" idx="2"/>
          </p:nvPr>
        </p:nvSpPr>
        <p:spPr>
          <a:xfrm>
            <a:off x="6278216" y="1547331"/>
            <a:ext cx="5502965" cy="4614932"/>
          </a:xfrm>
        </p:spPr>
        <p:txBody>
          <a:bodyPr>
            <a:normAutofit/>
          </a:bodyPr>
          <a:lstStyle/>
          <a:p>
            <a:pPr marL="0" indent="0">
              <a:buFont typeface="Wingdings" charset="2"/>
              <a:buNone/>
              <a:defRPr/>
            </a:pPr>
            <a:r>
              <a:rPr lang="en-US" dirty="0">
                <a:solidFill>
                  <a:srgbClr val="CC0000"/>
                </a:solidFill>
              </a:rPr>
              <a:t>Control plane</a:t>
            </a:r>
          </a:p>
          <a:p>
            <a:pPr marL="228600" indent="-228600">
              <a:spcBef>
                <a:spcPts val="600"/>
              </a:spcBef>
              <a:defRPr/>
            </a:pPr>
            <a:r>
              <a:rPr lang="en-US" sz="2400" i="1" dirty="0">
                <a:solidFill>
                  <a:srgbClr val="0000A3"/>
                </a:solidFill>
              </a:rPr>
              <a:t>network-wide</a:t>
            </a:r>
            <a:r>
              <a:rPr lang="en-US" sz="2400" dirty="0"/>
              <a:t> logic</a:t>
            </a:r>
          </a:p>
          <a:p>
            <a:pPr marL="228600" indent="-228600">
              <a:spcBef>
                <a:spcPts val="600"/>
              </a:spcBef>
              <a:defRPr/>
            </a:pPr>
            <a:r>
              <a:rPr lang="en-US" sz="2400" dirty="0"/>
              <a:t>determines how datagram is routed among routers along end-end path from </a:t>
            </a:r>
            <a:r>
              <a:rPr lang="en-US" sz="2000" dirty="0"/>
              <a:t>source</a:t>
            </a:r>
            <a:r>
              <a:rPr lang="en-US" sz="2400" dirty="0"/>
              <a:t> host to destination host</a:t>
            </a:r>
          </a:p>
          <a:p>
            <a:endParaRPr lang="en-US" sz="2400" dirty="0"/>
          </a:p>
        </p:txBody>
      </p:sp>
      <p:grpSp>
        <p:nvGrpSpPr>
          <p:cNvPr id="34" name="Group 8">
            <a:extLst>
              <a:ext uri="{FF2B5EF4-FFF2-40B4-BE49-F238E27FC236}">
                <a16:creationId xmlns:a16="http://schemas.microsoft.com/office/drawing/2014/main" id="{A631C563-0189-334C-BAD6-5E7863CB03FA}"/>
              </a:ext>
            </a:extLst>
          </p:cNvPr>
          <p:cNvGrpSpPr>
            <a:grpSpLocks/>
          </p:cNvGrpSpPr>
          <p:nvPr/>
        </p:nvGrpSpPr>
        <p:grpSpPr bwMode="auto">
          <a:xfrm>
            <a:off x="1181100" y="4260145"/>
            <a:ext cx="3643313" cy="1582738"/>
            <a:chOff x="842050" y="4767952"/>
            <a:chExt cx="3644169" cy="1582996"/>
          </a:xfrm>
        </p:grpSpPr>
        <p:sp>
          <p:nvSpPr>
            <p:cNvPr id="35" name="Freeform 2">
              <a:extLst>
                <a:ext uri="{FF2B5EF4-FFF2-40B4-BE49-F238E27FC236}">
                  <a16:creationId xmlns:a16="http://schemas.microsoft.com/office/drawing/2014/main" id="{4BAC525B-86C4-444C-8006-DE0779B6AF01}"/>
                </a:ext>
              </a:extLst>
            </p:cNvPr>
            <p:cNvSpPr>
              <a:spLocks/>
            </p:cNvSpPr>
            <p:nvPr/>
          </p:nvSpPr>
          <p:spPr bwMode="auto">
            <a:xfrm>
              <a:off x="2591886" y="5436399"/>
              <a:ext cx="1894333" cy="914549"/>
            </a:xfrm>
            <a:custGeom>
              <a:avLst/>
              <a:gdLst>
                <a:gd name="T0" fmla="*/ 1611 w 10001"/>
                <a:gd name="T1" fmla="*/ 374679 h 10125"/>
                <a:gd name="T2" fmla="*/ 287991 w 10001"/>
                <a:gd name="T3" fmla="*/ 147961 h 10125"/>
                <a:gd name="T4" fmla="*/ 1260716 w 10001"/>
                <a:gd name="T5" fmla="*/ 93322 h 10125"/>
                <a:gd name="T6" fmla="*/ 2011909 w 10001"/>
                <a:gd name="T7" fmla="*/ 0 h 10125"/>
                <a:gd name="T8" fmla="*/ 2706712 w 10001"/>
                <a:gd name="T9" fmla="*/ 93600 h 10125"/>
                <a:gd name="T10" fmla="*/ 3255305 w 10001"/>
                <a:gd name="T11" fmla="*/ 46104 h 10125"/>
                <a:gd name="T12" fmla="*/ 4023415 w 10001"/>
                <a:gd name="T13" fmla="*/ 277276 h 10125"/>
                <a:gd name="T14" fmla="*/ 3463544 w 10001"/>
                <a:gd name="T15" fmla="*/ 630526 h 10125"/>
                <a:gd name="T16" fmla="*/ 2817478 w 10001"/>
                <a:gd name="T17" fmla="*/ 864758 h 10125"/>
                <a:gd name="T18" fmla="*/ 2137577 w 10001"/>
                <a:gd name="T19" fmla="*/ 820324 h 10125"/>
                <a:gd name="T20" fmla="*/ 1760571 w 10001"/>
                <a:gd name="T21" fmla="*/ 919490 h 10125"/>
                <a:gd name="T22" fmla="*/ 1264743 w 10001"/>
                <a:gd name="T23" fmla="*/ 929416 h 10125"/>
                <a:gd name="T24" fmla="*/ 877667 w 10001"/>
                <a:gd name="T25" fmla="*/ 732382 h 10125"/>
                <a:gd name="T26" fmla="*/ 478105 w 10001"/>
                <a:gd name="T27" fmla="*/ 695276 h 10125"/>
                <a:gd name="T28" fmla="*/ 1611 w 10001"/>
                <a:gd name="T29" fmla="*/ 374679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0001" h="10125">
                  <a:moveTo>
                    <a:pt x="4" y="4039"/>
                  </a:moveTo>
                  <a:cubicBezTo>
                    <a:pt x="-29" y="2271"/>
                    <a:pt x="194" y="2100"/>
                    <a:pt x="715" y="1595"/>
                  </a:cubicBezTo>
                  <a:cubicBezTo>
                    <a:pt x="1236" y="1089"/>
                    <a:pt x="2417" y="1272"/>
                    <a:pt x="3130" y="1006"/>
                  </a:cubicBezTo>
                  <a:cubicBezTo>
                    <a:pt x="3843" y="740"/>
                    <a:pt x="4397" y="0"/>
                    <a:pt x="4995" y="0"/>
                  </a:cubicBezTo>
                  <a:cubicBezTo>
                    <a:pt x="5593" y="1"/>
                    <a:pt x="6206" y="926"/>
                    <a:pt x="6720" y="1009"/>
                  </a:cubicBezTo>
                  <a:cubicBezTo>
                    <a:pt x="7234" y="1092"/>
                    <a:pt x="7536" y="241"/>
                    <a:pt x="8082" y="497"/>
                  </a:cubicBezTo>
                  <a:cubicBezTo>
                    <a:pt x="8628" y="756"/>
                    <a:pt x="9854" y="442"/>
                    <a:pt x="9989" y="2989"/>
                  </a:cubicBezTo>
                  <a:cubicBezTo>
                    <a:pt x="10124" y="5536"/>
                    <a:pt x="9098" y="5742"/>
                    <a:pt x="8599" y="6797"/>
                  </a:cubicBezTo>
                  <a:cubicBezTo>
                    <a:pt x="8100" y="7852"/>
                    <a:pt x="7544" y="8981"/>
                    <a:pt x="6995" y="9322"/>
                  </a:cubicBezTo>
                  <a:cubicBezTo>
                    <a:pt x="6446" y="9663"/>
                    <a:pt x="5793" y="8957"/>
                    <a:pt x="5307" y="8843"/>
                  </a:cubicBezTo>
                  <a:cubicBezTo>
                    <a:pt x="4819" y="8726"/>
                    <a:pt x="4628" y="10048"/>
                    <a:pt x="4371" y="9912"/>
                  </a:cubicBezTo>
                  <a:cubicBezTo>
                    <a:pt x="4114" y="9775"/>
                    <a:pt x="3505" y="10355"/>
                    <a:pt x="3140" y="10019"/>
                  </a:cubicBezTo>
                  <a:cubicBezTo>
                    <a:pt x="2774" y="9683"/>
                    <a:pt x="2820" y="8138"/>
                    <a:pt x="2179" y="7895"/>
                  </a:cubicBezTo>
                  <a:cubicBezTo>
                    <a:pt x="1586" y="6800"/>
                    <a:pt x="1549" y="8137"/>
                    <a:pt x="1187" y="7495"/>
                  </a:cubicBezTo>
                  <a:cubicBezTo>
                    <a:pt x="825" y="6852"/>
                    <a:pt x="-7" y="6157"/>
                    <a:pt x="4" y="4039"/>
                  </a:cubicBezTo>
                  <a:close/>
                </a:path>
              </a:pathLst>
            </a:custGeom>
            <a:gradFill flip="none" rotWithShape="1">
              <a:gsLst>
                <a:gs pos="0">
                  <a:srgbClr val="66CCFF"/>
                </a:gs>
                <a:gs pos="100000">
                  <a:srgbClr val="FFFFFF"/>
                </a:gs>
                <a:gs pos="50000">
                  <a:srgbClr val="FFFFFF"/>
                </a:gs>
              </a:gsLst>
              <a:lin ang="0" scaled="1"/>
              <a:tileRect/>
            </a:gradFill>
            <a:ln>
              <a:noFill/>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ＭＳ Ｐゴシック" charset="0"/>
              </a:endParaRPr>
            </a:p>
          </p:txBody>
        </p:sp>
        <p:cxnSp>
          <p:nvCxnSpPr>
            <p:cNvPr id="36" name="Straight Connector 35">
              <a:extLst>
                <a:ext uri="{FF2B5EF4-FFF2-40B4-BE49-F238E27FC236}">
                  <a16:creationId xmlns:a16="http://schemas.microsoft.com/office/drawing/2014/main" id="{7D15FAE8-03F8-BA4A-951E-9D4D23E6D586}"/>
                </a:ext>
              </a:extLst>
            </p:cNvPr>
            <p:cNvCxnSpPr/>
            <p:nvPr/>
          </p:nvCxnSpPr>
          <p:spPr>
            <a:xfrm flipV="1">
              <a:off x="3261968" y="5558656"/>
              <a:ext cx="500180" cy="157189"/>
            </a:xfrm>
            <a:prstGeom prst="line">
              <a:avLst/>
            </a:prstGeom>
            <a:noFill/>
            <a:ln w="12700" cap="flat" cmpd="sng" algn="ctr">
              <a:solidFill>
                <a:srgbClr val="000000"/>
              </a:solidFill>
              <a:prstDash val="solid"/>
            </a:ln>
            <a:effectLst/>
          </p:spPr>
        </p:cxnSp>
        <p:cxnSp>
          <p:nvCxnSpPr>
            <p:cNvPr id="37" name="Straight Connector 36">
              <a:extLst>
                <a:ext uri="{FF2B5EF4-FFF2-40B4-BE49-F238E27FC236}">
                  <a16:creationId xmlns:a16="http://schemas.microsoft.com/office/drawing/2014/main" id="{2744B5FC-216C-3645-866B-ECC6E4613BA8}"/>
                </a:ext>
              </a:extLst>
            </p:cNvPr>
            <p:cNvCxnSpPr/>
            <p:nvPr/>
          </p:nvCxnSpPr>
          <p:spPr>
            <a:xfrm>
              <a:off x="3111121" y="5774591"/>
              <a:ext cx="862215" cy="104792"/>
            </a:xfrm>
            <a:prstGeom prst="line">
              <a:avLst/>
            </a:prstGeom>
            <a:noFill/>
            <a:ln w="12700" cap="flat" cmpd="sng" algn="ctr">
              <a:solidFill>
                <a:srgbClr val="000000"/>
              </a:solidFill>
              <a:prstDash val="solid"/>
            </a:ln>
            <a:effectLst/>
          </p:spPr>
        </p:cxnSp>
        <p:cxnSp>
          <p:nvCxnSpPr>
            <p:cNvPr id="38" name="Straight Connector 37">
              <a:extLst>
                <a:ext uri="{FF2B5EF4-FFF2-40B4-BE49-F238E27FC236}">
                  <a16:creationId xmlns:a16="http://schemas.microsoft.com/office/drawing/2014/main" id="{6AF9B2C2-7AB9-604B-B4AE-5D6F8CA0DFF9}"/>
                </a:ext>
              </a:extLst>
            </p:cNvPr>
            <p:cNvCxnSpPr/>
            <p:nvPr/>
          </p:nvCxnSpPr>
          <p:spPr>
            <a:xfrm>
              <a:off x="3123824" y="5880971"/>
              <a:ext cx="714543" cy="274682"/>
            </a:xfrm>
            <a:prstGeom prst="line">
              <a:avLst/>
            </a:prstGeom>
            <a:noFill/>
            <a:ln w="12700" cap="flat" cmpd="sng" algn="ctr">
              <a:solidFill>
                <a:srgbClr val="000000"/>
              </a:solidFill>
              <a:prstDash val="solid"/>
            </a:ln>
            <a:effectLst/>
          </p:spPr>
        </p:cxnSp>
        <p:cxnSp>
          <p:nvCxnSpPr>
            <p:cNvPr id="39" name="Straight Connector 38">
              <a:extLst>
                <a:ext uri="{FF2B5EF4-FFF2-40B4-BE49-F238E27FC236}">
                  <a16:creationId xmlns:a16="http://schemas.microsoft.com/office/drawing/2014/main" id="{650A0971-27B1-0A40-B11B-F30D52475911}"/>
                </a:ext>
              </a:extLst>
            </p:cNvPr>
            <p:cNvCxnSpPr/>
            <p:nvPr/>
          </p:nvCxnSpPr>
          <p:spPr>
            <a:xfrm flipH="1">
              <a:off x="1283479" y="5801583"/>
              <a:ext cx="1506892" cy="1587"/>
            </a:xfrm>
            <a:prstGeom prst="line">
              <a:avLst/>
            </a:prstGeom>
            <a:noFill/>
            <a:ln w="9525" cap="flat" cmpd="sng" algn="ctr">
              <a:solidFill>
                <a:srgbClr val="000000"/>
              </a:solidFill>
              <a:prstDash val="solid"/>
            </a:ln>
            <a:effectLst/>
          </p:spPr>
        </p:cxnSp>
        <p:sp>
          <p:nvSpPr>
            <p:cNvPr id="40" name="TextBox 265">
              <a:extLst>
                <a:ext uri="{FF2B5EF4-FFF2-40B4-BE49-F238E27FC236}">
                  <a16:creationId xmlns:a16="http://schemas.microsoft.com/office/drawing/2014/main" id="{4BD8D488-F9B4-5D47-8E0A-48546209837D}"/>
                </a:ext>
              </a:extLst>
            </p:cNvPr>
            <p:cNvSpPr txBox="1">
              <a:spLocks noChangeArrowheads="1"/>
            </p:cNvSpPr>
            <p:nvPr/>
          </p:nvSpPr>
          <p:spPr bwMode="auto">
            <a:xfrm>
              <a:off x="3198813" y="5473700"/>
              <a:ext cx="2635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1</a:t>
              </a:r>
            </a:p>
          </p:txBody>
        </p:sp>
        <p:sp>
          <p:nvSpPr>
            <p:cNvPr id="41" name="TextBox 281">
              <a:extLst>
                <a:ext uri="{FF2B5EF4-FFF2-40B4-BE49-F238E27FC236}">
                  <a16:creationId xmlns:a16="http://schemas.microsoft.com/office/drawing/2014/main" id="{AD5D47CA-82AD-DC4E-A2CC-F6555ADBB73E}"/>
                </a:ext>
              </a:extLst>
            </p:cNvPr>
            <p:cNvSpPr txBox="1">
              <a:spLocks noChangeArrowheads="1"/>
            </p:cNvSpPr>
            <p:nvPr/>
          </p:nvSpPr>
          <p:spPr bwMode="auto">
            <a:xfrm>
              <a:off x="3373438" y="5761038"/>
              <a:ext cx="2635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a:t>
              </a:r>
            </a:p>
          </p:txBody>
        </p:sp>
        <p:sp>
          <p:nvSpPr>
            <p:cNvPr id="42" name="TextBox 282">
              <a:extLst>
                <a:ext uri="{FF2B5EF4-FFF2-40B4-BE49-F238E27FC236}">
                  <a16:creationId xmlns:a16="http://schemas.microsoft.com/office/drawing/2014/main" id="{755C7E60-8A5C-5B4E-BCD3-83EC372268B5}"/>
                </a:ext>
              </a:extLst>
            </p:cNvPr>
            <p:cNvSpPr txBox="1">
              <a:spLocks noChangeArrowheads="1"/>
            </p:cNvSpPr>
            <p:nvPr/>
          </p:nvSpPr>
          <p:spPr bwMode="auto">
            <a:xfrm>
              <a:off x="3068638" y="5862638"/>
              <a:ext cx="261937"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3</a:t>
              </a:r>
            </a:p>
          </p:txBody>
        </p:sp>
        <p:grpSp>
          <p:nvGrpSpPr>
            <p:cNvPr id="43" name="Group 5">
              <a:extLst>
                <a:ext uri="{FF2B5EF4-FFF2-40B4-BE49-F238E27FC236}">
                  <a16:creationId xmlns:a16="http://schemas.microsoft.com/office/drawing/2014/main" id="{DA838191-9D78-6E40-B146-38B5229893F5}"/>
                </a:ext>
              </a:extLst>
            </p:cNvPr>
            <p:cNvGrpSpPr>
              <a:grpSpLocks/>
            </p:cNvGrpSpPr>
            <p:nvPr/>
          </p:nvGrpSpPr>
          <p:grpSpPr bwMode="auto">
            <a:xfrm>
              <a:off x="938213" y="5237163"/>
              <a:ext cx="1616075" cy="487362"/>
              <a:chOff x="-4079003" y="2717403"/>
              <a:chExt cx="1616718" cy="488475"/>
            </a:xfrm>
          </p:grpSpPr>
          <p:sp>
            <p:nvSpPr>
              <p:cNvPr id="56" name="Rectangle 97">
                <a:extLst>
                  <a:ext uri="{FF2B5EF4-FFF2-40B4-BE49-F238E27FC236}">
                    <a16:creationId xmlns:a16="http://schemas.microsoft.com/office/drawing/2014/main" id="{79AE2BC3-C380-EE40-9462-41F3726CC38E}"/>
                  </a:ext>
                </a:extLst>
              </p:cNvPr>
              <p:cNvSpPr>
                <a:spLocks noChangeArrowheads="1"/>
              </p:cNvSpPr>
              <p:nvPr/>
            </p:nvSpPr>
            <p:spPr bwMode="auto">
              <a:xfrm>
                <a:off x="-4052413" y="2965119"/>
                <a:ext cx="1290538" cy="208750"/>
              </a:xfrm>
              <a:prstGeom prst="rect">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7" name="Rectangle 98">
                <a:extLst>
                  <a:ext uri="{FF2B5EF4-FFF2-40B4-BE49-F238E27FC236}">
                    <a16:creationId xmlns:a16="http://schemas.microsoft.com/office/drawing/2014/main" id="{2D568618-D5B3-354C-974C-0C2355EDED34}"/>
                  </a:ext>
                </a:extLst>
              </p:cNvPr>
              <p:cNvSpPr>
                <a:spLocks noChangeArrowheads="1"/>
              </p:cNvSpPr>
              <p:nvPr/>
            </p:nvSpPr>
            <p:spPr bwMode="auto">
              <a:xfrm>
                <a:off x="-4079003" y="2985994"/>
                <a:ext cx="1281675" cy="208750"/>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8" name="Line 99">
                <a:extLst>
                  <a:ext uri="{FF2B5EF4-FFF2-40B4-BE49-F238E27FC236}">
                    <a16:creationId xmlns:a16="http://schemas.microsoft.com/office/drawing/2014/main" id="{D67E4958-4052-B649-83B2-2706B277FB1C}"/>
                  </a:ext>
                </a:extLst>
              </p:cNvPr>
              <p:cNvSpPr>
                <a:spLocks noChangeShapeType="1"/>
              </p:cNvSpPr>
              <p:nvPr/>
            </p:nvSpPr>
            <p:spPr bwMode="auto">
              <a:xfrm>
                <a:off x="-2933828" y="3101502"/>
                <a:ext cx="471543" cy="0"/>
              </a:xfrm>
              <a:prstGeom prst="line">
                <a:avLst/>
              </a:prstGeom>
              <a:noFill/>
              <a:ln w="9525">
                <a:solidFill>
                  <a:srgbClr val="3333CC"/>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9" name="Rectangle 104">
                <a:extLst>
                  <a:ext uri="{FF2B5EF4-FFF2-40B4-BE49-F238E27FC236}">
                    <a16:creationId xmlns:a16="http://schemas.microsoft.com/office/drawing/2014/main" id="{A6E72E22-A826-4E49-AA53-8A5FCBA23E72}"/>
                  </a:ext>
                </a:extLst>
              </p:cNvPr>
              <p:cNvSpPr>
                <a:spLocks noChangeArrowheads="1"/>
              </p:cNvSpPr>
              <p:nvPr/>
            </p:nvSpPr>
            <p:spPr bwMode="auto">
              <a:xfrm>
                <a:off x="-3377007" y="2988777"/>
                <a:ext cx="476861" cy="210142"/>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 name="Text Box 105">
                <a:extLst>
                  <a:ext uri="{FF2B5EF4-FFF2-40B4-BE49-F238E27FC236}">
                    <a16:creationId xmlns:a16="http://schemas.microsoft.com/office/drawing/2014/main" id="{1BBEBC69-F691-7B4E-AA1F-3F1CFFF5C6D1}"/>
                  </a:ext>
                </a:extLst>
              </p:cNvPr>
              <p:cNvSpPr txBox="1">
                <a:spLocks noChangeArrowheads="1"/>
              </p:cNvSpPr>
              <p:nvPr/>
            </p:nvSpPr>
            <p:spPr bwMode="auto">
              <a:xfrm>
                <a:off x="-3430189" y="2965119"/>
                <a:ext cx="581451" cy="2407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0111</a:t>
                </a:r>
              </a:p>
            </p:txBody>
          </p:sp>
          <p:sp>
            <p:nvSpPr>
              <p:cNvPr id="61" name="Line 119">
                <a:extLst>
                  <a:ext uri="{FF2B5EF4-FFF2-40B4-BE49-F238E27FC236}">
                    <a16:creationId xmlns:a16="http://schemas.microsoft.com/office/drawing/2014/main" id="{4522617A-F9E8-6C4D-890C-B40CD1F2DA2B}"/>
                  </a:ext>
                </a:extLst>
              </p:cNvPr>
              <p:cNvSpPr>
                <a:spLocks noChangeShapeType="1"/>
              </p:cNvSpPr>
              <p:nvPr/>
            </p:nvSpPr>
            <p:spPr bwMode="auto">
              <a:xfrm>
                <a:off x="-3621642" y="2717403"/>
                <a:ext cx="405953" cy="3006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44" name="TextBox 6">
              <a:extLst>
                <a:ext uri="{FF2B5EF4-FFF2-40B4-BE49-F238E27FC236}">
                  <a16:creationId xmlns:a16="http://schemas.microsoft.com/office/drawing/2014/main" id="{E04647EA-CE57-8E43-979A-6EBC3F213DDC}"/>
                </a:ext>
              </a:extLst>
            </p:cNvPr>
            <p:cNvSpPr txBox="1">
              <a:spLocks noChangeArrowheads="1"/>
            </p:cNvSpPr>
            <p:nvPr/>
          </p:nvSpPr>
          <p:spPr bwMode="auto">
            <a:xfrm>
              <a:off x="842050" y="4767952"/>
              <a:ext cx="19923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values in arriving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packet header</a:t>
              </a: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45" name="Group 357">
              <a:extLst>
                <a:ext uri="{FF2B5EF4-FFF2-40B4-BE49-F238E27FC236}">
                  <a16:creationId xmlns:a16="http://schemas.microsoft.com/office/drawing/2014/main" id="{09AF8C17-7E42-874A-B83C-5931470E1EC4}"/>
                </a:ext>
              </a:extLst>
            </p:cNvPr>
            <p:cNvGrpSpPr>
              <a:grpSpLocks/>
            </p:cNvGrpSpPr>
            <p:nvPr/>
          </p:nvGrpSpPr>
          <p:grpSpPr bwMode="auto">
            <a:xfrm>
              <a:off x="2714625" y="5659438"/>
              <a:ext cx="565150" cy="293687"/>
              <a:chOff x="1871277" y="1576300"/>
              <a:chExt cx="1128371" cy="437861"/>
            </a:xfrm>
          </p:grpSpPr>
          <p:sp>
            <p:nvSpPr>
              <p:cNvPr id="47" name="Oval 46">
                <a:extLst>
                  <a:ext uri="{FF2B5EF4-FFF2-40B4-BE49-F238E27FC236}">
                    <a16:creationId xmlns:a16="http://schemas.microsoft.com/office/drawing/2014/main" id="{442B41FA-D8CE-DA4F-BCCC-0C4BA14A7880}"/>
                  </a:ext>
                </a:extLst>
              </p:cNvPr>
              <p:cNvSpPr>
                <a:spLocks noChangeArrowheads="1"/>
              </p:cNvSpPr>
              <p:nvPr/>
            </p:nvSpPr>
            <p:spPr bwMode="auto">
              <a:xfrm flipV="1">
                <a:off x="1873504" y="1693538"/>
                <a:ext cx="1125467" cy="319572"/>
              </a:xfrm>
              <a:prstGeom prst="ellipse">
                <a:avLst/>
              </a:prstGeom>
              <a:gradFill rotWithShape="1">
                <a:gsLst>
                  <a:gs pos="0">
                    <a:srgbClr val="262699"/>
                  </a:gs>
                  <a:gs pos="53000">
                    <a:srgbClr val="8585E0"/>
                  </a:gs>
                  <a:gs pos="100000">
                    <a:srgbClr val="262699"/>
                  </a:gs>
                </a:gsLst>
                <a:lin ang="0" scaled="1"/>
              </a:gra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48" name="Rectangle 47">
                <a:extLst>
                  <a:ext uri="{FF2B5EF4-FFF2-40B4-BE49-F238E27FC236}">
                    <a16:creationId xmlns:a16="http://schemas.microsoft.com/office/drawing/2014/main" id="{A77B4157-033B-B042-B386-C7E81265D594}"/>
                  </a:ext>
                </a:extLst>
              </p:cNvPr>
              <p:cNvSpPr/>
              <p:nvPr/>
            </p:nvSpPr>
            <p:spPr bwMode="auto">
              <a:xfrm>
                <a:off x="1870334" y="1738514"/>
                <a:ext cx="1128637" cy="115994"/>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49" name="Oval 48">
                <a:extLst>
                  <a:ext uri="{FF2B5EF4-FFF2-40B4-BE49-F238E27FC236}">
                    <a16:creationId xmlns:a16="http://schemas.microsoft.com/office/drawing/2014/main" id="{2D486A47-1979-CC46-BE7C-FE1EE9FB3502}"/>
                  </a:ext>
                </a:extLst>
              </p:cNvPr>
              <p:cNvSpPr>
                <a:spLocks noChangeArrowheads="1"/>
              </p:cNvSpPr>
              <p:nvPr/>
            </p:nvSpPr>
            <p:spPr bwMode="auto">
              <a:xfrm flipV="1">
                <a:off x="1870334" y="1575177"/>
                <a:ext cx="1125465" cy="319572"/>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50" name="Freeform 49">
                <a:extLst>
                  <a:ext uri="{FF2B5EF4-FFF2-40B4-BE49-F238E27FC236}">
                    <a16:creationId xmlns:a16="http://schemas.microsoft.com/office/drawing/2014/main" id="{573261F5-AADE-5B49-B26C-73A061CB4A13}"/>
                  </a:ext>
                </a:extLst>
              </p:cNvPr>
              <p:cNvSpPr/>
              <p:nvPr/>
            </p:nvSpPr>
            <p:spPr bwMode="auto">
              <a:xfrm>
                <a:off x="2158833" y="1672232"/>
                <a:ext cx="548468" cy="160970"/>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51" name="Freeform 50">
                <a:extLst>
                  <a:ext uri="{FF2B5EF4-FFF2-40B4-BE49-F238E27FC236}">
                    <a16:creationId xmlns:a16="http://schemas.microsoft.com/office/drawing/2014/main" id="{1AFE4CA0-422C-BB45-8378-5923AFA3A2D6}"/>
                  </a:ext>
                </a:extLst>
              </p:cNvPr>
              <p:cNvSpPr>
                <a:spLocks/>
              </p:cNvSpPr>
              <p:nvPr/>
            </p:nvSpPr>
            <p:spPr bwMode="auto">
              <a:xfrm>
                <a:off x="2101767" y="1631990"/>
                <a:ext cx="662599" cy="111258"/>
              </a:xfrm>
              <a:custGeom>
                <a:avLst/>
                <a:gdLst>
                  <a:gd name="T0" fmla="*/ 0 w 3723451"/>
                  <a:gd name="T1" fmla="*/ 27219 h 932950"/>
                  <a:gd name="T2" fmla="*/ 116589 w 3723451"/>
                  <a:gd name="T3" fmla="*/ 321 h 932950"/>
                  <a:gd name="T4" fmla="*/ 330241 w 3723451"/>
                  <a:gd name="T5" fmla="*/ 62079 h 932950"/>
                  <a:gd name="T6" fmla="*/ 534068 w 3723451"/>
                  <a:gd name="T7" fmla="*/ 0 h 932950"/>
                  <a:gd name="T8" fmla="*/ 662599 w 3723451"/>
                  <a:gd name="T9" fmla="*/ 24703 h 932950"/>
                  <a:gd name="T10" fmla="*/ 566972 w 3723451"/>
                  <a:gd name="T11" fmla="*/ 55080 h 932950"/>
                  <a:gd name="T12" fmla="*/ 536184 w 3723451"/>
                  <a:gd name="T13" fmla="*/ 46891 h 932950"/>
                  <a:gd name="T14" fmla="*/ 333995 w 3723451"/>
                  <a:gd name="T15" fmla="*/ 111258 h 932950"/>
                  <a:gd name="T16" fmla="*/ 126634 w 3723451"/>
                  <a:gd name="T17" fmla="*/ 49258 h 932950"/>
                  <a:gd name="T18" fmla="*/ 93107 w 3723451"/>
                  <a:gd name="T19" fmla="*/ 55950 h 932950"/>
                  <a:gd name="T20" fmla="*/ 0 w 3723451"/>
                  <a:gd name="T21" fmla="*/ 27219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2" name="Freeform 51">
                <a:extLst>
                  <a:ext uri="{FF2B5EF4-FFF2-40B4-BE49-F238E27FC236}">
                    <a16:creationId xmlns:a16="http://schemas.microsoft.com/office/drawing/2014/main" id="{C2270E51-2490-C240-AD5F-825154ECC122}"/>
                  </a:ext>
                </a:extLst>
              </p:cNvPr>
              <p:cNvSpPr>
                <a:spLocks/>
              </p:cNvSpPr>
              <p:nvPr/>
            </p:nvSpPr>
            <p:spPr bwMode="auto">
              <a:xfrm>
                <a:off x="2536103" y="1726678"/>
                <a:ext cx="244114" cy="97055"/>
              </a:xfrm>
              <a:custGeom>
                <a:avLst/>
                <a:gdLst>
                  <a:gd name="T0" fmla="*/ 0 w 1366596"/>
                  <a:gd name="T1" fmla="*/ 0 h 809868"/>
                  <a:gd name="T2" fmla="*/ 244114 w 1366596"/>
                  <a:gd name="T3" fmla="*/ 74997 h 809868"/>
                  <a:gd name="T4" fmla="*/ 154523 w 1366596"/>
                  <a:gd name="T5" fmla="*/ 97055 h 809868"/>
                  <a:gd name="T6" fmla="*/ 822 w 1366596"/>
                  <a:gd name="T7" fmla="*/ 51285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3" name="Freeform 52">
                <a:extLst>
                  <a:ext uri="{FF2B5EF4-FFF2-40B4-BE49-F238E27FC236}">
                    <a16:creationId xmlns:a16="http://schemas.microsoft.com/office/drawing/2014/main" id="{008859F4-DF2D-4347-8249-C929496F3B2F}"/>
                  </a:ext>
                </a:extLst>
              </p:cNvPr>
              <p:cNvSpPr>
                <a:spLocks/>
              </p:cNvSpPr>
              <p:nvPr/>
            </p:nvSpPr>
            <p:spPr bwMode="auto">
              <a:xfrm>
                <a:off x="2089086" y="1729045"/>
                <a:ext cx="240945" cy="97056"/>
              </a:xfrm>
              <a:custGeom>
                <a:avLst/>
                <a:gdLst>
                  <a:gd name="T0" fmla="*/ 237656 w 1348191"/>
                  <a:gd name="T1" fmla="*/ 0 h 791462"/>
                  <a:gd name="T2" fmla="*/ 240945 w 1348191"/>
                  <a:gd name="T3" fmla="*/ 46835 h 791462"/>
                  <a:gd name="T4" fmla="*/ 87168 w 1348191"/>
                  <a:gd name="T5" fmla="*/ 97056 h 791462"/>
                  <a:gd name="T6" fmla="*/ 0 w 1348191"/>
                  <a:gd name="T7" fmla="*/ 75049 h 791462"/>
                  <a:gd name="T8" fmla="*/ 237656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54" name="Straight Connector 53">
                <a:extLst>
                  <a:ext uri="{FF2B5EF4-FFF2-40B4-BE49-F238E27FC236}">
                    <a16:creationId xmlns:a16="http://schemas.microsoft.com/office/drawing/2014/main" id="{8255DA76-192D-044B-8762-92700C24A73E}"/>
                  </a:ext>
                </a:extLst>
              </p:cNvPr>
              <p:cNvCxnSpPr>
                <a:cxnSpLocks noChangeShapeType="1"/>
                <a:endCxn id="49" idx="2"/>
              </p:cNvCxnSpPr>
              <p:nvPr/>
            </p:nvCxnSpPr>
            <p:spPr bwMode="auto">
              <a:xfrm flipH="1" flipV="1">
                <a:off x="1870334" y="1736147"/>
                <a:ext cx="3169" cy="123095"/>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55" name="Straight Connector 54">
                <a:extLst>
                  <a:ext uri="{FF2B5EF4-FFF2-40B4-BE49-F238E27FC236}">
                    <a16:creationId xmlns:a16="http://schemas.microsoft.com/office/drawing/2014/main" id="{B8121134-CF29-9643-A097-AC1724B9BC6C}"/>
                  </a:ext>
                </a:extLst>
              </p:cNvPr>
              <p:cNvCxnSpPr>
                <a:cxnSpLocks noChangeShapeType="1"/>
              </p:cNvCxnSpPr>
              <p:nvPr/>
            </p:nvCxnSpPr>
            <p:spPr bwMode="auto">
              <a:xfrm flipH="1" flipV="1">
                <a:off x="2995800" y="1733779"/>
                <a:ext cx="3171" cy="123095"/>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sp>
          <p:nvSpPr>
            <p:cNvPr id="46" name="Freeform 120">
              <a:extLst>
                <a:ext uri="{FF2B5EF4-FFF2-40B4-BE49-F238E27FC236}">
                  <a16:creationId xmlns:a16="http://schemas.microsoft.com/office/drawing/2014/main" id="{AA8DABE2-7520-5C45-941C-F8EFCE33F9A2}"/>
                </a:ext>
              </a:extLst>
            </p:cNvPr>
            <p:cNvSpPr>
              <a:spLocks/>
            </p:cNvSpPr>
            <p:nvPr/>
          </p:nvSpPr>
          <p:spPr bwMode="auto">
            <a:xfrm>
              <a:off x="2493963" y="5668963"/>
              <a:ext cx="982662" cy="233362"/>
            </a:xfrm>
            <a:custGeom>
              <a:avLst/>
              <a:gdLst>
                <a:gd name="T0" fmla="*/ 0 w 554"/>
                <a:gd name="T1" fmla="*/ 2147483647 h 167"/>
                <a:gd name="T2" fmla="*/ 2147483647 w 554"/>
                <a:gd name="T3" fmla="*/ 2147483647 h 167"/>
                <a:gd name="T4" fmla="*/ 2147483647 w 554"/>
                <a:gd name="T5" fmla="*/ 2147483647 h 167"/>
                <a:gd name="T6" fmla="*/ 0 60000 65536"/>
                <a:gd name="T7" fmla="*/ 0 60000 65536"/>
                <a:gd name="T8" fmla="*/ 0 60000 65536"/>
                <a:gd name="T9" fmla="*/ 0 w 554"/>
                <a:gd name="T10" fmla="*/ 0 h 167"/>
                <a:gd name="T11" fmla="*/ 554 w 554"/>
                <a:gd name="T12" fmla="*/ 167 h 167"/>
              </a:gdLst>
              <a:ahLst/>
              <a:cxnLst>
                <a:cxn ang="T6">
                  <a:pos x="T0" y="T1"/>
                </a:cxn>
                <a:cxn ang="T7">
                  <a:pos x="T2" y="T3"/>
                </a:cxn>
                <a:cxn ang="T8">
                  <a:pos x="T4" y="T5"/>
                </a:cxn>
              </a:cxnLst>
              <a:rect l="T9" t="T10" r="T11" b="T12"/>
              <a:pathLst>
                <a:path w="554" h="167">
                  <a:moveTo>
                    <a:pt x="0" y="10"/>
                  </a:moveTo>
                  <a:cubicBezTo>
                    <a:pt x="102" y="0"/>
                    <a:pt x="240" y="5"/>
                    <a:pt x="324" y="26"/>
                  </a:cubicBezTo>
                  <a:cubicBezTo>
                    <a:pt x="416" y="52"/>
                    <a:pt x="502" y="120"/>
                    <a:pt x="554" y="167"/>
                  </a:cubicBezTo>
                </a:path>
              </a:pathLst>
            </a:custGeom>
            <a:noFill/>
            <a:ln w="57150" cmpd="sng">
              <a:solidFill>
                <a:srgbClr val="FF33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Tree>
    <p:extLst>
      <p:ext uri="{BB962C8B-B14F-4D97-AF65-F5344CB8AC3E}">
        <p14:creationId xmlns:p14="http://schemas.microsoft.com/office/powerpoint/2010/main" val="2299046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B46D7-DEDF-364B-99E9-3FB1F889B8A9}"/>
              </a:ext>
            </a:extLst>
          </p:cNvPr>
          <p:cNvSpPr>
            <a:spLocks noGrp="1"/>
          </p:cNvSpPr>
          <p:nvPr>
            <p:ph type="title"/>
          </p:nvPr>
        </p:nvSpPr>
        <p:spPr>
          <a:xfrm>
            <a:off x="838200" y="279543"/>
            <a:ext cx="10515600" cy="894622"/>
          </a:xfrm>
        </p:spPr>
        <p:txBody>
          <a:bodyPr>
            <a:normAutofit/>
          </a:bodyPr>
          <a:lstStyle/>
          <a:p>
            <a:r>
              <a:rPr lang="en-US" sz="4800" dirty="0"/>
              <a:t>Per-router control plane</a:t>
            </a:r>
          </a:p>
        </p:txBody>
      </p:sp>
      <p:sp>
        <p:nvSpPr>
          <p:cNvPr id="4" name="TextBox 257">
            <a:extLst>
              <a:ext uri="{FF2B5EF4-FFF2-40B4-BE49-F238E27FC236}">
                <a16:creationId xmlns:a16="http://schemas.microsoft.com/office/drawing/2014/main" id="{8EB40520-A927-A94E-975A-4093319F1CF3}"/>
              </a:ext>
            </a:extLst>
          </p:cNvPr>
          <p:cNvSpPr txBox="1">
            <a:spLocks noChangeArrowheads="1"/>
          </p:cNvSpPr>
          <p:nvPr/>
        </p:nvSpPr>
        <p:spPr bwMode="auto">
          <a:xfrm>
            <a:off x="780773" y="1101105"/>
            <a:ext cx="1098715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Individual routing algorithm components </a:t>
            </a:r>
            <a:r>
              <a:rPr kumimoji="0" lang="en-US" altLang="en-US" sz="2000" b="0" i="1" u="none" strike="noStrike" kern="1200" cap="none" spc="0" normalizeH="0" baseline="0" noProof="0" dirty="0">
                <a:ln>
                  <a:noFill/>
                </a:ln>
                <a:solidFill>
                  <a:srgbClr val="000090"/>
                </a:solidFill>
                <a:effectLst/>
                <a:uLnTx/>
                <a:uFillTx/>
                <a:latin typeface="Calibri" panose="020F0502020204030204"/>
                <a:ea typeface="ＭＳ Ｐゴシック" panose="020B0600070205080204" pitchFamily="34" charset="-128"/>
                <a:cs typeface="+mn-cs"/>
              </a:rPr>
              <a:t>in each and every router </a:t>
            </a:r>
            <a:r>
              <a:rPr kumimoji="0" lang="en-US" altLang="en-US" sz="2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interact in the control plane</a:t>
            </a:r>
          </a:p>
        </p:txBody>
      </p:sp>
      <p:sp>
        <p:nvSpPr>
          <p:cNvPr id="238" name="Freeform 2">
            <a:extLst>
              <a:ext uri="{FF2B5EF4-FFF2-40B4-BE49-F238E27FC236}">
                <a16:creationId xmlns:a16="http://schemas.microsoft.com/office/drawing/2014/main" id="{66A80B54-F93B-A94A-938E-DFA6C3C90E64}"/>
              </a:ext>
            </a:extLst>
          </p:cNvPr>
          <p:cNvSpPr>
            <a:spLocks/>
          </p:cNvSpPr>
          <p:nvPr/>
        </p:nvSpPr>
        <p:spPr bwMode="auto">
          <a:xfrm>
            <a:off x="4182648" y="5476945"/>
            <a:ext cx="4027487" cy="939800"/>
          </a:xfrm>
          <a:custGeom>
            <a:avLst/>
            <a:gdLst>
              <a:gd name="T0" fmla="*/ 2147483647 w 10001"/>
              <a:gd name="T1" fmla="*/ 2147483647 h 10125"/>
              <a:gd name="T2" fmla="*/ 2147483647 w 10001"/>
              <a:gd name="T3" fmla="*/ 2147483647 h 10125"/>
              <a:gd name="T4" fmla="*/ 2147483647 w 10001"/>
              <a:gd name="T5" fmla="*/ 2147483647 h 10125"/>
              <a:gd name="T6" fmla="*/ 2147483647 w 10001"/>
              <a:gd name="T7" fmla="*/ 0 h 10125"/>
              <a:gd name="T8" fmla="*/ 2147483647 w 10001"/>
              <a:gd name="T9" fmla="*/ 2147483647 h 10125"/>
              <a:gd name="T10" fmla="*/ 2147483647 w 10001"/>
              <a:gd name="T11" fmla="*/ 2147483647 h 10125"/>
              <a:gd name="T12" fmla="*/ 2147483647 w 10001"/>
              <a:gd name="T13" fmla="*/ 2147483647 h 10125"/>
              <a:gd name="T14" fmla="*/ 2147483647 w 10001"/>
              <a:gd name="T15" fmla="*/ 2147483647 h 10125"/>
              <a:gd name="T16" fmla="*/ 2147483647 w 10001"/>
              <a:gd name="T17" fmla="*/ 2147483647 h 10125"/>
              <a:gd name="T18" fmla="*/ 2147483647 w 10001"/>
              <a:gd name="T19" fmla="*/ 2147483647 h 10125"/>
              <a:gd name="T20" fmla="*/ 2147483647 w 10001"/>
              <a:gd name="T21" fmla="*/ 2147483647 h 10125"/>
              <a:gd name="T22" fmla="*/ 2147483647 w 10001"/>
              <a:gd name="T23" fmla="*/ 2147483647 h 10125"/>
              <a:gd name="T24" fmla="*/ 2147483647 w 10001"/>
              <a:gd name="T25" fmla="*/ 2147483647 h 10125"/>
              <a:gd name="T26" fmla="*/ 2147483647 w 10001"/>
              <a:gd name="T27" fmla="*/ 2147483647 h 10125"/>
              <a:gd name="T28" fmla="*/ 2147483647 w 10001"/>
              <a:gd name="T29" fmla="*/ 2147483647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0001" h="10125">
                <a:moveTo>
                  <a:pt x="4" y="4039"/>
                </a:moveTo>
                <a:cubicBezTo>
                  <a:pt x="-29" y="2271"/>
                  <a:pt x="194" y="2100"/>
                  <a:pt x="715" y="1595"/>
                </a:cubicBezTo>
                <a:cubicBezTo>
                  <a:pt x="1236" y="1089"/>
                  <a:pt x="2417" y="1272"/>
                  <a:pt x="3130" y="1006"/>
                </a:cubicBezTo>
                <a:cubicBezTo>
                  <a:pt x="3843" y="740"/>
                  <a:pt x="4397" y="0"/>
                  <a:pt x="4995" y="0"/>
                </a:cubicBezTo>
                <a:cubicBezTo>
                  <a:pt x="5593" y="1"/>
                  <a:pt x="6206" y="926"/>
                  <a:pt x="6720" y="1009"/>
                </a:cubicBezTo>
                <a:cubicBezTo>
                  <a:pt x="7234" y="1092"/>
                  <a:pt x="7536" y="241"/>
                  <a:pt x="8082" y="497"/>
                </a:cubicBezTo>
                <a:cubicBezTo>
                  <a:pt x="8628" y="756"/>
                  <a:pt x="9854" y="442"/>
                  <a:pt x="9989" y="2989"/>
                </a:cubicBezTo>
                <a:cubicBezTo>
                  <a:pt x="10124" y="5536"/>
                  <a:pt x="9098" y="5742"/>
                  <a:pt x="8599" y="6797"/>
                </a:cubicBezTo>
                <a:cubicBezTo>
                  <a:pt x="8100" y="7852"/>
                  <a:pt x="7544" y="8981"/>
                  <a:pt x="6995" y="9322"/>
                </a:cubicBezTo>
                <a:cubicBezTo>
                  <a:pt x="6446" y="9663"/>
                  <a:pt x="5793" y="8957"/>
                  <a:pt x="5307" y="8843"/>
                </a:cubicBezTo>
                <a:cubicBezTo>
                  <a:pt x="4819" y="8726"/>
                  <a:pt x="4628" y="10048"/>
                  <a:pt x="4371" y="9912"/>
                </a:cubicBezTo>
                <a:cubicBezTo>
                  <a:pt x="4114" y="9775"/>
                  <a:pt x="3505" y="10355"/>
                  <a:pt x="3140" y="10019"/>
                </a:cubicBezTo>
                <a:cubicBezTo>
                  <a:pt x="2774" y="9683"/>
                  <a:pt x="2820" y="8138"/>
                  <a:pt x="2179" y="7895"/>
                </a:cubicBezTo>
                <a:cubicBezTo>
                  <a:pt x="1586" y="6800"/>
                  <a:pt x="1549" y="8137"/>
                  <a:pt x="1187" y="7495"/>
                </a:cubicBezTo>
                <a:cubicBezTo>
                  <a:pt x="825" y="6852"/>
                  <a:pt x="-7" y="6157"/>
                  <a:pt x="4" y="4039"/>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239" name="Straight Connector 238">
            <a:extLst>
              <a:ext uri="{FF2B5EF4-FFF2-40B4-BE49-F238E27FC236}">
                <a16:creationId xmlns:a16="http://schemas.microsoft.com/office/drawing/2014/main" id="{6B89A56E-4B45-1449-B1CC-C8EF7ABE50B3}"/>
              </a:ext>
            </a:extLst>
          </p:cNvPr>
          <p:cNvCxnSpPr/>
          <p:nvPr/>
        </p:nvCxnSpPr>
        <p:spPr>
          <a:xfrm flipV="1">
            <a:off x="4812885" y="5629345"/>
            <a:ext cx="1316038" cy="131762"/>
          </a:xfrm>
          <a:prstGeom prst="line">
            <a:avLst/>
          </a:prstGeom>
          <a:noFill/>
          <a:ln w="12700" cap="flat" cmpd="sng" algn="ctr">
            <a:solidFill>
              <a:srgbClr val="000000"/>
            </a:solidFill>
            <a:prstDash val="solid"/>
          </a:ln>
          <a:effectLst/>
        </p:spPr>
      </p:cxnSp>
      <p:cxnSp>
        <p:nvCxnSpPr>
          <p:cNvPr id="240" name="Straight Connector 239">
            <a:extLst>
              <a:ext uri="{FF2B5EF4-FFF2-40B4-BE49-F238E27FC236}">
                <a16:creationId xmlns:a16="http://schemas.microsoft.com/office/drawing/2014/main" id="{2740CBE6-0A59-E645-A69D-A9AE662529A8}"/>
              </a:ext>
            </a:extLst>
          </p:cNvPr>
          <p:cNvCxnSpPr/>
          <p:nvPr/>
        </p:nvCxnSpPr>
        <p:spPr>
          <a:xfrm>
            <a:off x="4701760" y="5815082"/>
            <a:ext cx="2259013" cy="300038"/>
          </a:xfrm>
          <a:prstGeom prst="line">
            <a:avLst/>
          </a:prstGeom>
          <a:noFill/>
          <a:ln w="12700" cap="flat" cmpd="sng" algn="ctr">
            <a:solidFill>
              <a:srgbClr val="000000"/>
            </a:solidFill>
            <a:prstDash val="solid"/>
          </a:ln>
          <a:effectLst/>
        </p:spPr>
      </p:cxnSp>
      <p:cxnSp>
        <p:nvCxnSpPr>
          <p:cNvPr id="241" name="Straight Connector 240">
            <a:extLst>
              <a:ext uri="{FF2B5EF4-FFF2-40B4-BE49-F238E27FC236}">
                <a16:creationId xmlns:a16="http://schemas.microsoft.com/office/drawing/2014/main" id="{FEDEF0D8-C674-7A42-948E-7E305FE7E98D}"/>
              </a:ext>
            </a:extLst>
          </p:cNvPr>
          <p:cNvCxnSpPr/>
          <p:nvPr/>
        </p:nvCxnSpPr>
        <p:spPr>
          <a:xfrm>
            <a:off x="4714460" y="5921445"/>
            <a:ext cx="714375" cy="274637"/>
          </a:xfrm>
          <a:prstGeom prst="line">
            <a:avLst/>
          </a:prstGeom>
          <a:noFill/>
          <a:ln w="12700" cap="flat" cmpd="sng" algn="ctr">
            <a:solidFill>
              <a:srgbClr val="000000"/>
            </a:solidFill>
            <a:prstDash val="solid"/>
          </a:ln>
          <a:effectLst/>
        </p:spPr>
      </p:cxnSp>
      <p:cxnSp>
        <p:nvCxnSpPr>
          <p:cNvPr id="242" name="Straight Connector 241">
            <a:extLst>
              <a:ext uri="{FF2B5EF4-FFF2-40B4-BE49-F238E27FC236}">
                <a16:creationId xmlns:a16="http://schemas.microsoft.com/office/drawing/2014/main" id="{88FEC270-B253-8E44-A411-9C7971EEB2C5}"/>
              </a:ext>
            </a:extLst>
          </p:cNvPr>
          <p:cNvCxnSpPr/>
          <p:nvPr/>
        </p:nvCxnSpPr>
        <p:spPr>
          <a:xfrm flipV="1">
            <a:off x="5732048" y="6115120"/>
            <a:ext cx="1247775" cy="80962"/>
          </a:xfrm>
          <a:prstGeom prst="line">
            <a:avLst/>
          </a:prstGeom>
          <a:noFill/>
          <a:ln w="12700" cap="flat" cmpd="sng" algn="ctr">
            <a:solidFill>
              <a:srgbClr val="000000"/>
            </a:solidFill>
            <a:prstDash val="solid"/>
          </a:ln>
          <a:effectLst/>
        </p:spPr>
      </p:cxnSp>
      <p:cxnSp>
        <p:nvCxnSpPr>
          <p:cNvPr id="243" name="Straight Connector 242">
            <a:extLst>
              <a:ext uri="{FF2B5EF4-FFF2-40B4-BE49-F238E27FC236}">
                <a16:creationId xmlns:a16="http://schemas.microsoft.com/office/drawing/2014/main" id="{829E7CD6-E2DF-3F41-969B-DA845A408D9F}"/>
              </a:ext>
            </a:extLst>
          </p:cNvPr>
          <p:cNvCxnSpPr/>
          <p:nvPr/>
        </p:nvCxnSpPr>
        <p:spPr>
          <a:xfrm>
            <a:off x="6392448" y="5661095"/>
            <a:ext cx="1057275" cy="123825"/>
          </a:xfrm>
          <a:prstGeom prst="line">
            <a:avLst/>
          </a:prstGeom>
          <a:noFill/>
          <a:ln w="12700" cap="flat" cmpd="sng" algn="ctr">
            <a:solidFill>
              <a:srgbClr val="000000"/>
            </a:solidFill>
            <a:prstDash val="solid"/>
          </a:ln>
          <a:effectLst/>
        </p:spPr>
      </p:cxnSp>
      <p:cxnSp>
        <p:nvCxnSpPr>
          <p:cNvPr id="244" name="Straight Connector 243">
            <a:extLst>
              <a:ext uri="{FF2B5EF4-FFF2-40B4-BE49-F238E27FC236}">
                <a16:creationId xmlns:a16="http://schemas.microsoft.com/office/drawing/2014/main" id="{DE601DF1-8D2D-2A46-BC8F-F868A11F76CA}"/>
              </a:ext>
            </a:extLst>
          </p:cNvPr>
          <p:cNvCxnSpPr/>
          <p:nvPr/>
        </p:nvCxnSpPr>
        <p:spPr>
          <a:xfrm flipV="1">
            <a:off x="5676485" y="5815082"/>
            <a:ext cx="1790700" cy="300038"/>
          </a:xfrm>
          <a:prstGeom prst="line">
            <a:avLst/>
          </a:prstGeom>
          <a:noFill/>
          <a:ln w="12700" cap="flat" cmpd="sng" algn="ctr">
            <a:solidFill>
              <a:srgbClr val="000000"/>
            </a:solidFill>
            <a:prstDash val="solid"/>
          </a:ln>
          <a:effectLst/>
        </p:spPr>
      </p:cxnSp>
      <p:cxnSp>
        <p:nvCxnSpPr>
          <p:cNvPr id="245" name="Straight Connector 244">
            <a:extLst>
              <a:ext uri="{FF2B5EF4-FFF2-40B4-BE49-F238E27FC236}">
                <a16:creationId xmlns:a16="http://schemas.microsoft.com/office/drawing/2014/main" id="{A11DDE0B-F575-FA48-8F6B-03D4A7733DCF}"/>
              </a:ext>
            </a:extLst>
          </p:cNvPr>
          <p:cNvCxnSpPr/>
          <p:nvPr/>
        </p:nvCxnSpPr>
        <p:spPr>
          <a:xfrm flipV="1">
            <a:off x="7003635" y="5843657"/>
            <a:ext cx="588963" cy="271463"/>
          </a:xfrm>
          <a:prstGeom prst="line">
            <a:avLst/>
          </a:prstGeom>
          <a:noFill/>
          <a:ln w="12700" cap="flat" cmpd="sng" algn="ctr">
            <a:solidFill>
              <a:srgbClr val="000000"/>
            </a:solidFill>
            <a:prstDash val="solid"/>
          </a:ln>
          <a:effectLst/>
        </p:spPr>
      </p:cxnSp>
      <p:cxnSp>
        <p:nvCxnSpPr>
          <p:cNvPr id="246" name="Straight Connector 245">
            <a:extLst>
              <a:ext uri="{FF2B5EF4-FFF2-40B4-BE49-F238E27FC236}">
                <a16:creationId xmlns:a16="http://schemas.microsoft.com/office/drawing/2014/main" id="{ADA6CD88-616E-B24E-8E41-831DCFC74F88}"/>
              </a:ext>
            </a:extLst>
          </p:cNvPr>
          <p:cNvCxnSpPr/>
          <p:nvPr/>
        </p:nvCxnSpPr>
        <p:spPr>
          <a:xfrm>
            <a:off x="6146385" y="5629345"/>
            <a:ext cx="814388" cy="400050"/>
          </a:xfrm>
          <a:prstGeom prst="line">
            <a:avLst/>
          </a:prstGeom>
          <a:noFill/>
          <a:ln w="12700" cap="flat" cmpd="sng" algn="ctr">
            <a:solidFill>
              <a:srgbClr val="000000"/>
            </a:solidFill>
            <a:prstDash val="solid"/>
          </a:ln>
          <a:effectLst/>
        </p:spPr>
      </p:cxnSp>
      <p:grpSp>
        <p:nvGrpSpPr>
          <p:cNvPr id="247" name="Group 7">
            <a:extLst>
              <a:ext uri="{FF2B5EF4-FFF2-40B4-BE49-F238E27FC236}">
                <a16:creationId xmlns:a16="http://schemas.microsoft.com/office/drawing/2014/main" id="{F23FF8D1-2C6B-9448-B97C-26AA0FF38328}"/>
              </a:ext>
            </a:extLst>
          </p:cNvPr>
          <p:cNvGrpSpPr>
            <a:grpSpLocks/>
          </p:cNvGrpSpPr>
          <p:nvPr/>
        </p:nvGrpSpPr>
        <p:grpSpPr bwMode="auto">
          <a:xfrm>
            <a:off x="5271673" y="6054795"/>
            <a:ext cx="563562" cy="293687"/>
            <a:chOff x="1871277" y="1576300"/>
            <a:chExt cx="1128371" cy="437861"/>
          </a:xfrm>
        </p:grpSpPr>
        <p:sp>
          <p:nvSpPr>
            <p:cNvPr id="248" name="Oval 247">
              <a:extLst>
                <a:ext uri="{FF2B5EF4-FFF2-40B4-BE49-F238E27FC236}">
                  <a16:creationId xmlns:a16="http://schemas.microsoft.com/office/drawing/2014/main" id="{F781E7E0-A5A4-AD4A-A844-E9A7BB7A7970}"/>
                </a:ext>
              </a:extLst>
            </p:cNvPr>
            <p:cNvSpPr>
              <a:spLocks noChangeArrowheads="1"/>
            </p:cNvSpPr>
            <p:nvPr/>
          </p:nvSpPr>
          <p:spPr bwMode="auto">
            <a:xfrm flipV="1">
              <a:off x="1874455" y="1694641"/>
              <a:ext cx="1125193" cy="319520"/>
            </a:xfrm>
            <a:prstGeom prst="ellipse">
              <a:avLst/>
            </a:prstGeom>
            <a:gradFill rotWithShape="1">
              <a:gsLst>
                <a:gs pos="0">
                  <a:srgbClr val="262699"/>
                </a:gs>
                <a:gs pos="53000">
                  <a:srgbClr val="8585E0"/>
                </a:gs>
                <a:gs pos="100000">
                  <a:srgbClr val="262699"/>
                </a:gs>
              </a:gsLst>
              <a:lin ang="0" scaled="1"/>
            </a:gra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249" name="Rectangle 248">
              <a:extLst>
                <a:ext uri="{FF2B5EF4-FFF2-40B4-BE49-F238E27FC236}">
                  <a16:creationId xmlns:a16="http://schemas.microsoft.com/office/drawing/2014/main" id="{3D5BD08E-FA2E-E04F-A545-2E0866784F93}"/>
                </a:ext>
              </a:extLst>
            </p:cNvPr>
            <p:cNvSpPr/>
            <p:nvPr/>
          </p:nvSpPr>
          <p:spPr bwMode="auto">
            <a:xfrm>
              <a:off x="1871277" y="1739610"/>
              <a:ext cx="1128371" cy="11597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250" name="Oval 249">
              <a:extLst>
                <a:ext uri="{FF2B5EF4-FFF2-40B4-BE49-F238E27FC236}">
                  <a16:creationId xmlns:a16="http://schemas.microsoft.com/office/drawing/2014/main" id="{01E234FF-7C0E-FD47-9DA3-FA9619013171}"/>
                </a:ext>
              </a:extLst>
            </p:cNvPr>
            <p:cNvSpPr>
              <a:spLocks noChangeArrowheads="1"/>
            </p:cNvSpPr>
            <p:nvPr/>
          </p:nvSpPr>
          <p:spPr bwMode="auto">
            <a:xfrm flipV="1">
              <a:off x="1871277" y="1576300"/>
              <a:ext cx="1125193" cy="319520"/>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251" name="Freeform 250">
              <a:extLst>
                <a:ext uri="{FF2B5EF4-FFF2-40B4-BE49-F238E27FC236}">
                  <a16:creationId xmlns:a16="http://schemas.microsoft.com/office/drawing/2014/main" id="{563210E5-D710-8E45-8417-02EB79B5C81A}"/>
                </a:ext>
              </a:extLst>
            </p:cNvPr>
            <p:cNvSpPr/>
            <p:nvPr/>
          </p:nvSpPr>
          <p:spPr bwMode="auto">
            <a:xfrm>
              <a:off x="2160521" y="1673339"/>
              <a:ext cx="546704" cy="160944"/>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252" name="Freeform 251">
              <a:extLst>
                <a:ext uri="{FF2B5EF4-FFF2-40B4-BE49-F238E27FC236}">
                  <a16:creationId xmlns:a16="http://schemas.microsoft.com/office/drawing/2014/main" id="{430FD04E-46A2-3749-B589-BEE902C8D592}"/>
                </a:ext>
              </a:extLst>
            </p:cNvPr>
            <p:cNvSpPr>
              <a:spLocks/>
            </p:cNvSpPr>
            <p:nvPr/>
          </p:nvSpPr>
          <p:spPr bwMode="auto">
            <a:xfrm>
              <a:off x="2103307" y="1633104"/>
              <a:ext cx="661131" cy="111240"/>
            </a:xfrm>
            <a:custGeom>
              <a:avLst/>
              <a:gdLst>
                <a:gd name="T0" fmla="*/ 0 w 3723451"/>
                <a:gd name="T1" fmla="*/ 27215 h 932950"/>
                <a:gd name="T2" fmla="*/ 116331 w 3723451"/>
                <a:gd name="T3" fmla="*/ 321 h 932950"/>
                <a:gd name="T4" fmla="*/ 329509 w 3723451"/>
                <a:gd name="T5" fmla="*/ 62069 h 932950"/>
                <a:gd name="T6" fmla="*/ 532884 w 3723451"/>
                <a:gd name="T7" fmla="*/ 0 h 932950"/>
                <a:gd name="T8" fmla="*/ 661131 w 3723451"/>
                <a:gd name="T9" fmla="*/ 24699 h 932950"/>
                <a:gd name="T10" fmla="*/ 565716 w 3723451"/>
                <a:gd name="T11" fmla="*/ 55071 h 932950"/>
                <a:gd name="T12" fmla="*/ 534996 w 3723451"/>
                <a:gd name="T13" fmla="*/ 46883 h 932950"/>
                <a:gd name="T14" fmla="*/ 333255 w 3723451"/>
                <a:gd name="T15" fmla="*/ 111240 h 932950"/>
                <a:gd name="T16" fmla="*/ 126353 w 3723451"/>
                <a:gd name="T17" fmla="*/ 49250 h 932950"/>
                <a:gd name="T18" fmla="*/ 92901 w 3723451"/>
                <a:gd name="T19" fmla="*/ 55941 h 932950"/>
                <a:gd name="T20" fmla="*/ 0 w 3723451"/>
                <a:gd name="T21" fmla="*/ 2721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3" name="Freeform 252">
              <a:extLst>
                <a:ext uri="{FF2B5EF4-FFF2-40B4-BE49-F238E27FC236}">
                  <a16:creationId xmlns:a16="http://schemas.microsoft.com/office/drawing/2014/main" id="{BDBA4CA4-485A-D94A-B148-5C44318A1988}"/>
                </a:ext>
              </a:extLst>
            </p:cNvPr>
            <p:cNvSpPr>
              <a:spLocks/>
            </p:cNvSpPr>
            <p:nvPr/>
          </p:nvSpPr>
          <p:spPr bwMode="auto">
            <a:xfrm>
              <a:off x="2538765" y="1727776"/>
              <a:ext cx="241567" cy="97039"/>
            </a:xfrm>
            <a:custGeom>
              <a:avLst/>
              <a:gdLst>
                <a:gd name="T0" fmla="*/ 0 w 1366596"/>
                <a:gd name="T1" fmla="*/ 0 h 809868"/>
                <a:gd name="T2" fmla="*/ 241567 w 1366596"/>
                <a:gd name="T3" fmla="*/ 74985 h 809868"/>
                <a:gd name="T4" fmla="*/ 152911 w 1366596"/>
                <a:gd name="T5" fmla="*/ 97039 h 809868"/>
                <a:gd name="T6" fmla="*/ 813 w 1366596"/>
                <a:gd name="T7" fmla="*/ 51276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4" name="Freeform 253">
              <a:extLst>
                <a:ext uri="{FF2B5EF4-FFF2-40B4-BE49-F238E27FC236}">
                  <a16:creationId xmlns:a16="http://schemas.microsoft.com/office/drawing/2014/main" id="{4F7BCFB0-4862-0040-98EF-79148CCE20CE}"/>
                </a:ext>
              </a:extLst>
            </p:cNvPr>
            <p:cNvSpPr>
              <a:spLocks/>
            </p:cNvSpPr>
            <p:nvPr/>
          </p:nvSpPr>
          <p:spPr bwMode="auto">
            <a:xfrm>
              <a:off x="2090593" y="1730143"/>
              <a:ext cx="238389" cy="97040"/>
            </a:xfrm>
            <a:custGeom>
              <a:avLst/>
              <a:gdLst>
                <a:gd name="T0" fmla="*/ 235135 w 1348191"/>
                <a:gd name="T1" fmla="*/ 0 h 791462"/>
                <a:gd name="T2" fmla="*/ 238389 w 1348191"/>
                <a:gd name="T3" fmla="*/ 46827 h 791462"/>
                <a:gd name="T4" fmla="*/ 86243 w 1348191"/>
                <a:gd name="T5" fmla="*/ 97040 h 791462"/>
                <a:gd name="T6" fmla="*/ 0 w 1348191"/>
                <a:gd name="T7" fmla="*/ 75037 h 791462"/>
                <a:gd name="T8" fmla="*/ 235135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255" name="Straight Connector 254">
              <a:extLst>
                <a:ext uri="{FF2B5EF4-FFF2-40B4-BE49-F238E27FC236}">
                  <a16:creationId xmlns:a16="http://schemas.microsoft.com/office/drawing/2014/main" id="{FA80ECE7-29EF-E045-8DE9-443E8B56CBA4}"/>
                </a:ext>
              </a:extLst>
            </p:cNvPr>
            <p:cNvCxnSpPr>
              <a:cxnSpLocks noChangeShapeType="1"/>
              <a:endCxn id="250" idx="2"/>
            </p:cNvCxnSpPr>
            <p:nvPr/>
          </p:nvCxnSpPr>
          <p:spPr bwMode="auto">
            <a:xfrm flipH="1" flipV="1">
              <a:off x="1871277" y="1737244"/>
              <a:ext cx="3178" cy="123075"/>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256" name="Straight Connector 255">
              <a:extLst>
                <a:ext uri="{FF2B5EF4-FFF2-40B4-BE49-F238E27FC236}">
                  <a16:creationId xmlns:a16="http://schemas.microsoft.com/office/drawing/2014/main" id="{886C4C8B-81F8-494E-B3C9-F2C152BA755D}"/>
                </a:ext>
              </a:extLst>
            </p:cNvPr>
            <p:cNvCxnSpPr>
              <a:cxnSpLocks noChangeShapeType="1"/>
            </p:cNvCxnSpPr>
            <p:nvPr/>
          </p:nvCxnSpPr>
          <p:spPr bwMode="auto">
            <a:xfrm flipH="1" flipV="1">
              <a:off x="2996470" y="1734876"/>
              <a:ext cx="3178" cy="123075"/>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257" name="Group 327">
            <a:extLst>
              <a:ext uri="{FF2B5EF4-FFF2-40B4-BE49-F238E27FC236}">
                <a16:creationId xmlns:a16="http://schemas.microsoft.com/office/drawing/2014/main" id="{C6D6E434-396F-824D-B42D-39B257E17412}"/>
              </a:ext>
            </a:extLst>
          </p:cNvPr>
          <p:cNvGrpSpPr>
            <a:grpSpLocks/>
          </p:cNvGrpSpPr>
          <p:nvPr/>
        </p:nvGrpSpPr>
        <p:grpSpPr bwMode="auto">
          <a:xfrm>
            <a:off x="5966998" y="5513457"/>
            <a:ext cx="565150" cy="292100"/>
            <a:chOff x="1871277" y="1576300"/>
            <a:chExt cx="1128371" cy="437861"/>
          </a:xfrm>
        </p:grpSpPr>
        <p:sp>
          <p:nvSpPr>
            <p:cNvPr id="258" name="Oval 257">
              <a:extLst>
                <a:ext uri="{FF2B5EF4-FFF2-40B4-BE49-F238E27FC236}">
                  <a16:creationId xmlns:a16="http://schemas.microsoft.com/office/drawing/2014/main" id="{BD523501-0761-ED43-9FA5-AEA15E2D1C9C}"/>
                </a:ext>
              </a:extLst>
            </p:cNvPr>
            <p:cNvSpPr>
              <a:spLocks noChangeArrowheads="1"/>
            </p:cNvSpPr>
            <p:nvPr/>
          </p:nvSpPr>
          <p:spPr bwMode="auto">
            <a:xfrm flipV="1">
              <a:off x="1874446" y="1692905"/>
              <a:ext cx="1125202" cy="321256"/>
            </a:xfrm>
            <a:prstGeom prst="ellipse">
              <a:avLst/>
            </a:prstGeom>
            <a:gradFill rotWithShape="1">
              <a:gsLst>
                <a:gs pos="0">
                  <a:srgbClr val="262699"/>
                </a:gs>
                <a:gs pos="53000">
                  <a:srgbClr val="8585E0"/>
                </a:gs>
                <a:gs pos="100000">
                  <a:srgbClr val="262699"/>
                </a:gs>
              </a:gsLst>
              <a:lin ang="0" scaled="1"/>
            </a:gra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259" name="Rectangle 258">
              <a:extLst>
                <a:ext uri="{FF2B5EF4-FFF2-40B4-BE49-F238E27FC236}">
                  <a16:creationId xmlns:a16="http://schemas.microsoft.com/office/drawing/2014/main" id="{1B2C53EE-99C4-9041-B078-E1DEA73E56F8}"/>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260" name="Oval 259">
              <a:extLst>
                <a:ext uri="{FF2B5EF4-FFF2-40B4-BE49-F238E27FC236}">
                  <a16:creationId xmlns:a16="http://schemas.microsoft.com/office/drawing/2014/main" id="{27361595-2FF4-1B46-839D-326969B484FA}"/>
                </a:ext>
              </a:extLst>
            </p:cNvPr>
            <p:cNvSpPr>
              <a:spLocks noChangeArrowheads="1"/>
            </p:cNvSpPr>
            <p:nvPr/>
          </p:nvSpPr>
          <p:spPr bwMode="auto">
            <a:xfrm flipV="1">
              <a:off x="1871277" y="1576300"/>
              <a:ext cx="1125200" cy="321257"/>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261" name="Freeform 260">
              <a:extLst>
                <a:ext uri="{FF2B5EF4-FFF2-40B4-BE49-F238E27FC236}">
                  <a16:creationId xmlns:a16="http://schemas.microsoft.com/office/drawing/2014/main" id="{89642470-FD74-1047-9747-D0EB2363B800}"/>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262" name="Freeform 261">
              <a:extLst>
                <a:ext uri="{FF2B5EF4-FFF2-40B4-BE49-F238E27FC236}">
                  <a16:creationId xmlns:a16="http://schemas.microsoft.com/office/drawing/2014/main" id="{12E17BAF-3675-9946-91CF-C0BD05A47A02}"/>
                </a:ext>
              </a:extLst>
            </p:cNvPr>
            <p:cNvSpPr>
              <a:spLocks/>
            </p:cNvSpPr>
            <p:nvPr/>
          </p:nvSpPr>
          <p:spPr bwMode="auto">
            <a:xfrm>
              <a:off x="2102655" y="1633412"/>
              <a:ext cx="662444" cy="111846"/>
            </a:xfrm>
            <a:custGeom>
              <a:avLst/>
              <a:gdLst>
                <a:gd name="T0" fmla="*/ 0 w 3723451"/>
                <a:gd name="T1" fmla="*/ 27363 h 932950"/>
                <a:gd name="T2" fmla="*/ 116562 w 3723451"/>
                <a:gd name="T3" fmla="*/ 322 h 932950"/>
                <a:gd name="T4" fmla="*/ 330164 w 3723451"/>
                <a:gd name="T5" fmla="*/ 62407 h 932950"/>
                <a:gd name="T6" fmla="*/ 533943 w 3723451"/>
                <a:gd name="T7" fmla="*/ 0 h 932950"/>
                <a:gd name="T8" fmla="*/ 662444 w 3723451"/>
                <a:gd name="T9" fmla="*/ 24834 h 932950"/>
                <a:gd name="T10" fmla="*/ 566839 w 3723451"/>
                <a:gd name="T11" fmla="*/ 55371 h 932950"/>
                <a:gd name="T12" fmla="*/ 536059 w 3723451"/>
                <a:gd name="T13" fmla="*/ 47138 h 932950"/>
                <a:gd name="T14" fmla="*/ 333917 w 3723451"/>
                <a:gd name="T15" fmla="*/ 111846 h 932950"/>
                <a:gd name="T16" fmla="*/ 126604 w 3723451"/>
                <a:gd name="T17" fmla="*/ 49519 h 932950"/>
                <a:gd name="T18" fmla="*/ 93086 w 3723451"/>
                <a:gd name="T19" fmla="*/ 56246 h 932950"/>
                <a:gd name="T20" fmla="*/ 0 w 3723451"/>
                <a:gd name="T21" fmla="*/ 27363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63" name="Freeform 262">
              <a:extLst>
                <a:ext uri="{FF2B5EF4-FFF2-40B4-BE49-F238E27FC236}">
                  <a16:creationId xmlns:a16="http://schemas.microsoft.com/office/drawing/2014/main" id="{FB02D5C9-E16C-D545-9658-9B08CD700FC7}"/>
                </a:ext>
              </a:extLst>
            </p:cNvPr>
            <p:cNvSpPr>
              <a:spLocks/>
            </p:cNvSpPr>
            <p:nvPr/>
          </p:nvSpPr>
          <p:spPr bwMode="auto">
            <a:xfrm>
              <a:off x="2536889" y="1728599"/>
              <a:ext cx="244057" cy="97568"/>
            </a:xfrm>
            <a:custGeom>
              <a:avLst/>
              <a:gdLst>
                <a:gd name="T0" fmla="*/ 0 w 1366596"/>
                <a:gd name="T1" fmla="*/ 0 h 809868"/>
                <a:gd name="T2" fmla="*/ 244057 w 1366596"/>
                <a:gd name="T3" fmla="*/ 75393 h 809868"/>
                <a:gd name="T4" fmla="*/ 154487 w 1366596"/>
                <a:gd name="T5" fmla="*/ 97568 h 809868"/>
                <a:gd name="T6" fmla="*/ 822 w 1366596"/>
                <a:gd name="T7" fmla="*/ 51556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64" name="Freeform 263">
              <a:extLst>
                <a:ext uri="{FF2B5EF4-FFF2-40B4-BE49-F238E27FC236}">
                  <a16:creationId xmlns:a16="http://schemas.microsoft.com/office/drawing/2014/main" id="{43C530C6-57F7-D943-BF8C-3B8BE501FC32}"/>
                </a:ext>
              </a:extLst>
            </p:cNvPr>
            <p:cNvSpPr>
              <a:spLocks/>
            </p:cNvSpPr>
            <p:nvPr/>
          </p:nvSpPr>
          <p:spPr bwMode="auto">
            <a:xfrm>
              <a:off x="2089977" y="1730980"/>
              <a:ext cx="240888" cy="95187"/>
            </a:xfrm>
            <a:custGeom>
              <a:avLst/>
              <a:gdLst>
                <a:gd name="T0" fmla="*/ 237599 w 1348191"/>
                <a:gd name="T1" fmla="*/ 0 h 791462"/>
                <a:gd name="T2" fmla="*/ 240888 w 1348191"/>
                <a:gd name="T3" fmla="*/ 45933 h 791462"/>
                <a:gd name="T4" fmla="*/ 87147 w 1348191"/>
                <a:gd name="T5" fmla="*/ 95187 h 791462"/>
                <a:gd name="T6" fmla="*/ 0 w 1348191"/>
                <a:gd name="T7" fmla="*/ 73604 h 791462"/>
                <a:gd name="T8" fmla="*/ 237599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265" name="Straight Connector 264">
              <a:extLst>
                <a:ext uri="{FF2B5EF4-FFF2-40B4-BE49-F238E27FC236}">
                  <a16:creationId xmlns:a16="http://schemas.microsoft.com/office/drawing/2014/main" id="{04998C4B-6CC3-804D-8149-EB9753D18CA7}"/>
                </a:ext>
              </a:extLst>
            </p:cNvPr>
            <p:cNvCxnSpPr>
              <a:cxnSpLocks noChangeShapeType="1"/>
              <a:endCxn id="260" idx="2"/>
            </p:cNvCxnSpPr>
            <p:nvPr/>
          </p:nvCxnSpPr>
          <p:spPr bwMode="auto">
            <a:xfrm flipH="1" flipV="1">
              <a:off x="1871277" y="1735739"/>
              <a:ext cx="3169" cy="123743"/>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266" name="Straight Connector 265">
              <a:extLst>
                <a:ext uri="{FF2B5EF4-FFF2-40B4-BE49-F238E27FC236}">
                  <a16:creationId xmlns:a16="http://schemas.microsoft.com/office/drawing/2014/main" id="{565D2A47-CC6C-8440-A5DF-83E670BCAF12}"/>
                </a:ext>
              </a:extLst>
            </p:cNvPr>
            <p:cNvCxnSpPr>
              <a:cxnSpLocks noChangeShapeType="1"/>
            </p:cNvCxnSpPr>
            <p:nvPr/>
          </p:nvCxnSpPr>
          <p:spPr bwMode="auto">
            <a:xfrm flipH="1" flipV="1">
              <a:off x="2996477" y="1733359"/>
              <a:ext cx="3171" cy="123743"/>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267" name="Group 337">
            <a:extLst>
              <a:ext uri="{FF2B5EF4-FFF2-40B4-BE49-F238E27FC236}">
                <a16:creationId xmlns:a16="http://schemas.microsoft.com/office/drawing/2014/main" id="{82B40A4C-BCB9-0F49-86D8-65358510B247}"/>
              </a:ext>
            </a:extLst>
          </p:cNvPr>
          <p:cNvGrpSpPr>
            <a:grpSpLocks/>
          </p:cNvGrpSpPr>
          <p:nvPr/>
        </p:nvGrpSpPr>
        <p:grpSpPr bwMode="auto">
          <a:xfrm>
            <a:off x="6609935" y="5967482"/>
            <a:ext cx="563563" cy="293688"/>
            <a:chOff x="1871277" y="1576300"/>
            <a:chExt cx="1128371" cy="437861"/>
          </a:xfrm>
        </p:grpSpPr>
        <p:sp>
          <p:nvSpPr>
            <p:cNvPr id="268" name="Oval 267">
              <a:extLst>
                <a:ext uri="{FF2B5EF4-FFF2-40B4-BE49-F238E27FC236}">
                  <a16:creationId xmlns:a16="http://schemas.microsoft.com/office/drawing/2014/main" id="{683F4F4C-42FD-9846-A017-5B90A1CDF30A}"/>
                </a:ext>
              </a:extLst>
            </p:cNvPr>
            <p:cNvSpPr>
              <a:spLocks noChangeArrowheads="1"/>
            </p:cNvSpPr>
            <p:nvPr/>
          </p:nvSpPr>
          <p:spPr bwMode="auto">
            <a:xfrm flipV="1">
              <a:off x="1874457" y="1694641"/>
              <a:ext cx="1125191" cy="319520"/>
            </a:xfrm>
            <a:prstGeom prst="ellipse">
              <a:avLst/>
            </a:prstGeom>
            <a:gradFill rotWithShape="1">
              <a:gsLst>
                <a:gs pos="0">
                  <a:srgbClr val="262699"/>
                </a:gs>
                <a:gs pos="53000">
                  <a:srgbClr val="8585E0"/>
                </a:gs>
                <a:gs pos="100000">
                  <a:srgbClr val="262699"/>
                </a:gs>
              </a:gsLst>
              <a:lin ang="0" scaled="1"/>
            </a:gra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269" name="Rectangle 268">
              <a:extLst>
                <a:ext uri="{FF2B5EF4-FFF2-40B4-BE49-F238E27FC236}">
                  <a16:creationId xmlns:a16="http://schemas.microsoft.com/office/drawing/2014/main" id="{3F600344-6D5A-5149-9480-8AD325F910A2}"/>
                </a:ext>
              </a:extLst>
            </p:cNvPr>
            <p:cNvSpPr/>
            <p:nvPr/>
          </p:nvSpPr>
          <p:spPr bwMode="auto">
            <a:xfrm>
              <a:off x="1871277" y="1739611"/>
              <a:ext cx="1128371" cy="115973"/>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270" name="Oval 269">
              <a:extLst>
                <a:ext uri="{FF2B5EF4-FFF2-40B4-BE49-F238E27FC236}">
                  <a16:creationId xmlns:a16="http://schemas.microsoft.com/office/drawing/2014/main" id="{358912A5-2365-7548-98D1-05C254AB8C93}"/>
                </a:ext>
              </a:extLst>
            </p:cNvPr>
            <p:cNvSpPr>
              <a:spLocks noChangeArrowheads="1"/>
            </p:cNvSpPr>
            <p:nvPr/>
          </p:nvSpPr>
          <p:spPr bwMode="auto">
            <a:xfrm flipV="1">
              <a:off x="1871277" y="1576300"/>
              <a:ext cx="1125191" cy="319520"/>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271" name="Freeform 270">
              <a:extLst>
                <a:ext uri="{FF2B5EF4-FFF2-40B4-BE49-F238E27FC236}">
                  <a16:creationId xmlns:a16="http://schemas.microsoft.com/office/drawing/2014/main" id="{856A4118-FA0A-BF49-876A-9D235E6C6E2E}"/>
                </a:ext>
              </a:extLst>
            </p:cNvPr>
            <p:cNvSpPr/>
            <p:nvPr/>
          </p:nvSpPr>
          <p:spPr bwMode="auto">
            <a:xfrm>
              <a:off x="2160522" y="1673340"/>
              <a:ext cx="546703" cy="160943"/>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272" name="Freeform 271">
              <a:extLst>
                <a:ext uri="{FF2B5EF4-FFF2-40B4-BE49-F238E27FC236}">
                  <a16:creationId xmlns:a16="http://schemas.microsoft.com/office/drawing/2014/main" id="{73066D64-2E3F-F24D-B741-44F8F9E6C32A}"/>
                </a:ext>
              </a:extLst>
            </p:cNvPr>
            <p:cNvSpPr>
              <a:spLocks/>
            </p:cNvSpPr>
            <p:nvPr/>
          </p:nvSpPr>
          <p:spPr bwMode="auto">
            <a:xfrm>
              <a:off x="2103309" y="1633103"/>
              <a:ext cx="661129" cy="111241"/>
            </a:xfrm>
            <a:custGeom>
              <a:avLst/>
              <a:gdLst>
                <a:gd name="T0" fmla="*/ 0 w 3723451"/>
                <a:gd name="T1" fmla="*/ 27215 h 932950"/>
                <a:gd name="T2" fmla="*/ 116330 w 3723451"/>
                <a:gd name="T3" fmla="*/ 321 h 932950"/>
                <a:gd name="T4" fmla="*/ 329508 w 3723451"/>
                <a:gd name="T5" fmla="*/ 62070 h 932950"/>
                <a:gd name="T6" fmla="*/ 532883 w 3723451"/>
                <a:gd name="T7" fmla="*/ 0 h 932950"/>
                <a:gd name="T8" fmla="*/ 661129 w 3723451"/>
                <a:gd name="T9" fmla="*/ 24700 h 932950"/>
                <a:gd name="T10" fmla="*/ 565714 w 3723451"/>
                <a:gd name="T11" fmla="*/ 55072 h 932950"/>
                <a:gd name="T12" fmla="*/ 534995 w 3723451"/>
                <a:gd name="T13" fmla="*/ 46883 h 932950"/>
                <a:gd name="T14" fmla="*/ 333254 w 3723451"/>
                <a:gd name="T15" fmla="*/ 111241 h 932950"/>
                <a:gd name="T16" fmla="*/ 126353 w 3723451"/>
                <a:gd name="T17" fmla="*/ 49251 h 932950"/>
                <a:gd name="T18" fmla="*/ 92901 w 3723451"/>
                <a:gd name="T19" fmla="*/ 55941 h 932950"/>
                <a:gd name="T20" fmla="*/ 0 w 3723451"/>
                <a:gd name="T21" fmla="*/ 2721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73" name="Freeform 272">
              <a:extLst>
                <a:ext uri="{FF2B5EF4-FFF2-40B4-BE49-F238E27FC236}">
                  <a16:creationId xmlns:a16="http://schemas.microsoft.com/office/drawing/2014/main" id="{63C7C818-A6BA-5B46-8663-C7EB1B1CEB1A}"/>
                </a:ext>
              </a:extLst>
            </p:cNvPr>
            <p:cNvSpPr>
              <a:spLocks/>
            </p:cNvSpPr>
            <p:nvPr/>
          </p:nvSpPr>
          <p:spPr bwMode="auto">
            <a:xfrm>
              <a:off x="2538763" y="1727776"/>
              <a:ext cx="241567" cy="97040"/>
            </a:xfrm>
            <a:custGeom>
              <a:avLst/>
              <a:gdLst>
                <a:gd name="T0" fmla="*/ 0 w 1366596"/>
                <a:gd name="T1" fmla="*/ 0 h 809868"/>
                <a:gd name="T2" fmla="*/ 241567 w 1366596"/>
                <a:gd name="T3" fmla="*/ 74985 h 809868"/>
                <a:gd name="T4" fmla="*/ 152911 w 1366596"/>
                <a:gd name="T5" fmla="*/ 97040 h 809868"/>
                <a:gd name="T6" fmla="*/ 813 w 1366596"/>
                <a:gd name="T7" fmla="*/ 51277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74" name="Freeform 273">
              <a:extLst>
                <a:ext uri="{FF2B5EF4-FFF2-40B4-BE49-F238E27FC236}">
                  <a16:creationId xmlns:a16="http://schemas.microsoft.com/office/drawing/2014/main" id="{958FEB88-75FB-2D44-9A10-0367FDB3A463}"/>
                </a:ext>
              </a:extLst>
            </p:cNvPr>
            <p:cNvSpPr>
              <a:spLocks/>
            </p:cNvSpPr>
            <p:nvPr/>
          </p:nvSpPr>
          <p:spPr bwMode="auto">
            <a:xfrm>
              <a:off x="2090595" y="1730144"/>
              <a:ext cx="238387" cy="97039"/>
            </a:xfrm>
            <a:custGeom>
              <a:avLst/>
              <a:gdLst>
                <a:gd name="T0" fmla="*/ 235133 w 1348191"/>
                <a:gd name="T1" fmla="*/ 0 h 791462"/>
                <a:gd name="T2" fmla="*/ 238387 w 1348191"/>
                <a:gd name="T3" fmla="*/ 46827 h 791462"/>
                <a:gd name="T4" fmla="*/ 86242 w 1348191"/>
                <a:gd name="T5" fmla="*/ 97039 h 791462"/>
                <a:gd name="T6" fmla="*/ 0 w 1348191"/>
                <a:gd name="T7" fmla="*/ 75036 h 791462"/>
                <a:gd name="T8" fmla="*/ 235133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275" name="Straight Connector 274">
              <a:extLst>
                <a:ext uri="{FF2B5EF4-FFF2-40B4-BE49-F238E27FC236}">
                  <a16:creationId xmlns:a16="http://schemas.microsoft.com/office/drawing/2014/main" id="{E5F8810D-58B9-1B41-9069-743A57CBD942}"/>
                </a:ext>
              </a:extLst>
            </p:cNvPr>
            <p:cNvCxnSpPr>
              <a:cxnSpLocks noChangeShapeType="1"/>
              <a:endCxn id="270" idx="2"/>
            </p:cNvCxnSpPr>
            <p:nvPr/>
          </p:nvCxnSpPr>
          <p:spPr bwMode="auto">
            <a:xfrm flipH="1" flipV="1">
              <a:off x="1871277" y="1737243"/>
              <a:ext cx="3180" cy="123074"/>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276" name="Straight Connector 275">
              <a:extLst>
                <a:ext uri="{FF2B5EF4-FFF2-40B4-BE49-F238E27FC236}">
                  <a16:creationId xmlns:a16="http://schemas.microsoft.com/office/drawing/2014/main" id="{B7248C01-1BC9-084D-9C19-4C517E66801B}"/>
                </a:ext>
              </a:extLst>
            </p:cNvPr>
            <p:cNvCxnSpPr>
              <a:cxnSpLocks noChangeShapeType="1"/>
            </p:cNvCxnSpPr>
            <p:nvPr/>
          </p:nvCxnSpPr>
          <p:spPr bwMode="auto">
            <a:xfrm flipH="1" flipV="1">
              <a:off x="2996468" y="1734877"/>
              <a:ext cx="3180" cy="123074"/>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277" name="Group 347">
            <a:extLst>
              <a:ext uri="{FF2B5EF4-FFF2-40B4-BE49-F238E27FC236}">
                <a16:creationId xmlns:a16="http://schemas.microsoft.com/office/drawing/2014/main" id="{EA66C38A-2A9F-054D-B190-0607C48440C0}"/>
              </a:ext>
            </a:extLst>
          </p:cNvPr>
          <p:cNvGrpSpPr>
            <a:grpSpLocks/>
          </p:cNvGrpSpPr>
          <p:nvPr/>
        </p:nvGrpSpPr>
        <p:grpSpPr bwMode="auto">
          <a:xfrm>
            <a:off x="7332248" y="5653157"/>
            <a:ext cx="565150" cy="293688"/>
            <a:chOff x="1871277" y="1576300"/>
            <a:chExt cx="1128371" cy="437861"/>
          </a:xfrm>
        </p:grpSpPr>
        <p:sp>
          <p:nvSpPr>
            <p:cNvPr id="278" name="Oval 277">
              <a:extLst>
                <a:ext uri="{FF2B5EF4-FFF2-40B4-BE49-F238E27FC236}">
                  <a16:creationId xmlns:a16="http://schemas.microsoft.com/office/drawing/2014/main" id="{578C6C8A-3C2C-CA47-A52F-E5336E397A8C}"/>
                </a:ext>
              </a:extLst>
            </p:cNvPr>
            <p:cNvSpPr>
              <a:spLocks noChangeArrowheads="1"/>
            </p:cNvSpPr>
            <p:nvPr/>
          </p:nvSpPr>
          <p:spPr bwMode="auto">
            <a:xfrm flipV="1">
              <a:off x="1874446" y="1694641"/>
              <a:ext cx="1125202" cy="319520"/>
            </a:xfrm>
            <a:prstGeom prst="ellipse">
              <a:avLst/>
            </a:prstGeom>
            <a:gradFill rotWithShape="1">
              <a:gsLst>
                <a:gs pos="0">
                  <a:srgbClr val="262699"/>
                </a:gs>
                <a:gs pos="53000">
                  <a:srgbClr val="8585E0"/>
                </a:gs>
                <a:gs pos="100000">
                  <a:srgbClr val="262699"/>
                </a:gs>
              </a:gsLst>
              <a:lin ang="0" scaled="1"/>
            </a:gra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279" name="Rectangle 278">
              <a:extLst>
                <a:ext uri="{FF2B5EF4-FFF2-40B4-BE49-F238E27FC236}">
                  <a16:creationId xmlns:a16="http://schemas.microsoft.com/office/drawing/2014/main" id="{40527894-E8D6-8847-A758-9F4A98B89D5B}"/>
                </a:ext>
              </a:extLst>
            </p:cNvPr>
            <p:cNvSpPr/>
            <p:nvPr/>
          </p:nvSpPr>
          <p:spPr bwMode="auto">
            <a:xfrm>
              <a:off x="1871277" y="1739611"/>
              <a:ext cx="1128371" cy="115973"/>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280" name="Oval 279">
              <a:extLst>
                <a:ext uri="{FF2B5EF4-FFF2-40B4-BE49-F238E27FC236}">
                  <a16:creationId xmlns:a16="http://schemas.microsoft.com/office/drawing/2014/main" id="{50FCBF9F-6CE0-7B47-94FC-CD5787B788A2}"/>
                </a:ext>
              </a:extLst>
            </p:cNvPr>
            <p:cNvSpPr>
              <a:spLocks noChangeArrowheads="1"/>
            </p:cNvSpPr>
            <p:nvPr/>
          </p:nvSpPr>
          <p:spPr bwMode="auto">
            <a:xfrm flipV="1">
              <a:off x="1871277" y="1576300"/>
              <a:ext cx="1125200" cy="319520"/>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281" name="Freeform 280">
              <a:extLst>
                <a:ext uri="{FF2B5EF4-FFF2-40B4-BE49-F238E27FC236}">
                  <a16:creationId xmlns:a16="http://schemas.microsoft.com/office/drawing/2014/main" id="{5D5ADD21-3F21-8E47-B87D-2BDC146712B9}"/>
                </a:ext>
              </a:extLst>
            </p:cNvPr>
            <p:cNvSpPr/>
            <p:nvPr/>
          </p:nvSpPr>
          <p:spPr bwMode="auto">
            <a:xfrm>
              <a:off x="2159708" y="1673340"/>
              <a:ext cx="548339" cy="160943"/>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282" name="Freeform 281">
              <a:extLst>
                <a:ext uri="{FF2B5EF4-FFF2-40B4-BE49-F238E27FC236}">
                  <a16:creationId xmlns:a16="http://schemas.microsoft.com/office/drawing/2014/main" id="{0FF22D66-78A9-2245-ACA6-A35063B9545F}"/>
                </a:ext>
              </a:extLst>
            </p:cNvPr>
            <p:cNvSpPr>
              <a:spLocks/>
            </p:cNvSpPr>
            <p:nvPr/>
          </p:nvSpPr>
          <p:spPr bwMode="auto">
            <a:xfrm>
              <a:off x="2102655" y="1633103"/>
              <a:ext cx="662444" cy="111241"/>
            </a:xfrm>
            <a:custGeom>
              <a:avLst/>
              <a:gdLst>
                <a:gd name="T0" fmla="*/ 0 w 3723451"/>
                <a:gd name="T1" fmla="*/ 27215 h 932950"/>
                <a:gd name="T2" fmla="*/ 116562 w 3723451"/>
                <a:gd name="T3" fmla="*/ 321 h 932950"/>
                <a:gd name="T4" fmla="*/ 330164 w 3723451"/>
                <a:gd name="T5" fmla="*/ 62070 h 932950"/>
                <a:gd name="T6" fmla="*/ 533943 w 3723451"/>
                <a:gd name="T7" fmla="*/ 0 h 932950"/>
                <a:gd name="T8" fmla="*/ 662444 w 3723451"/>
                <a:gd name="T9" fmla="*/ 24700 h 932950"/>
                <a:gd name="T10" fmla="*/ 566839 w 3723451"/>
                <a:gd name="T11" fmla="*/ 55072 h 932950"/>
                <a:gd name="T12" fmla="*/ 536059 w 3723451"/>
                <a:gd name="T13" fmla="*/ 46883 h 932950"/>
                <a:gd name="T14" fmla="*/ 333917 w 3723451"/>
                <a:gd name="T15" fmla="*/ 111241 h 932950"/>
                <a:gd name="T16" fmla="*/ 126604 w 3723451"/>
                <a:gd name="T17" fmla="*/ 49251 h 932950"/>
                <a:gd name="T18" fmla="*/ 93086 w 3723451"/>
                <a:gd name="T19" fmla="*/ 55941 h 932950"/>
                <a:gd name="T20" fmla="*/ 0 w 3723451"/>
                <a:gd name="T21" fmla="*/ 2721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3" name="Freeform 282">
              <a:extLst>
                <a:ext uri="{FF2B5EF4-FFF2-40B4-BE49-F238E27FC236}">
                  <a16:creationId xmlns:a16="http://schemas.microsoft.com/office/drawing/2014/main" id="{A86BA2E2-E459-454D-98E3-2CB0E41E1ED3}"/>
                </a:ext>
              </a:extLst>
            </p:cNvPr>
            <p:cNvSpPr>
              <a:spLocks/>
            </p:cNvSpPr>
            <p:nvPr/>
          </p:nvSpPr>
          <p:spPr bwMode="auto">
            <a:xfrm>
              <a:off x="2536889" y="1727776"/>
              <a:ext cx="244057" cy="97040"/>
            </a:xfrm>
            <a:custGeom>
              <a:avLst/>
              <a:gdLst>
                <a:gd name="T0" fmla="*/ 0 w 1366596"/>
                <a:gd name="T1" fmla="*/ 0 h 809868"/>
                <a:gd name="T2" fmla="*/ 244057 w 1366596"/>
                <a:gd name="T3" fmla="*/ 74985 h 809868"/>
                <a:gd name="T4" fmla="*/ 154487 w 1366596"/>
                <a:gd name="T5" fmla="*/ 97040 h 809868"/>
                <a:gd name="T6" fmla="*/ 822 w 1366596"/>
                <a:gd name="T7" fmla="*/ 51277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4" name="Freeform 283">
              <a:extLst>
                <a:ext uri="{FF2B5EF4-FFF2-40B4-BE49-F238E27FC236}">
                  <a16:creationId xmlns:a16="http://schemas.microsoft.com/office/drawing/2014/main" id="{32EB212F-0575-FD42-B1AF-F3AAD1FDE604}"/>
                </a:ext>
              </a:extLst>
            </p:cNvPr>
            <p:cNvSpPr>
              <a:spLocks/>
            </p:cNvSpPr>
            <p:nvPr/>
          </p:nvSpPr>
          <p:spPr bwMode="auto">
            <a:xfrm>
              <a:off x="2089977" y="1730144"/>
              <a:ext cx="240888" cy="97039"/>
            </a:xfrm>
            <a:custGeom>
              <a:avLst/>
              <a:gdLst>
                <a:gd name="T0" fmla="*/ 237599 w 1348191"/>
                <a:gd name="T1" fmla="*/ 0 h 791462"/>
                <a:gd name="T2" fmla="*/ 240888 w 1348191"/>
                <a:gd name="T3" fmla="*/ 46827 h 791462"/>
                <a:gd name="T4" fmla="*/ 87147 w 1348191"/>
                <a:gd name="T5" fmla="*/ 97039 h 791462"/>
                <a:gd name="T6" fmla="*/ 0 w 1348191"/>
                <a:gd name="T7" fmla="*/ 75036 h 791462"/>
                <a:gd name="T8" fmla="*/ 237599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285" name="Straight Connector 284">
              <a:extLst>
                <a:ext uri="{FF2B5EF4-FFF2-40B4-BE49-F238E27FC236}">
                  <a16:creationId xmlns:a16="http://schemas.microsoft.com/office/drawing/2014/main" id="{913FC001-18AF-3A49-BFB4-0B914F19FFD8}"/>
                </a:ext>
              </a:extLst>
            </p:cNvPr>
            <p:cNvCxnSpPr>
              <a:cxnSpLocks noChangeShapeType="1"/>
              <a:endCxn id="280" idx="2"/>
            </p:cNvCxnSpPr>
            <p:nvPr/>
          </p:nvCxnSpPr>
          <p:spPr bwMode="auto">
            <a:xfrm flipH="1" flipV="1">
              <a:off x="1871277" y="1737243"/>
              <a:ext cx="3169" cy="123074"/>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286" name="Straight Connector 285">
              <a:extLst>
                <a:ext uri="{FF2B5EF4-FFF2-40B4-BE49-F238E27FC236}">
                  <a16:creationId xmlns:a16="http://schemas.microsoft.com/office/drawing/2014/main" id="{7194EB53-3E3D-024D-B0D2-5596DAD2A331}"/>
                </a:ext>
              </a:extLst>
            </p:cNvPr>
            <p:cNvCxnSpPr>
              <a:cxnSpLocks noChangeShapeType="1"/>
            </p:cNvCxnSpPr>
            <p:nvPr/>
          </p:nvCxnSpPr>
          <p:spPr bwMode="auto">
            <a:xfrm flipH="1" flipV="1">
              <a:off x="2996477" y="1734877"/>
              <a:ext cx="3171" cy="123074"/>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287" name="Group 286">
            <a:extLst>
              <a:ext uri="{FF2B5EF4-FFF2-40B4-BE49-F238E27FC236}">
                <a16:creationId xmlns:a16="http://schemas.microsoft.com/office/drawing/2014/main" id="{7169FC3C-178E-6048-AB6C-8493893B17E5}"/>
              </a:ext>
            </a:extLst>
          </p:cNvPr>
          <p:cNvGrpSpPr>
            <a:grpSpLocks/>
          </p:cNvGrpSpPr>
          <p:nvPr/>
        </p:nvGrpSpPr>
        <p:grpSpPr bwMode="auto">
          <a:xfrm>
            <a:off x="3347623" y="2370207"/>
            <a:ext cx="5270500" cy="3805238"/>
            <a:chOff x="1757805" y="2331054"/>
            <a:chExt cx="5270058" cy="3804634"/>
          </a:xfrm>
        </p:grpSpPr>
        <p:sp>
          <p:nvSpPr>
            <p:cNvPr id="288" name="Freeform 287">
              <a:extLst>
                <a:ext uri="{FF2B5EF4-FFF2-40B4-BE49-F238E27FC236}">
                  <a16:creationId xmlns:a16="http://schemas.microsoft.com/office/drawing/2014/main" id="{440C625E-763F-DC45-B239-42BFE9E9081B}"/>
                </a:ext>
              </a:extLst>
            </p:cNvPr>
            <p:cNvSpPr/>
            <p:nvPr/>
          </p:nvSpPr>
          <p:spPr>
            <a:xfrm>
              <a:off x="1776853" y="4829382"/>
              <a:ext cx="1220685" cy="920604"/>
            </a:xfrm>
            <a:custGeom>
              <a:avLst/>
              <a:gdLst>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418712 w 1040633"/>
                <a:gd name="connsiteY4" fmla="*/ 1189324 h 1219697"/>
                <a:gd name="connsiteX5" fmla="*/ 139870 w 1040633"/>
                <a:gd name="connsiteY5" fmla="*/ 1191723 h 1219697"/>
                <a:gd name="connsiteX0" fmla="*/ 139870 w 1040633"/>
                <a:gd name="connsiteY0" fmla="*/ 1191723 h 1355926"/>
                <a:gd name="connsiteX1" fmla="*/ 0 w 1040633"/>
                <a:gd name="connsiteY1" fmla="*/ 0 h 1355926"/>
                <a:gd name="connsiteX2" fmla="*/ 1040633 w 1040633"/>
                <a:gd name="connsiteY2" fmla="*/ 16785 h 1355926"/>
                <a:gd name="connsiteX3" fmla="*/ 833625 w 1040633"/>
                <a:gd name="connsiteY3" fmla="*/ 1219697 h 1355926"/>
                <a:gd name="connsiteX4" fmla="*/ 139870 w 1040633"/>
                <a:gd name="connsiteY4" fmla="*/ 1191723 h 1355926"/>
                <a:gd name="connsiteX0" fmla="*/ 139870 w 1040633"/>
                <a:gd name="connsiteY0" fmla="*/ 1191723 h 1289901"/>
                <a:gd name="connsiteX1" fmla="*/ 0 w 1040633"/>
                <a:gd name="connsiteY1" fmla="*/ 0 h 1289901"/>
                <a:gd name="connsiteX2" fmla="*/ 1040633 w 1040633"/>
                <a:gd name="connsiteY2" fmla="*/ 16785 h 1289901"/>
                <a:gd name="connsiteX3" fmla="*/ 833625 w 1040633"/>
                <a:gd name="connsiteY3" fmla="*/ 1219697 h 1289901"/>
                <a:gd name="connsiteX4" fmla="*/ 139870 w 1040633"/>
                <a:gd name="connsiteY4" fmla="*/ 1191723 h 1289901"/>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191723"/>
                <a:gd name="connsiteX1" fmla="*/ 0 w 1040633"/>
                <a:gd name="connsiteY1" fmla="*/ 0 h 1191723"/>
                <a:gd name="connsiteX2" fmla="*/ 1040633 w 1040633"/>
                <a:gd name="connsiteY2" fmla="*/ 16785 h 1191723"/>
                <a:gd name="connsiteX3" fmla="*/ 671988 w 1040633"/>
                <a:gd name="connsiteY3" fmla="*/ 1158121 h 1191723"/>
                <a:gd name="connsiteX4" fmla="*/ 139870 w 1040633"/>
                <a:gd name="connsiteY4" fmla="*/ 1191723 h 1191723"/>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363082 w 1040633"/>
                <a:gd name="connsiteY4" fmla="*/ 1160935 h 1160935"/>
                <a:gd name="connsiteX0" fmla="*/ 448507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448507 w 1040633"/>
                <a:gd name="connsiteY4" fmla="*/ 1160935 h 1160935"/>
                <a:gd name="connsiteX0" fmla="*/ 448507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448507 w 1040633"/>
                <a:gd name="connsiteY4" fmla="*/ 1160935 h 1160935"/>
                <a:gd name="connsiteX0" fmla="*/ 448507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448507 w 1040633"/>
                <a:gd name="connsiteY4" fmla="*/ 1160935 h 1160935"/>
                <a:gd name="connsiteX0" fmla="*/ 448507 w 1325315"/>
                <a:gd name="connsiteY0" fmla="*/ 1160935 h 1160935"/>
                <a:gd name="connsiteX1" fmla="*/ 0 w 1325315"/>
                <a:gd name="connsiteY1" fmla="*/ 0 h 1160935"/>
                <a:gd name="connsiteX2" fmla="*/ 1040633 w 1325315"/>
                <a:gd name="connsiteY2" fmla="*/ 16785 h 1160935"/>
                <a:gd name="connsiteX3" fmla="*/ 1214315 w 1325315"/>
                <a:gd name="connsiteY3" fmla="*/ 1064597 h 1160935"/>
                <a:gd name="connsiteX4" fmla="*/ 448507 w 1325315"/>
                <a:gd name="connsiteY4" fmla="*/ 1160935 h 1160935"/>
                <a:gd name="connsiteX0" fmla="*/ 448507 w 1214315"/>
                <a:gd name="connsiteY0" fmla="*/ 1160935 h 1160935"/>
                <a:gd name="connsiteX1" fmla="*/ 0 w 1214315"/>
                <a:gd name="connsiteY1" fmla="*/ 0 h 1160935"/>
                <a:gd name="connsiteX2" fmla="*/ 1040633 w 1214315"/>
                <a:gd name="connsiteY2" fmla="*/ 16785 h 1160935"/>
                <a:gd name="connsiteX3" fmla="*/ 1214315 w 1214315"/>
                <a:gd name="connsiteY3" fmla="*/ 1064597 h 1160935"/>
                <a:gd name="connsiteX4" fmla="*/ 448507 w 1214315"/>
                <a:gd name="connsiteY4" fmla="*/ 1160935 h 1160935"/>
                <a:gd name="connsiteX0" fmla="*/ 448507 w 1214315"/>
                <a:gd name="connsiteY0" fmla="*/ 1160935 h 1160935"/>
                <a:gd name="connsiteX1" fmla="*/ 0 w 1214315"/>
                <a:gd name="connsiteY1" fmla="*/ 0 h 1160935"/>
                <a:gd name="connsiteX2" fmla="*/ 1040633 w 1214315"/>
                <a:gd name="connsiteY2" fmla="*/ 16785 h 1160935"/>
                <a:gd name="connsiteX3" fmla="*/ 1214315 w 1214315"/>
                <a:gd name="connsiteY3" fmla="*/ 1064597 h 1160935"/>
                <a:gd name="connsiteX4" fmla="*/ 448507 w 1214315"/>
                <a:gd name="connsiteY4" fmla="*/ 1160935 h 1160935"/>
                <a:gd name="connsiteX0" fmla="*/ 1053964 w 1214315"/>
                <a:gd name="connsiteY0" fmla="*/ 1136323 h 1136323"/>
                <a:gd name="connsiteX1" fmla="*/ 0 w 1214315"/>
                <a:gd name="connsiteY1" fmla="*/ 0 h 1136323"/>
                <a:gd name="connsiteX2" fmla="*/ 1040633 w 1214315"/>
                <a:gd name="connsiteY2" fmla="*/ 16785 h 1136323"/>
                <a:gd name="connsiteX3" fmla="*/ 1214315 w 1214315"/>
                <a:gd name="connsiteY3" fmla="*/ 1064597 h 1136323"/>
                <a:gd name="connsiteX4" fmla="*/ 1053964 w 1214315"/>
                <a:gd name="connsiteY4" fmla="*/ 1136323 h 1136323"/>
                <a:gd name="connsiteX0" fmla="*/ 1053964 w 1214315"/>
                <a:gd name="connsiteY0" fmla="*/ 1136323 h 1136323"/>
                <a:gd name="connsiteX1" fmla="*/ 0 w 1214315"/>
                <a:gd name="connsiteY1" fmla="*/ 0 h 1136323"/>
                <a:gd name="connsiteX2" fmla="*/ 1040633 w 1214315"/>
                <a:gd name="connsiteY2" fmla="*/ 16785 h 1136323"/>
                <a:gd name="connsiteX3" fmla="*/ 1214315 w 1214315"/>
                <a:gd name="connsiteY3" fmla="*/ 1064597 h 1136323"/>
                <a:gd name="connsiteX4" fmla="*/ 1053964 w 1214315"/>
                <a:gd name="connsiteY4" fmla="*/ 1136323 h 1136323"/>
                <a:gd name="connsiteX0" fmla="*/ 1053964 w 1214315"/>
                <a:gd name="connsiteY0" fmla="*/ 1136323 h 1136323"/>
                <a:gd name="connsiteX1" fmla="*/ 0 w 1214315"/>
                <a:gd name="connsiteY1" fmla="*/ 0 h 1136323"/>
                <a:gd name="connsiteX2" fmla="*/ 1040633 w 1214315"/>
                <a:gd name="connsiteY2" fmla="*/ 16785 h 1136323"/>
                <a:gd name="connsiteX3" fmla="*/ 1214315 w 1214315"/>
                <a:gd name="connsiteY3" fmla="*/ 1064597 h 1136323"/>
                <a:gd name="connsiteX4" fmla="*/ 1053964 w 1214315"/>
                <a:gd name="connsiteY4" fmla="*/ 1136323 h 1136323"/>
                <a:gd name="connsiteX0" fmla="*/ 1060159 w 1220510"/>
                <a:gd name="connsiteY0" fmla="*/ 1119627 h 1119627"/>
                <a:gd name="connsiteX1" fmla="*/ 0 w 1220510"/>
                <a:gd name="connsiteY1" fmla="*/ 249694 h 1119627"/>
                <a:gd name="connsiteX2" fmla="*/ 1046828 w 1220510"/>
                <a:gd name="connsiteY2" fmla="*/ 89 h 1119627"/>
                <a:gd name="connsiteX3" fmla="*/ 1220510 w 1220510"/>
                <a:gd name="connsiteY3" fmla="*/ 1047901 h 1119627"/>
                <a:gd name="connsiteX4" fmla="*/ 1060159 w 1220510"/>
                <a:gd name="connsiteY4" fmla="*/ 1119627 h 1119627"/>
                <a:gd name="connsiteX0" fmla="*/ 1060159 w 1220510"/>
                <a:gd name="connsiteY0" fmla="*/ 1119627 h 1119627"/>
                <a:gd name="connsiteX1" fmla="*/ 0 w 1220510"/>
                <a:gd name="connsiteY1" fmla="*/ 249694 h 1119627"/>
                <a:gd name="connsiteX2" fmla="*/ 1046828 w 1220510"/>
                <a:gd name="connsiteY2" fmla="*/ 89 h 1119627"/>
                <a:gd name="connsiteX3" fmla="*/ 1220510 w 1220510"/>
                <a:gd name="connsiteY3" fmla="*/ 1047901 h 1119627"/>
                <a:gd name="connsiteX4" fmla="*/ 1060159 w 1220510"/>
                <a:gd name="connsiteY4" fmla="*/ 1119627 h 1119627"/>
                <a:gd name="connsiteX0" fmla="*/ 1060159 w 1220510"/>
                <a:gd name="connsiteY0" fmla="*/ 1119627 h 1119627"/>
                <a:gd name="connsiteX1" fmla="*/ 0 w 1220510"/>
                <a:gd name="connsiteY1" fmla="*/ 249694 h 1119627"/>
                <a:gd name="connsiteX2" fmla="*/ 1046828 w 1220510"/>
                <a:gd name="connsiteY2" fmla="*/ 89 h 1119627"/>
                <a:gd name="connsiteX3" fmla="*/ 1220510 w 1220510"/>
                <a:gd name="connsiteY3" fmla="*/ 1047901 h 1119627"/>
                <a:gd name="connsiteX4" fmla="*/ 1060159 w 1220510"/>
                <a:gd name="connsiteY4" fmla="*/ 1119627 h 1119627"/>
                <a:gd name="connsiteX0" fmla="*/ 1060159 w 1220510"/>
                <a:gd name="connsiteY0" fmla="*/ 921649 h 921649"/>
                <a:gd name="connsiteX1" fmla="*/ 0 w 1220510"/>
                <a:gd name="connsiteY1" fmla="*/ 51716 h 921649"/>
                <a:gd name="connsiteX2" fmla="*/ 1059218 w 1220510"/>
                <a:gd name="connsiteY2" fmla="*/ 355 h 921649"/>
                <a:gd name="connsiteX3" fmla="*/ 1220510 w 1220510"/>
                <a:gd name="connsiteY3" fmla="*/ 849923 h 921649"/>
                <a:gd name="connsiteX4" fmla="*/ 1060159 w 1220510"/>
                <a:gd name="connsiteY4" fmla="*/ 921649 h 921649"/>
                <a:gd name="connsiteX0" fmla="*/ 1060159 w 1220510"/>
                <a:gd name="connsiteY0" fmla="*/ 921649 h 921649"/>
                <a:gd name="connsiteX1" fmla="*/ 0 w 1220510"/>
                <a:gd name="connsiteY1" fmla="*/ 51716 h 921649"/>
                <a:gd name="connsiteX2" fmla="*/ 1059218 w 1220510"/>
                <a:gd name="connsiteY2" fmla="*/ 355 h 921649"/>
                <a:gd name="connsiteX3" fmla="*/ 1220510 w 1220510"/>
                <a:gd name="connsiteY3" fmla="*/ 849923 h 921649"/>
                <a:gd name="connsiteX4" fmla="*/ 1060159 w 1220510"/>
                <a:gd name="connsiteY4" fmla="*/ 921649 h 921649"/>
                <a:gd name="connsiteX0" fmla="*/ 1060159 w 1220510"/>
                <a:gd name="connsiteY0" fmla="*/ 921649 h 921649"/>
                <a:gd name="connsiteX1" fmla="*/ 0 w 1220510"/>
                <a:gd name="connsiteY1" fmla="*/ 51716 h 921649"/>
                <a:gd name="connsiteX2" fmla="*/ 1059218 w 1220510"/>
                <a:gd name="connsiteY2" fmla="*/ 355 h 921649"/>
                <a:gd name="connsiteX3" fmla="*/ 1220510 w 1220510"/>
                <a:gd name="connsiteY3" fmla="*/ 849923 h 921649"/>
                <a:gd name="connsiteX4" fmla="*/ 1060159 w 1220510"/>
                <a:gd name="connsiteY4" fmla="*/ 921649 h 9216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0510" h="921649">
                  <a:moveTo>
                    <a:pt x="1060159" y="921649"/>
                  </a:moveTo>
                  <a:cubicBezTo>
                    <a:pt x="166591" y="183345"/>
                    <a:pt x="908943" y="790884"/>
                    <a:pt x="0" y="51716"/>
                  </a:cubicBezTo>
                  <a:cubicBezTo>
                    <a:pt x="346878" y="57311"/>
                    <a:pt x="712340" y="-5240"/>
                    <a:pt x="1059218" y="355"/>
                  </a:cubicBezTo>
                  <a:cubicBezTo>
                    <a:pt x="1192967" y="751903"/>
                    <a:pt x="1090859" y="157699"/>
                    <a:pt x="1220510" y="849923"/>
                  </a:cubicBezTo>
                  <a:cubicBezTo>
                    <a:pt x="1126090" y="855456"/>
                    <a:pt x="1222187" y="863235"/>
                    <a:pt x="1060159" y="921649"/>
                  </a:cubicBezTo>
                  <a:close/>
                </a:path>
              </a:pathLst>
            </a:custGeom>
            <a:gradFill rotWithShape="1">
              <a:gsLst>
                <a:gs pos="0">
                  <a:srgbClr val="FFFFFF">
                    <a:lumMod val="95000"/>
                  </a:srgbClr>
                </a:gs>
                <a:gs pos="100000">
                  <a:srgbClr val="FFFFFF">
                    <a:lumMod val="75000"/>
                  </a:srgbClr>
                </a:gs>
              </a:gsLst>
              <a:lin ang="16200000" scaled="0"/>
            </a:gradFill>
            <a:ln w="9525" cap="flat" cmpd="sng" algn="ctr">
              <a:solidFill>
                <a:srgbClr val="FFFFFF">
                  <a:lumMod val="75000"/>
                </a:srgbClr>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289" name="Freeform 288">
              <a:extLst>
                <a:ext uri="{FF2B5EF4-FFF2-40B4-BE49-F238E27FC236}">
                  <a16:creationId xmlns:a16="http://schemas.microsoft.com/office/drawing/2014/main" id="{7B2A49C4-873B-2743-B356-AA474598AAC7}"/>
                </a:ext>
              </a:extLst>
            </p:cNvPr>
            <p:cNvSpPr/>
            <p:nvPr/>
          </p:nvSpPr>
          <p:spPr>
            <a:xfrm>
              <a:off x="6102428" y="4916682"/>
              <a:ext cx="925435" cy="757117"/>
            </a:xfrm>
            <a:custGeom>
              <a:avLst/>
              <a:gdLst>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418712 w 1040633"/>
                <a:gd name="connsiteY4" fmla="*/ 1189324 h 1219697"/>
                <a:gd name="connsiteX5" fmla="*/ 139870 w 1040633"/>
                <a:gd name="connsiteY5" fmla="*/ 1191723 h 1219697"/>
                <a:gd name="connsiteX0" fmla="*/ 139870 w 1040633"/>
                <a:gd name="connsiteY0" fmla="*/ 1191723 h 1355926"/>
                <a:gd name="connsiteX1" fmla="*/ 0 w 1040633"/>
                <a:gd name="connsiteY1" fmla="*/ 0 h 1355926"/>
                <a:gd name="connsiteX2" fmla="*/ 1040633 w 1040633"/>
                <a:gd name="connsiteY2" fmla="*/ 16785 h 1355926"/>
                <a:gd name="connsiteX3" fmla="*/ 833625 w 1040633"/>
                <a:gd name="connsiteY3" fmla="*/ 1219697 h 1355926"/>
                <a:gd name="connsiteX4" fmla="*/ 139870 w 1040633"/>
                <a:gd name="connsiteY4" fmla="*/ 1191723 h 1355926"/>
                <a:gd name="connsiteX0" fmla="*/ 139870 w 1040633"/>
                <a:gd name="connsiteY0" fmla="*/ 1191723 h 1289901"/>
                <a:gd name="connsiteX1" fmla="*/ 0 w 1040633"/>
                <a:gd name="connsiteY1" fmla="*/ 0 h 1289901"/>
                <a:gd name="connsiteX2" fmla="*/ 1040633 w 1040633"/>
                <a:gd name="connsiteY2" fmla="*/ 16785 h 1289901"/>
                <a:gd name="connsiteX3" fmla="*/ 833625 w 1040633"/>
                <a:gd name="connsiteY3" fmla="*/ 1219697 h 1289901"/>
                <a:gd name="connsiteX4" fmla="*/ 139870 w 1040633"/>
                <a:gd name="connsiteY4" fmla="*/ 1191723 h 1289901"/>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191723"/>
                <a:gd name="connsiteX1" fmla="*/ 0 w 1040633"/>
                <a:gd name="connsiteY1" fmla="*/ 0 h 1191723"/>
                <a:gd name="connsiteX2" fmla="*/ 1040633 w 1040633"/>
                <a:gd name="connsiteY2" fmla="*/ 16785 h 1191723"/>
                <a:gd name="connsiteX3" fmla="*/ 671988 w 1040633"/>
                <a:gd name="connsiteY3" fmla="*/ 1158121 h 1191723"/>
                <a:gd name="connsiteX4" fmla="*/ 139870 w 1040633"/>
                <a:gd name="connsiteY4" fmla="*/ 1191723 h 1191723"/>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71988 w 778664"/>
                <a:gd name="connsiteY3" fmla="*/ 1158121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23004 w 954755"/>
                <a:gd name="connsiteY0" fmla="*/ 943771 h 976186"/>
                <a:gd name="connsiteX1" fmla="*/ 455145 w 954755"/>
                <a:gd name="connsiteY1" fmla="*/ 11688 h 976186"/>
                <a:gd name="connsiteX2" fmla="*/ 954755 w 954755"/>
                <a:gd name="connsiteY2" fmla="*/ 0 h 976186"/>
                <a:gd name="connsiteX3" fmla="*/ 728484 w 954755"/>
                <a:gd name="connsiteY3" fmla="*/ 976186 h 976186"/>
                <a:gd name="connsiteX4" fmla="*/ 23004 w 954755"/>
                <a:gd name="connsiteY4" fmla="*/ 943771 h 976186"/>
                <a:gd name="connsiteX0" fmla="*/ 0 w 931751"/>
                <a:gd name="connsiteY0" fmla="*/ 943771 h 976186"/>
                <a:gd name="connsiteX1" fmla="*/ 432141 w 931751"/>
                <a:gd name="connsiteY1" fmla="*/ 11688 h 976186"/>
                <a:gd name="connsiteX2" fmla="*/ 931751 w 931751"/>
                <a:gd name="connsiteY2" fmla="*/ 0 h 976186"/>
                <a:gd name="connsiteX3" fmla="*/ 705480 w 931751"/>
                <a:gd name="connsiteY3" fmla="*/ 976186 h 976186"/>
                <a:gd name="connsiteX4" fmla="*/ 0 w 931751"/>
                <a:gd name="connsiteY4" fmla="*/ 943771 h 976186"/>
                <a:gd name="connsiteX0" fmla="*/ 0 w 931751"/>
                <a:gd name="connsiteY0" fmla="*/ 943771 h 976186"/>
                <a:gd name="connsiteX1" fmla="*/ 432141 w 931751"/>
                <a:gd name="connsiteY1" fmla="*/ 11688 h 976186"/>
                <a:gd name="connsiteX2" fmla="*/ 931751 w 931751"/>
                <a:gd name="connsiteY2" fmla="*/ 0 h 976186"/>
                <a:gd name="connsiteX3" fmla="*/ 705480 w 931751"/>
                <a:gd name="connsiteY3" fmla="*/ 976186 h 976186"/>
                <a:gd name="connsiteX4" fmla="*/ 0 w 931751"/>
                <a:gd name="connsiteY4" fmla="*/ 943771 h 976186"/>
                <a:gd name="connsiteX0" fmla="*/ 0 w 931751"/>
                <a:gd name="connsiteY0" fmla="*/ 943771 h 976186"/>
                <a:gd name="connsiteX1" fmla="*/ 432141 w 931751"/>
                <a:gd name="connsiteY1" fmla="*/ 11688 h 976186"/>
                <a:gd name="connsiteX2" fmla="*/ 931751 w 931751"/>
                <a:gd name="connsiteY2" fmla="*/ 0 h 976186"/>
                <a:gd name="connsiteX3" fmla="*/ 705480 w 931751"/>
                <a:gd name="connsiteY3" fmla="*/ 976186 h 976186"/>
                <a:gd name="connsiteX4" fmla="*/ 0 w 931751"/>
                <a:gd name="connsiteY4" fmla="*/ 943771 h 976186"/>
                <a:gd name="connsiteX0" fmla="*/ 0 w 931751"/>
                <a:gd name="connsiteY0" fmla="*/ 943771 h 966342"/>
                <a:gd name="connsiteX1" fmla="*/ 432141 w 931751"/>
                <a:gd name="connsiteY1" fmla="*/ 11688 h 966342"/>
                <a:gd name="connsiteX2" fmla="*/ 931751 w 931751"/>
                <a:gd name="connsiteY2" fmla="*/ 0 h 966342"/>
                <a:gd name="connsiteX3" fmla="*/ 183705 w 931751"/>
                <a:gd name="connsiteY3" fmla="*/ 966342 h 966342"/>
                <a:gd name="connsiteX4" fmla="*/ 0 w 931751"/>
                <a:gd name="connsiteY4" fmla="*/ 943771 h 966342"/>
                <a:gd name="connsiteX0" fmla="*/ 0 w 931751"/>
                <a:gd name="connsiteY0" fmla="*/ 943771 h 966342"/>
                <a:gd name="connsiteX1" fmla="*/ 432141 w 931751"/>
                <a:gd name="connsiteY1" fmla="*/ 11688 h 966342"/>
                <a:gd name="connsiteX2" fmla="*/ 931751 w 931751"/>
                <a:gd name="connsiteY2" fmla="*/ 0 h 966342"/>
                <a:gd name="connsiteX3" fmla="*/ 183705 w 931751"/>
                <a:gd name="connsiteY3" fmla="*/ 966342 h 966342"/>
                <a:gd name="connsiteX4" fmla="*/ 0 w 931751"/>
                <a:gd name="connsiteY4" fmla="*/ 943771 h 966342"/>
                <a:gd name="connsiteX0" fmla="*/ 0 w 931751"/>
                <a:gd name="connsiteY0" fmla="*/ 943771 h 966342"/>
                <a:gd name="connsiteX1" fmla="*/ 432141 w 931751"/>
                <a:gd name="connsiteY1" fmla="*/ 11688 h 966342"/>
                <a:gd name="connsiteX2" fmla="*/ 931751 w 931751"/>
                <a:gd name="connsiteY2" fmla="*/ 0 h 966342"/>
                <a:gd name="connsiteX3" fmla="*/ 183705 w 931751"/>
                <a:gd name="connsiteY3" fmla="*/ 966342 h 966342"/>
                <a:gd name="connsiteX4" fmla="*/ 0 w 931751"/>
                <a:gd name="connsiteY4" fmla="*/ 943771 h 966342"/>
                <a:gd name="connsiteX0" fmla="*/ 0 w 956363"/>
                <a:gd name="connsiteY0" fmla="*/ 932083 h 954654"/>
                <a:gd name="connsiteX1" fmla="*/ 432141 w 956363"/>
                <a:gd name="connsiteY1" fmla="*/ 0 h 954654"/>
                <a:gd name="connsiteX2" fmla="*/ 956363 w 956363"/>
                <a:gd name="connsiteY2" fmla="*/ 12924 h 954654"/>
                <a:gd name="connsiteX3" fmla="*/ 183705 w 956363"/>
                <a:gd name="connsiteY3" fmla="*/ 954654 h 954654"/>
                <a:gd name="connsiteX4" fmla="*/ 0 w 956363"/>
                <a:gd name="connsiteY4" fmla="*/ 932083 h 954654"/>
                <a:gd name="connsiteX0" fmla="*/ 0 w 956363"/>
                <a:gd name="connsiteY0" fmla="*/ 919226 h 941797"/>
                <a:gd name="connsiteX1" fmla="*/ 405840 w 956363"/>
                <a:gd name="connsiteY1" fmla="*/ 197551 h 941797"/>
                <a:gd name="connsiteX2" fmla="*/ 956363 w 956363"/>
                <a:gd name="connsiteY2" fmla="*/ 67 h 941797"/>
                <a:gd name="connsiteX3" fmla="*/ 183705 w 956363"/>
                <a:gd name="connsiteY3" fmla="*/ 941797 h 941797"/>
                <a:gd name="connsiteX4" fmla="*/ 0 w 956363"/>
                <a:gd name="connsiteY4" fmla="*/ 919226 h 941797"/>
                <a:gd name="connsiteX0" fmla="*/ 0 w 956363"/>
                <a:gd name="connsiteY0" fmla="*/ 919226 h 941797"/>
                <a:gd name="connsiteX1" fmla="*/ 405840 w 956363"/>
                <a:gd name="connsiteY1" fmla="*/ 197551 h 941797"/>
                <a:gd name="connsiteX2" fmla="*/ 956363 w 956363"/>
                <a:gd name="connsiteY2" fmla="*/ 67 h 941797"/>
                <a:gd name="connsiteX3" fmla="*/ 183705 w 956363"/>
                <a:gd name="connsiteY3" fmla="*/ 941797 h 941797"/>
                <a:gd name="connsiteX4" fmla="*/ 0 w 956363"/>
                <a:gd name="connsiteY4" fmla="*/ 919226 h 941797"/>
                <a:gd name="connsiteX0" fmla="*/ 0 w 956363"/>
                <a:gd name="connsiteY0" fmla="*/ 919226 h 941797"/>
                <a:gd name="connsiteX1" fmla="*/ 405840 w 956363"/>
                <a:gd name="connsiteY1" fmla="*/ 197551 h 941797"/>
                <a:gd name="connsiteX2" fmla="*/ 956363 w 956363"/>
                <a:gd name="connsiteY2" fmla="*/ 67 h 941797"/>
                <a:gd name="connsiteX3" fmla="*/ 183705 w 956363"/>
                <a:gd name="connsiteY3" fmla="*/ 941797 h 941797"/>
                <a:gd name="connsiteX4" fmla="*/ 0 w 956363"/>
                <a:gd name="connsiteY4" fmla="*/ 919226 h 941797"/>
                <a:gd name="connsiteX0" fmla="*/ 0 w 926304"/>
                <a:gd name="connsiteY0" fmla="*/ 735614 h 758185"/>
                <a:gd name="connsiteX1" fmla="*/ 405840 w 926304"/>
                <a:gd name="connsiteY1" fmla="*/ 13939 h 758185"/>
                <a:gd name="connsiteX2" fmla="*/ 926304 w 926304"/>
                <a:gd name="connsiteY2" fmla="*/ 563 h 758185"/>
                <a:gd name="connsiteX3" fmla="*/ 183705 w 926304"/>
                <a:gd name="connsiteY3" fmla="*/ 758185 h 758185"/>
                <a:gd name="connsiteX4" fmla="*/ 0 w 926304"/>
                <a:gd name="connsiteY4" fmla="*/ 735614 h 758185"/>
                <a:gd name="connsiteX0" fmla="*/ 0 w 926304"/>
                <a:gd name="connsiteY0" fmla="*/ 735614 h 758185"/>
                <a:gd name="connsiteX1" fmla="*/ 405840 w 926304"/>
                <a:gd name="connsiteY1" fmla="*/ 13939 h 758185"/>
                <a:gd name="connsiteX2" fmla="*/ 926304 w 926304"/>
                <a:gd name="connsiteY2" fmla="*/ 563 h 758185"/>
                <a:gd name="connsiteX3" fmla="*/ 183705 w 926304"/>
                <a:gd name="connsiteY3" fmla="*/ 758185 h 758185"/>
                <a:gd name="connsiteX4" fmla="*/ 0 w 926304"/>
                <a:gd name="connsiteY4" fmla="*/ 735614 h 758185"/>
                <a:gd name="connsiteX0" fmla="*/ 0 w 926304"/>
                <a:gd name="connsiteY0" fmla="*/ 735614 h 758185"/>
                <a:gd name="connsiteX1" fmla="*/ 405840 w 926304"/>
                <a:gd name="connsiteY1" fmla="*/ 13939 h 758185"/>
                <a:gd name="connsiteX2" fmla="*/ 926304 w 926304"/>
                <a:gd name="connsiteY2" fmla="*/ 563 h 758185"/>
                <a:gd name="connsiteX3" fmla="*/ 183705 w 926304"/>
                <a:gd name="connsiteY3" fmla="*/ 758185 h 758185"/>
                <a:gd name="connsiteX4" fmla="*/ 0 w 926304"/>
                <a:gd name="connsiteY4" fmla="*/ 735614 h 758185"/>
                <a:gd name="connsiteX0" fmla="*/ 0 w 926304"/>
                <a:gd name="connsiteY0" fmla="*/ 735614 h 758185"/>
                <a:gd name="connsiteX1" fmla="*/ 405840 w 926304"/>
                <a:gd name="connsiteY1" fmla="*/ 13939 h 758185"/>
                <a:gd name="connsiteX2" fmla="*/ 926304 w 926304"/>
                <a:gd name="connsiteY2" fmla="*/ 563 h 758185"/>
                <a:gd name="connsiteX3" fmla="*/ 183705 w 926304"/>
                <a:gd name="connsiteY3" fmla="*/ 758185 h 758185"/>
                <a:gd name="connsiteX4" fmla="*/ 0 w 926304"/>
                <a:gd name="connsiteY4" fmla="*/ 735614 h 7581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304" h="758185">
                  <a:moveTo>
                    <a:pt x="0" y="735614"/>
                  </a:moveTo>
                  <a:cubicBezTo>
                    <a:pt x="309918" y="169731"/>
                    <a:pt x="59088" y="622691"/>
                    <a:pt x="405840" y="13939"/>
                  </a:cubicBezTo>
                  <a:cubicBezTo>
                    <a:pt x="580581" y="18247"/>
                    <a:pt x="751563" y="-3745"/>
                    <a:pt x="926304" y="563"/>
                  </a:cubicBezTo>
                  <a:cubicBezTo>
                    <a:pt x="312762" y="607705"/>
                    <a:pt x="474902" y="459041"/>
                    <a:pt x="183705" y="758185"/>
                  </a:cubicBezTo>
                  <a:cubicBezTo>
                    <a:pt x="49420" y="729549"/>
                    <a:pt x="196198" y="734148"/>
                    <a:pt x="0" y="735614"/>
                  </a:cubicBezTo>
                  <a:close/>
                </a:path>
              </a:pathLst>
            </a:custGeom>
            <a:gradFill rotWithShape="1">
              <a:gsLst>
                <a:gs pos="0">
                  <a:srgbClr val="FFFFFF">
                    <a:lumMod val="95000"/>
                    <a:alpha val="55000"/>
                  </a:srgbClr>
                </a:gs>
                <a:gs pos="100000">
                  <a:srgbClr val="FFFFFF">
                    <a:lumMod val="75000"/>
                  </a:srgbClr>
                </a:gs>
              </a:gsLst>
              <a:lin ang="16200000" scaled="0"/>
            </a:gradFill>
            <a:ln w="9525" cap="flat" cmpd="sng" algn="ctr">
              <a:solidFill>
                <a:srgbClr val="FFFFFF">
                  <a:lumMod val="75000"/>
                </a:srgbClr>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290" name="Freeform 289">
              <a:extLst>
                <a:ext uri="{FF2B5EF4-FFF2-40B4-BE49-F238E27FC236}">
                  <a16:creationId xmlns:a16="http://schemas.microsoft.com/office/drawing/2014/main" id="{0D9AB348-D7F2-A742-9B0C-84535C1F8A96}"/>
                </a:ext>
              </a:extLst>
            </p:cNvPr>
            <p:cNvSpPr/>
            <p:nvPr/>
          </p:nvSpPr>
          <p:spPr>
            <a:xfrm>
              <a:off x="5288109" y="4937315"/>
              <a:ext cx="725426" cy="1099963"/>
            </a:xfrm>
            <a:custGeom>
              <a:avLst/>
              <a:gdLst>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418712 w 1040633"/>
                <a:gd name="connsiteY4" fmla="*/ 1189324 h 1219697"/>
                <a:gd name="connsiteX5" fmla="*/ 139870 w 1040633"/>
                <a:gd name="connsiteY5" fmla="*/ 1191723 h 1219697"/>
                <a:gd name="connsiteX0" fmla="*/ 139870 w 1040633"/>
                <a:gd name="connsiteY0" fmla="*/ 1191723 h 1355926"/>
                <a:gd name="connsiteX1" fmla="*/ 0 w 1040633"/>
                <a:gd name="connsiteY1" fmla="*/ 0 h 1355926"/>
                <a:gd name="connsiteX2" fmla="*/ 1040633 w 1040633"/>
                <a:gd name="connsiteY2" fmla="*/ 16785 h 1355926"/>
                <a:gd name="connsiteX3" fmla="*/ 833625 w 1040633"/>
                <a:gd name="connsiteY3" fmla="*/ 1219697 h 1355926"/>
                <a:gd name="connsiteX4" fmla="*/ 139870 w 1040633"/>
                <a:gd name="connsiteY4" fmla="*/ 1191723 h 1355926"/>
                <a:gd name="connsiteX0" fmla="*/ 139870 w 1040633"/>
                <a:gd name="connsiteY0" fmla="*/ 1191723 h 1289901"/>
                <a:gd name="connsiteX1" fmla="*/ 0 w 1040633"/>
                <a:gd name="connsiteY1" fmla="*/ 0 h 1289901"/>
                <a:gd name="connsiteX2" fmla="*/ 1040633 w 1040633"/>
                <a:gd name="connsiteY2" fmla="*/ 16785 h 1289901"/>
                <a:gd name="connsiteX3" fmla="*/ 833625 w 1040633"/>
                <a:gd name="connsiteY3" fmla="*/ 1219697 h 1289901"/>
                <a:gd name="connsiteX4" fmla="*/ 139870 w 1040633"/>
                <a:gd name="connsiteY4" fmla="*/ 1191723 h 1289901"/>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191723"/>
                <a:gd name="connsiteX1" fmla="*/ 0 w 1040633"/>
                <a:gd name="connsiteY1" fmla="*/ 0 h 1191723"/>
                <a:gd name="connsiteX2" fmla="*/ 1040633 w 1040633"/>
                <a:gd name="connsiteY2" fmla="*/ 16785 h 1191723"/>
                <a:gd name="connsiteX3" fmla="*/ 671988 w 1040633"/>
                <a:gd name="connsiteY3" fmla="*/ 1158121 h 1191723"/>
                <a:gd name="connsiteX4" fmla="*/ 139870 w 1040633"/>
                <a:gd name="connsiteY4" fmla="*/ 1191723 h 1191723"/>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71988 w 778664"/>
                <a:gd name="connsiteY3" fmla="*/ 1158121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27977 w 802211"/>
                <a:gd name="connsiteY0" fmla="*/ 815791 h 976186"/>
                <a:gd name="connsiteX1" fmla="*/ 302601 w 802211"/>
                <a:gd name="connsiteY1" fmla="*/ 11688 h 976186"/>
                <a:gd name="connsiteX2" fmla="*/ 802211 w 802211"/>
                <a:gd name="connsiteY2" fmla="*/ 0 h 976186"/>
                <a:gd name="connsiteX3" fmla="*/ 575940 w 802211"/>
                <a:gd name="connsiteY3" fmla="*/ 976186 h 976186"/>
                <a:gd name="connsiteX4" fmla="*/ 27977 w 802211"/>
                <a:gd name="connsiteY4" fmla="*/ 815791 h 976186"/>
                <a:gd name="connsiteX0" fmla="*/ 27977 w 802211"/>
                <a:gd name="connsiteY0" fmla="*/ 815791 h 815791"/>
                <a:gd name="connsiteX1" fmla="*/ 302601 w 802211"/>
                <a:gd name="connsiteY1" fmla="*/ 11688 h 815791"/>
                <a:gd name="connsiteX2" fmla="*/ 802211 w 802211"/>
                <a:gd name="connsiteY2" fmla="*/ 0 h 815791"/>
                <a:gd name="connsiteX3" fmla="*/ 236294 w 802211"/>
                <a:gd name="connsiteY3" fmla="*/ 808828 h 815791"/>
                <a:gd name="connsiteX4" fmla="*/ 27977 w 802211"/>
                <a:gd name="connsiteY4" fmla="*/ 815791 h 815791"/>
                <a:gd name="connsiteX0" fmla="*/ 27977 w 802211"/>
                <a:gd name="connsiteY0" fmla="*/ 815791 h 815791"/>
                <a:gd name="connsiteX1" fmla="*/ 302601 w 802211"/>
                <a:gd name="connsiteY1" fmla="*/ 11688 h 815791"/>
                <a:gd name="connsiteX2" fmla="*/ 802211 w 802211"/>
                <a:gd name="connsiteY2" fmla="*/ 0 h 815791"/>
                <a:gd name="connsiteX3" fmla="*/ 236294 w 802211"/>
                <a:gd name="connsiteY3" fmla="*/ 808828 h 815791"/>
                <a:gd name="connsiteX4" fmla="*/ 27977 w 802211"/>
                <a:gd name="connsiteY4" fmla="*/ 815791 h 815791"/>
                <a:gd name="connsiteX0" fmla="*/ 27977 w 802211"/>
                <a:gd name="connsiteY0" fmla="*/ 815791 h 815791"/>
                <a:gd name="connsiteX1" fmla="*/ 302601 w 802211"/>
                <a:gd name="connsiteY1" fmla="*/ 11688 h 815791"/>
                <a:gd name="connsiteX2" fmla="*/ 802211 w 802211"/>
                <a:gd name="connsiteY2" fmla="*/ 0 h 815791"/>
                <a:gd name="connsiteX3" fmla="*/ 236294 w 802211"/>
                <a:gd name="connsiteY3" fmla="*/ 808828 h 815791"/>
                <a:gd name="connsiteX4" fmla="*/ 27977 w 802211"/>
                <a:gd name="connsiteY4" fmla="*/ 815791 h 815791"/>
                <a:gd name="connsiteX0" fmla="*/ 27977 w 802211"/>
                <a:gd name="connsiteY0" fmla="*/ 828714 h 828714"/>
                <a:gd name="connsiteX1" fmla="*/ 302601 w 802211"/>
                <a:gd name="connsiteY1" fmla="*/ 0 h 828714"/>
                <a:gd name="connsiteX2" fmla="*/ 802211 w 802211"/>
                <a:gd name="connsiteY2" fmla="*/ 12923 h 828714"/>
                <a:gd name="connsiteX3" fmla="*/ 236294 w 802211"/>
                <a:gd name="connsiteY3" fmla="*/ 821751 h 828714"/>
                <a:gd name="connsiteX4" fmla="*/ 27977 w 802211"/>
                <a:gd name="connsiteY4" fmla="*/ 828714 h 828714"/>
                <a:gd name="connsiteX0" fmla="*/ 56213 w 830447"/>
                <a:gd name="connsiteY0" fmla="*/ 828714 h 828714"/>
                <a:gd name="connsiteX1" fmla="*/ 330837 w 830447"/>
                <a:gd name="connsiteY1" fmla="*/ 0 h 828714"/>
                <a:gd name="connsiteX2" fmla="*/ 830447 w 830447"/>
                <a:gd name="connsiteY2" fmla="*/ 12923 h 828714"/>
                <a:gd name="connsiteX3" fmla="*/ 264530 w 830447"/>
                <a:gd name="connsiteY3" fmla="*/ 821751 h 828714"/>
                <a:gd name="connsiteX4" fmla="*/ 56213 w 830447"/>
                <a:gd name="connsiteY4" fmla="*/ 828714 h 828714"/>
                <a:gd name="connsiteX0" fmla="*/ 64130 w 789139"/>
                <a:gd name="connsiteY0" fmla="*/ 794258 h 821751"/>
                <a:gd name="connsiteX1" fmla="*/ 289529 w 789139"/>
                <a:gd name="connsiteY1" fmla="*/ 0 h 821751"/>
                <a:gd name="connsiteX2" fmla="*/ 789139 w 789139"/>
                <a:gd name="connsiteY2" fmla="*/ 12923 h 821751"/>
                <a:gd name="connsiteX3" fmla="*/ 223222 w 789139"/>
                <a:gd name="connsiteY3" fmla="*/ 821751 h 821751"/>
                <a:gd name="connsiteX4" fmla="*/ 64130 w 789139"/>
                <a:gd name="connsiteY4" fmla="*/ 794258 h 821751"/>
                <a:gd name="connsiteX0" fmla="*/ 0 w 725009"/>
                <a:gd name="connsiteY0" fmla="*/ 794258 h 821751"/>
                <a:gd name="connsiteX1" fmla="*/ 225399 w 725009"/>
                <a:gd name="connsiteY1" fmla="*/ 0 h 821751"/>
                <a:gd name="connsiteX2" fmla="*/ 725009 w 725009"/>
                <a:gd name="connsiteY2" fmla="*/ 12923 h 821751"/>
                <a:gd name="connsiteX3" fmla="*/ 159092 w 725009"/>
                <a:gd name="connsiteY3" fmla="*/ 821751 h 821751"/>
                <a:gd name="connsiteX4" fmla="*/ 0 w 725009"/>
                <a:gd name="connsiteY4" fmla="*/ 794258 h 821751"/>
                <a:gd name="connsiteX0" fmla="*/ 0 w 725009"/>
                <a:gd name="connsiteY0" fmla="*/ 1203768 h 1231261"/>
                <a:gd name="connsiteX1" fmla="*/ 225399 w 725009"/>
                <a:gd name="connsiteY1" fmla="*/ 0 h 1231261"/>
                <a:gd name="connsiteX2" fmla="*/ 725009 w 725009"/>
                <a:gd name="connsiteY2" fmla="*/ 422433 h 1231261"/>
                <a:gd name="connsiteX3" fmla="*/ 159092 w 725009"/>
                <a:gd name="connsiteY3" fmla="*/ 1231261 h 1231261"/>
                <a:gd name="connsiteX4" fmla="*/ 0 w 725009"/>
                <a:gd name="connsiteY4" fmla="*/ 1203768 h 1231261"/>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03768 h 1231261"/>
                <a:gd name="connsiteX1" fmla="*/ 225399 w 725009"/>
                <a:gd name="connsiteY1" fmla="*/ 0 h 1231261"/>
                <a:gd name="connsiteX2" fmla="*/ 725009 w 725009"/>
                <a:gd name="connsiteY2" fmla="*/ 129782 h 1231261"/>
                <a:gd name="connsiteX3" fmla="*/ 159092 w 725009"/>
                <a:gd name="connsiteY3" fmla="*/ 1231261 h 1231261"/>
                <a:gd name="connsiteX4" fmla="*/ 0 w 725009"/>
                <a:gd name="connsiteY4" fmla="*/ 1203768 h 1231261"/>
                <a:gd name="connsiteX0" fmla="*/ 0 w 725009"/>
                <a:gd name="connsiteY0" fmla="*/ 1203768 h 1231261"/>
                <a:gd name="connsiteX1" fmla="*/ 225399 w 725009"/>
                <a:gd name="connsiteY1" fmla="*/ 0 h 1231261"/>
                <a:gd name="connsiteX2" fmla="*/ 725009 w 725009"/>
                <a:gd name="connsiteY2" fmla="*/ 129782 h 1231261"/>
                <a:gd name="connsiteX3" fmla="*/ 159092 w 725009"/>
                <a:gd name="connsiteY3" fmla="*/ 1231261 h 1231261"/>
                <a:gd name="connsiteX4" fmla="*/ 0 w 725009"/>
                <a:gd name="connsiteY4" fmla="*/ 1203768 h 1231261"/>
                <a:gd name="connsiteX0" fmla="*/ 0 w 725009"/>
                <a:gd name="connsiteY0" fmla="*/ 1203768 h 1231261"/>
                <a:gd name="connsiteX1" fmla="*/ 225399 w 725009"/>
                <a:gd name="connsiteY1" fmla="*/ 0 h 1231261"/>
                <a:gd name="connsiteX2" fmla="*/ 725009 w 725009"/>
                <a:gd name="connsiteY2" fmla="*/ 129782 h 1231261"/>
                <a:gd name="connsiteX3" fmla="*/ 159092 w 725009"/>
                <a:gd name="connsiteY3" fmla="*/ 1231261 h 1231261"/>
                <a:gd name="connsiteX4" fmla="*/ 0 w 725009"/>
                <a:gd name="connsiteY4" fmla="*/ 1203768 h 1231261"/>
                <a:gd name="connsiteX0" fmla="*/ 0 w 725497"/>
                <a:gd name="connsiteY0" fmla="*/ 1279028 h 1306521"/>
                <a:gd name="connsiteX1" fmla="*/ 225399 w 725497"/>
                <a:gd name="connsiteY1" fmla="*/ 75260 h 1306521"/>
                <a:gd name="connsiteX2" fmla="*/ 396193 w 725497"/>
                <a:gd name="connsiteY2" fmla="*/ 156799 h 1306521"/>
                <a:gd name="connsiteX3" fmla="*/ 725009 w 725497"/>
                <a:gd name="connsiteY3" fmla="*/ 205042 h 1306521"/>
                <a:gd name="connsiteX4" fmla="*/ 159092 w 725497"/>
                <a:gd name="connsiteY4" fmla="*/ 1306521 h 1306521"/>
                <a:gd name="connsiteX5" fmla="*/ 0 w 725497"/>
                <a:gd name="connsiteY5" fmla="*/ 1279028 h 1306521"/>
                <a:gd name="connsiteX0" fmla="*/ 0 w 725239"/>
                <a:gd name="connsiteY0" fmla="*/ 1295668 h 1323161"/>
                <a:gd name="connsiteX1" fmla="*/ 225399 w 725239"/>
                <a:gd name="connsiteY1" fmla="*/ 91900 h 1323161"/>
                <a:gd name="connsiteX2" fmla="*/ 725009 w 725239"/>
                <a:gd name="connsiteY2" fmla="*/ 221682 h 1323161"/>
                <a:gd name="connsiteX3" fmla="*/ 159092 w 725239"/>
                <a:gd name="connsiteY3" fmla="*/ 1323161 h 1323161"/>
                <a:gd name="connsiteX4" fmla="*/ 0 w 725239"/>
                <a:gd name="connsiteY4" fmla="*/ 1295668 h 1323161"/>
                <a:gd name="connsiteX0" fmla="*/ 0 w 725221"/>
                <a:gd name="connsiteY0" fmla="*/ 1210552 h 1238045"/>
                <a:gd name="connsiteX1" fmla="*/ 191583 w 725221"/>
                <a:gd name="connsiteY1" fmla="*/ 153319 h 1238045"/>
                <a:gd name="connsiteX2" fmla="*/ 725009 w 725221"/>
                <a:gd name="connsiteY2" fmla="*/ 136566 h 1238045"/>
                <a:gd name="connsiteX3" fmla="*/ 159092 w 725221"/>
                <a:gd name="connsiteY3" fmla="*/ 1238045 h 1238045"/>
                <a:gd name="connsiteX4" fmla="*/ 0 w 725221"/>
                <a:gd name="connsiteY4" fmla="*/ 1210552 h 1238045"/>
                <a:gd name="connsiteX0" fmla="*/ 0 w 725305"/>
                <a:gd name="connsiteY0" fmla="*/ 1158512 h 1186005"/>
                <a:gd name="connsiteX1" fmla="*/ 191583 w 725305"/>
                <a:gd name="connsiteY1" fmla="*/ 101279 h 1186005"/>
                <a:gd name="connsiteX2" fmla="*/ 725009 w 725305"/>
                <a:gd name="connsiteY2" fmla="*/ 84526 h 1186005"/>
                <a:gd name="connsiteX3" fmla="*/ 159092 w 725305"/>
                <a:gd name="connsiteY3" fmla="*/ 1186005 h 1186005"/>
                <a:gd name="connsiteX4" fmla="*/ 0 w 725305"/>
                <a:gd name="connsiteY4" fmla="*/ 1158512 h 1186005"/>
                <a:gd name="connsiteX0" fmla="*/ 0 w 725009"/>
                <a:gd name="connsiteY0" fmla="*/ 1073986 h 1101479"/>
                <a:gd name="connsiteX1" fmla="*/ 191583 w 725009"/>
                <a:gd name="connsiteY1" fmla="*/ 16753 h 1101479"/>
                <a:gd name="connsiteX2" fmla="*/ 725009 w 725009"/>
                <a:gd name="connsiteY2" fmla="*/ 0 h 1101479"/>
                <a:gd name="connsiteX3" fmla="*/ 159092 w 725009"/>
                <a:gd name="connsiteY3" fmla="*/ 1101479 h 1101479"/>
                <a:gd name="connsiteX4" fmla="*/ 0 w 725009"/>
                <a:gd name="connsiteY4" fmla="*/ 1073986 h 1101479"/>
                <a:gd name="connsiteX0" fmla="*/ 0 w 725009"/>
                <a:gd name="connsiteY0" fmla="*/ 1073986 h 1101479"/>
                <a:gd name="connsiteX1" fmla="*/ 206612 w 725009"/>
                <a:gd name="connsiteY1" fmla="*/ 1724 h 1101479"/>
                <a:gd name="connsiteX2" fmla="*/ 725009 w 725009"/>
                <a:gd name="connsiteY2" fmla="*/ 0 h 1101479"/>
                <a:gd name="connsiteX3" fmla="*/ 159092 w 725009"/>
                <a:gd name="connsiteY3" fmla="*/ 1101479 h 1101479"/>
                <a:gd name="connsiteX4" fmla="*/ 0 w 725009"/>
                <a:gd name="connsiteY4" fmla="*/ 1073986 h 1101479"/>
                <a:gd name="connsiteX0" fmla="*/ 0 w 725009"/>
                <a:gd name="connsiteY0" fmla="*/ 1073986 h 1101479"/>
                <a:gd name="connsiteX1" fmla="*/ 206612 w 725009"/>
                <a:gd name="connsiteY1" fmla="*/ 1724 h 1101479"/>
                <a:gd name="connsiteX2" fmla="*/ 725009 w 725009"/>
                <a:gd name="connsiteY2" fmla="*/ 0 h 1101479"/>
                <a:gd name="connsiteX3" fmla="*/ 159092 w 725009"/>
                <a:gd name="connsiteY3" fmla="*/ 1101479 h 1101479"/>
                <a:gd name="connsiteX4" fmla="*/ 0 w 725009"/>
                <a:gd name="connsiteY4" fmla="*/ 1073986 h 1101479"/>
                <a:gd name="connsiteX0" fmla="*/ 0 w 725009"/>
                <a:gd name="connsiteY0" fmla="*/ 1073986 h 1101479"/>
                <a:gd name="connsiteX1" fmla="*/ 206612 w 725009"/>
                <a:gd name="connsiteY1" fmla="*/ 1724 h 1101479"/>
                <a:gd name="connsiteX2" fmla="*/ 725009 w 725009"/>
                <a:gd name="connsiteY2" fmla="*/ 0 h 1101479"/>
                <a:gd name="connsiteX3" fmla="*/ 159092 w 725009"/>
                <a:gd name="connsiteY3" fmla="*/ 1101479 h 1101479"/>
                <a:gd name="connsiteX4" fmla="*/ 0 w 725009"/>
                <a:gd name="connsiteY4" fmla="*/ 1073986 h 11014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009" h="1101479">
                  <a:moveTo>
                    <a:pt x="0" y="1073986"/>
                  </a:moveTo>
                  <a:cubicBezTo>
                    <a:pt x="95638" y="589814"/>
                    <a:pt x="96800" y="618448"/>
                    <a:pt x="206612" y="1724"/>
                  </a:cubicBezTo>
                  <a:cubicBezTo>
                    <a:pt x="451440" y="14348"/>
                    <a:pt x="499346" y="35256"/>
                    <a:pt x="725009" y="0"/>
                  </a:cubicBezTo>
                  <a:cubicBezTo>
                    <a:pt x="326141" y="749497"/>
                    <a:pt x="642687" y="159790"/>
                    <a:pt x="159092" y="1101479"/>
                  </a:cubicBezTo>
                  <a:cubicBezTo>
                    <a:pt x="24807" y="1072843"/>
                    <a:pt x="92525" y="1088071"/>
                    <a:pt x="0" y="1073986"/>
                  </a:cubicBezTo>
                  <a:close/>
                </a:path>
              </a:pathLst>
            </a:custGeom>
            <a:gradFill rotWithShape="1">
              <a:gsLst>
                <a:gs pos="0">
                  <a:srgbClr val="FFFFFF">
                    <a:lumMod val="95000"/>
                    <a:alpha val="55000"/>
                  </a:srgbClr>
                </a:gs>
                <a:gs pos="100000">
                  <a:srgbClr val="FFFFFF">
                    <a:lumMod val="75000"/>
                  </a:srgbClr>
                </a:gs>
              </a:gsLst>
              <a:lin ang="16200000" scaled="0"/>
            </a:gradFill>
            <a:ln w="9525" cap="flat" cmpd="sng" algn="ctr">
              <a:solidFill>
                <a:srgbClr val="FFFFFF">
                  <a:lumMod val="75000"/>
                </a:srgbClr>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291" name="Freeform 290">
              <a:extLst>
                <a:ext uri="{FF2B5EF4-FFF2-40B4-BE49-F238E27FC236}">
                  <a16:creationId xmlns:a16="http://schemas.microsoft.com/office/drawing/2014/main" id="{98F06BD2-BA43-1144-B69F-BF325541EB43}"/>
                </a:ext>
              </a:extLst>
            </p:cNvPr>
            <p:cNvSpPr/>
            <p:nvPr/>
          </p:nvSpPr>
          <p:spPr>
            <a:xfrm>
              <a:off x="4300767" y="4956362"/>
              <a:ext cx="514307" cy="577758"/>
            </a:xfrm>
            <a:custGeom>
              <a:avLst/>
              <a:gdLst>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418712 w 1040633"/>
                <a:gd name="connsiteY4" fmla="*/ 1189324 h 1219697"/>
                <a:gd name="connsiteX5" fmla="*/ 139870 w 1040633"/>
                <a:gd name="connsiteY5" fmla="*/ 1191723 h 1219697"/>
                <a:gd name="connsiteX0" fmla="*/ 139870 w 1040633"/>
                <a:gd name="connsiteY0" fmla="*/ 1191723 h 1355926"/>
                <a:gd name="connsiteX1" fmla="*/ 0 w 1040633"/>
                <a:gd name="connsiteY1" fmla="*/ 0 h 1355926"/>
                <a:gd name="connsiteX2" fmla="*/ 1040633 w 1040633"/>
                <a:gd name="connsiteY2" fmla="*/ 16785 h 1355926"/>
                <a:gd name="connsiteX3" fmla="*/ 833625 w 1040633"/>
                <a:gd name="connsiteY3" fmla="*/ 1219697 h 1355926"/>
                <a:gd name="connsiteX4" fmla="*/ 139870 w 1040633"/>
                <a:gd name="connsiteY4" fmla="*/ 1191723 h 1355926"/>
                <a:gd name="connsiteX0" fmla="*/ 139870 w 1040633"/>
                <a:gd name="connsiteY0" fmla="*/ 1191723 h 1289901"/>
                <a:gd name="connsiteX1" fmla="*/ 0 w 1040633"/>
                <a:gd name="connsiteY1" fmla="*/ 0 h 1289901"/>
                <a:gd name="connsiteX2" fmla="*/ 1040633 w 1040633"/>
                <a:gd name="connsiteY2" fmla="*/ 16785 h 1289901"/>
                <a:gd name="connsiteX3" fmla="*/ 833625 w 1040633"/>
                <a:gd name="connsiteY3" fmla="*/ 1219697 h 1289901"/>
                <a:gd name="connsiteX4" fmla="*/ 139870 w 1040633"/>
                <a:gd name="connsiteY4" fmla="*/ 1191723 h 1289901"/>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191723"/>
                <a:gd name="connsiteX1" fmla="*/ 0 w 1040633"/>
                <a:gd name="connsiteY1" fmla="*/ 0 h 1191723"/>
                <a:gd name="connsiteX2" fmla="*/ 1040633 w 1040633"/>
                <a:gd name="connsiteY2" fmla="*/ 16785 h 1191723"/>
                <a:gd name="connsiteX3" fmla="*/ 671988 w 1040633"/>
                <a:gd name="connsiteY3" fmla="*/ 1158121 h 1191723"/>
                <a:gd name="connsiteX4" fmla="*/ 139870 w 1040633"/>
                <a:gd name="connsiteY4" fmla="*/ 1191723 h 1191723"/>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71988 w 778664"/>
                <a:gd name="connsiteY3" fmla="*/ 1158121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503138"/>
                <a:gd name="connsiteY0" fmla="*/ 961687 h 964568"/>
                <a:gd name="connsiteX1" fmla="*/ 0 w 503138"/>
                <a:gd name="connsiteY1" fmla="*/ 70 h 964568"/>
                <a:gd name="connsiteX2" fmla="*/ 503138 w 503138"/>
                <a:gd name="connsiteY2" fmla="*/ 154187 h 964568"/>
                <a:gd name="connsiteX3" fmla="*/ 273339 w 503138"/>
                <a:gd name="connsiteY3" fmla="*/ 964568 h 964568"/>
                <a:gd name="connsiteX4" fmla="*/ 197928 w 503138"/>
                <a:gd name="connsiteY4" fmla="*/ 961687 h 964568"/>
                <a:gd name="connsiteX0" fmla="*/ 201456 w 506666"/>
                <a:gd name="connsiteY0" fmla="*/ 807500 h 810381"/>
                <a:gd name="connsiteX1" fmla="*/ 0 w 506666"/>
                <a:gd name="connsiteY1" fmla="*/ 15216 h 810381"/>
                <a:gd name="connsiteX2" fmla="*/ 506666 w 506666"/>
                <a:gd name="connsiteY2" fmla="*/ 0 h 810381"/>
                <a:gd name="connsiteX3" fmla="*/ 276867 w 506666"/>
                <a:gd name="connsiteY3" fmla="*/ 810381 h 810381"/>
                <a:gd name="connsiteX4" fmla="*/ 201456 w 506666"/>
                <a:gd name="connsiteY4" fmla="*/ 807500 h 810381"/>
                <a:gd name="connsiteX0" fmla="*/ 201456 w 506666"/>
                <a:gd name="connsiteY0" fmla="*/ 807500 h 811593"/>
                <a:gd name="connsiteX1" fmla="*/ 0 w 506666"/>
                <a:gd name="connsiteY1" fmla="*/ 15216 h 811593"/>
                <a:gd name="connsiteX2" fmla="*/ 506666 w 506666"/>
                <a:gd name="connsiteY2" fmla="*/ 0 h 811593"/>
                <a:gd name="connsiteX3" fmla="*/ 276867 w 506666"/>
                <a:gd name="connsiteY3" fmla="*/ 810381 h 811593"/>
                <a:gd name="connsiteX4" fmla="*/ 201456 w 506666"/>
                <a:gd name="connsiteY4" fmla="*/ 807500 h 811593"/>
                <a:gd name="connsiteX0" fmla="*/ 135576 w 506666"/>
                <a:gd name="connsiteY0" fmla="*/ 818480 h 818480"/>
                <a:gd name="connsiteX1" fmla="*/ 0 w 506666"/>
                <a:gd name="connsiteY1" fmla="*/ 15216 h 818480"/>
                <a:gd name="connsiteX2" fmla="*/ 506666 w 506666"/>
                <a:gd name="connsiteY2" fmla="*/ 0 h 818480"/>
                <a:gd name="connsiteX3" fmla="*/ 276867 w 506666"/>
                <a:gd name="connsiteY3" fmla="*/ 810381 h 818480"/>
                <a:gd name="connsiteX4" fmla="*/ 135576 w 506666"/>
                <a:gd name="connsiteY4" fmla="*/ 818480 h 818480"/>
                <a:gd name="connsiteX0" fmla="*/ 135576 w 506666"/>
                <a:gd name="connsiteY0" fmla="*/ 818480 h 818480"/>
                <a:gd name="connsiteX1" fmla="*/ 0 w 506666"/>
                <a:gd name="connsiteY1" fmla="*/ 15216 h 818480"/>
                <a:gd name="connsiteX2" fmla="*/ 506666 w 506666"/>
                <a:gd name="connsiteY2" fmla="*/ 0 h 818480"/>
                <a:gd name="connsiteX3" fmla="*/ 331766 w 506666"/>
                <a:gd name="connsiteY3" fmla="*/ 803061 h 818480"/>
                <a:gd name="connsiteX4" fmla="*/ 135576 w 506666"/>
                <a:gd name="connsiteY4" fmla="*/ 818480 h 818480"/>
                <a:gd name="connsiteX0" fmla="*/ 135576 w 506666"/>
                <a:gd name="connsiteY0" fmla="*/ 818480 h 818480"/>
                <a:gd name="connsiteX1" fmla="*/ 0 w 506666"/>
                <a:gd name="connsiteY1" fmla="*/ 15216 h 818480"/>
                <a:gd name="connsiteX2" fmla="*/ 506666 w 506666"/>
                <a:gd name="connsiteY2" fmla="*/ 0 h 818480"/>
                <a:gd name="connsiteX3" fmla="*/ 331766 w 506666"/>
                <a:gd name="connsiteY3" fmla="*/ 803061 h 818480"/>
                <a:gd name="connsiteX4" fmla="*/ 135576 w 506666"/>
                <a:gd name="connsiteY4" fmla="*/ 818480 h 818480"/>
                <a:gd name="connsiteX0" fmla="*/ 135576 w 506666"/>
                <a:gd name="connsiteY0" fmla="*/ 818480 h 818480"/>
                <a:gd name="connsiteX1" fmla="*/ 0 w 506666"/>
                <a:gd name="connsiteY1" fmla="*/ 15216 h 818480"/>
                <a:gd name="connsiteX2" fmla="*/ 506666 w 506666"/>
                <a:gd name="connsiteY2" fmla="*/ 0 h 818480"/>
                <a:gd name="connsiteX3" fmla="*/ 331766 w 506666"/>
                <a:gd name="connsiteY3" fmla="*/ 803061 h 818480"/>
                <a:gd name="connsiteX4" fmla="*/ 135576 w 506666"/>
                <a:gd name="connsiteY4" fmla="*/ 818480 h 818480"/>
                <a:gd name="connsiteX0" fmla="*/ 135576 w 506666"/>
                <a:gd name="connsiteY0" fmla="*/ 818480 h 818480"/>
                <a:gd name="connsiteX1" fmla="*/ 0 w 506666"/>
                <a:gd name="connsiteY1" fmla="*/ 7896 h 818480"/>
                <a:gd name="connsiteX2" fmla="*/ 506666 w 506666"/>
                <a:gd name="connsiteY2" fmla="*/ 0 h 818480"/>
                <a:gd name="connsiteX3" fmla="*/ 331766 w 506666"/>
                <a:gd name="connsiteY3" fmla="*/ 803061 h 818480"/>
                <a:gd name="connsiteX4" fmla="*/ 135576 w 506666"/>
                <a:gd name="connsiteY4" fmla="*/ 818480 h 818480"/>
                <a:gd name="connsiteX0" fmla="*/ 135576 w 506666"/>
                <a:gd name="connsiteY0" fmla="*/ 818480 h 818480"/>
                <a:gd name="connsiteX1" fmla="*/ 0 w 506666"/>
                <a:gd name="connsiteY1" fmla="*/ 7896 h 818480"/>
                <a:gd name="connsiteX2" fmla="*/ 506666 w 506666"/>
                <a:gd name="connsiteY2" fmla="*/ 0 h 818480"/>
                <a:gd name="connsiteX3" fmla="*/ 331766 w 506666"/>
                <a:gd name="connsiteY3" fmla="*/ 803061 h 818480"/>
                <a:gd name="connsiteX4" fmla="*/ 135576 w 506666"/>
                <a:gd name="connsiteY4" fmla="*/ 818480 h 818480"/>
                <a:gd name="connsiteX0" fmla="*/ 45472 w 559302"/>
                <a:gd name="connsiteY0" fmla="*/ 807500 h 807500"/>
                <a:gd name="connsiteX1" fmla="*/ 52636 w 559302"/>
                <a:gd name="connsiteY1" fmla="*/ 7896 h 807500"/>
                <a:gd name="connsiteX2" fmla="*/ 559302 w 559302"/>
                <a:gd name="connsiteY2" fmla="*/ 0 h 807500"/>
                <a:gd name="connsiteX3" fmla="*/ 384402 w 559302"/>
                <a:gd name="connsiteY3" fmla="*/ 803061 h 807500"/>
                <a:gd name="connsiteX4" fmla="*/ 45472 w 559302"/>
                <a:gd name="connsiteY4" fmla="*/ 807500 h 807500"/>
                <a:gd name="connsiteX0" fmla="*/ 21974 w 535804"/>
                <a:gd name="connsiteY0" fmla="*/ 807500 h 807500"/>
                <a:gd name="connsiteX1" fmla="*/ 29138 w 535804"/>
                <a:gd name="connsiteY1" fmla="*/ 7896 h 807500"/>
                <a:gd name="connsiteX2" fmla="*/ 535804 w 535804"/>
                <a:gd name="connsiteY2" fmla="*/ 0 h 807500"/>
                <a:gd name="connsiteX3" fmla="*/ 360904 w 535804"/>
                <a:gd name="connsiteY3" fmla="*/ 803061 h 807500"/>
                <a:gd name="connsiteX4" fmla="*/ 21974 w 535804"/>
                <a:gd name="connsiteY4" fmla="*/ 807500 h 807500"/>
                <a:gd name="connsiteX0" fmla="*/ 128256 w 506666"/>
                <a:gd name="connsiteY0" fmla="*/ 829461 h 829461"/>
                <a:gd name="connsiteX1" fmla="*/ 0 w 506666"/>
                <a:gd name="connsiteY1" fmla="*/ 7896 h 829461"/>
                <a:gd name="connsiteX2" fmla="*/ 506666 w 506666"/>
                <a:gd name="connsiteY2" fmla="*/ 0 h 829461"/>
                <a:gd name="connsiteX3" fmla="*/ 331766 w 506666"/>
                <a:gd name="connsiteY3" fmla="*/ 803061 h 829461"/>
                <a:gd name="connsiteX4" fmla="*/ 128256 w 506666"/>
                <a:gd name="connsiteY4" fmla="*/ 829461 h 829461"/>
                <a:gd name="connsiteX0" fmla="*/ 128256 w 506666"/>
                <a:gd name="connsiteY0" fmla="*/ 829461 h 829461"/>
                <a:gd name="connsiteX1" fmla="*/ 0 w 506666"/>
                <a:gd name="connsiteY1" fmla="*/ 7896 h 829461"/>
                <a:gd name="connsiteX2" fmla="*/ 506666 w 506666"/>
                <a:gd name="connsiteY2" fmla="*/ 0 h 829461"/>
                <a:gd name="connsiteX3" fmla="*/ 331766 w 506666"/>
                <a:gd name="connsiteY3" fmla="*/ 803061 h 829461"/>
                <a:gd name="connsiteX4" fmla="*/ 128256 w 506666"/>
                <a:gd name="connsiteY4" fmla="*/ 829461 h 829461"/>
                <a:gd name="connsiteX0" fmla="*/ 128256 w 506666"/>
                <a:gd name="connsiteY0" fmla="*/ 829461 h 829461"/>
                <a:gd name="connsiteX1" fmla="*/ 0 w 506666"/>
                <a:gd name="connsiteY1" fmla="*/ 7896 h 829461"/>
                <a:gd name="connsiteX2" fmla="*/ 506666 w 506666"/>
                <a:gd name="connsiteY2" fmla="*/ 0 h 829461"/>
                <a:gd name="connsiteX3" fmla="*/ 331766 w 506666"/>
                <a:gd name="connsiteY3" fmla="*/ 803061 h 829461"/>
                <a:gd name="connsiteX4" fmla="*/ 128256 w 506666"/>
                <a:gd name="connsiteY4" fmla="*/ 829461 h 829461"/>
                <a:gd name="connsiteX0" fmla="*/ 128256 w 506666"/>
                <a:gd name="connsiteY0" fmla="*/ 829461 h 830473"/>
                <a:gd name="connsiteX1" fmla="*/ 0 w 506666"/>
                <a:gd name="connsiteY1" fmla="*/ 7896 h 830473"/>
                <a:gd name="connsiteX2" fmla="*/ 506666 w 506666"/>
                <a:gd name="connsiteY2" fmla="*/ 0 h 830473"/>
                <a:gd name="connsiteX3" fmla="*/ 331766 w 506666"/>
                <a:gd name="connsiteY3" fmla="*/ 828681 h 830473"/>
                <a:gd name="connsiteX4" fmla="*/ 128256 w 506666"/>
                <a:gd name="connsiteY4" fmla="*/ 829461 h 830473"/>
                <a:gd name="connsiteX0" fmla="*/ 128256 w 506666"/>
                <a:gd name="connsiteY0" fmla="*/ 829461 h 830473"/>
                <a:gd name="connsiteX1" fmla="*/ 0 w 506666"/>
                <a:gd name="connsiteY1" fmla="*/ 7896 h 830473"/>
                <a:gd name="connsiteX2" fmla="*/ 506666 w 506666"/>
                <a:gd name="connsiteY2" fmla="*/ 0 h 830473"/>
                <a:gd name="connsiteX3" fmla="*/ 331766 w 506666"/>
                <a:gd name="connsiteY3" fmla="*/ 828681 h 830473"/>
                <a:gd name="connsiteX4" fmla="*/ 128256 w 506666"/>
                <a:gd name="connsiteY4" fmla="*/ 829461 h 830473"/>
                <a:gd name="connsiteX0" fmla="*/ 128256 w 506666"/>
                <a:gd name="connsiteY0" fmla="*/ 821565 h 822577"/>
                <a:gd name="connsiteX1" fmla="*/ 0 w 506666"/>
                <a:gd name="connsiteY1" fmla="*/ 0 h 822577"/>
                <a:gd name="connsiteX2" fmla="*/ 506666 w 506666"/>
                <a:gd name="connsiteY2" fmla="*/ 255115 h 822577"/>
                <a:gd name="connsiteX3" fmla="*/ 331766 w 506666"/>
                <a:gd name="connsiteY3" fmla="*/ 820785 h 822577"/>
                <a:gd name="connsiteX4" fmla="*/ 128256 w 506666"/>
                <a:gd name="connsiteY4" fmla="*/ 821565 h 822577"/>
                <a:gd name="connsiteX0" fmla="*/ 128256 w 506666"/>
                <a:gd name="connsiteY0" fmla="*/ 821565 h 822577"/>
                <a:gd name="connsiteX1" fmla="*/ 0 w 506666"/>
                <a:gd name="connsiteY1" fmla="*/ 0 h 822577"/>
                <a:gd name="connsiteX2" fmla="*/ 506666 w 506666"/>
                <a:gd name="connsiteY2" fmla="*/ 255115 h 822577"/>
                <a:gd name="connsiteX3" fmla="*/ 331766 w 506666"/>
                <a:gd name="connsiteY3" fmla="*/ 820785 h 822577"/>
                <a:gd name="connsiteX4" fmla="*/ 128256 w 506666"/>
                <a:gd name="connsiteY4" fmla="*/ 821565 h 822577"/>
                <a:gd name="connsiteX0" fmla="*/ 128256 w 506666"/>
                <a:gd name="connsiteY0" fmla="*/ 821565 h 822577"/>
                <a:gd name="connsiteX1" fmla="*/ 0 w 506666"/>
                <a:gd name="connsiteY1" fmla="*/ 0 h 822577"/>
                <a:gd name="connsiteX2" fmla="*/ 506666 w 506666"/>
                <a:gd name="connsiteY2" fmla="*/ 255115 h 822577"/>
                <a:gd name="connsiteX3" fmla="*/ 331766 w 506666"/>
                <a:gd name="connsiteY3" fmla="*/ 820785 h 822577"/>
                <a:gd name="connsiteX4" fmla="*/ 128256 w 506666"/>
                <a:gd name="connsiteY4" fmla="*/ 821565 h 822577"/>
                <a:gd name="connsiteX0" fmla="*/ 135770 w 514180"/>
                <a:gd name="connsiteY0" fmla="*/ 577341 h 578353"/>
                <a:gd name="connsiteX1" fmla="*/ 0 w 514180"/>
                <a:gd name="connsiteY1" fmla="*/ 0 h 578353"/>
                <a:gd name="connsiteX2" fmla="*/ 514180 w 514180"/>
                <a:gd name="connsiteY2" fmla="*/ 10891 h 578353"/>
                <a:gd name="connsiteX3" fmla="*/ 339280 w 514180"/>
                <a:gd name="connsiteY3" fmla="*/ 576561 h 578353"/>
                <a:gd name="connsiteX4" fmla="*/ 135770 w 514180"/>
                <a:gd name="connsiteY4" fmla="*/ 577341 h 578353"/>
                <a:gd name="connsiteX0" fmla="*/ 135770 w 514180"/>
                <a:gd name="connsiteY0" fmla="*/ 577341 h 578353"/>
                <a:gd name="connsiteX1" fmla="*/ 0 w 514180"/>
                <a:gd name="connsiteY1" fmla="*/ 0 h 578353"/>
                <a:gd name="connsiteX2" fmla="*/ 514180 w 514180"/>
                <a:gd name="connsiteY2" fmla="*/ 10891 h 578353"/>
                <a:gd name="connsiteX3" fmla="*/ 339280 w 514180"/>
                <a:gd name="connsiteY3" fmla="*/ 576561 h 578353"/>
                <a:gd name="connsiteX4" fmla="*/ 135770 w 514180"/>
                <a:gd name="connsiteY4" fmla="*/ 577341 h 578353"/>
                <a:gd name="connsiteX0" fmla="*/ 135770 w 514180"/>
                <a:gd name="connsiteY0" fmla="*/ 577341 h 578353"/>
                <a:gd name="connsiteX1" fmla="*/ 0 w 514180"/>
                <a:gd name="connsiteY1" fmla="*/ 0 h 578353"/>
                <a:gd name="connsiteX2" fmla="*/ 514180 w 514180"/>
                <a:gd name="connsiteY2" fmla="*/ 10891 h 578353"/>
                <a:gd name="connsiteX3" fmla="*/ 339280 w 514180"/>
                <a:gd name="connsiteY3" fmla="*/ 576561 h 578353"/>
                <a:gd name="connsiteX4" fmla="*/ 135770 w 514180"/>
                <a:gd name="connsiteY4" fmla="*/ 577341 h 5783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180" h="578353">
                  <a:moveTo>
                    <a:pt x="135770" y="577341"/>
                  </a:moveTo>
                  <a:cubicBezTo>
                    <a:pt x="50587" y="214237"/>
                    <a:pt x="96631" y="442038"/>
                    <a:pt x="0" y="0"/>
                  </a:cubicBezTo>
                  <a:lnTo>
                    <a:pt x="514180" y="10891"/>
                  </a:lnTo>
                  <a:cubicBezTo>
                    <a:pt x="417353" y="348331"/>
                    <a:pt x="426658" y="280104"/>
                    <a:pt x="339280" y="576561"/>
                  </a:cubicBezTo>
                  <a:cubicBezTo>
                    <a:pt x="292835" y="580865"/>
                    <a:pt x="203869" y="575875"/>
                    <a:pt x="135770" y="577341"/>
                  </a:cubicBezTo>
                  <a:close/>
                </a:path>
              </a:pathLst>
            </a:custGeom>
            <a:gradFill rotWithShape="1">
              <a:gsLst>
                <a:gs pos="0">
                  <a:srgbClr val="FFFFFF">
                    <a:lumMod val="95000"/>
                    <a:alpha val="55000"/>
                  </a:srgbClr>
                </a:gs>
                <a:gs pos="100000">
                  <a:srgbClr val="FFFFFF">
                    <a:lumMod val="75000"/>
                  </a:srgbClr>
                </a:gs>
              </a:gsLst>
              <a:lin ang="16200000" scaled="0"/>
            </a:gradFill>
            <a:ln w="9525" cap="flat" cmpd="sng" algn="ctr">
              <a:solidFill>
                <a:srgbClr val="FFFFFF">
                  <a:lumMod val="75000"/>
                </a:srgbClr>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292" name="Freeform 291">
              <a:extLst>
                <a:ext uri="{FF2B5EF4-FFF2-40B4-BE49-F238E27FC236}">
                  <a16:creationId xmlns:a16="http://schemas.microsoft.com/office/drawing/2014/main" id="{57135A78-79C3-CB4B-8E8E-D9A274265F07}"/>
                </a:ext>
              </a:extLst>
            </p:cNvPr>
            <p:cNvSpPr/>
            <p:nvPr/>
          </p:nvSpPr>
          <p:spPr>
            <a:xfrm>
              <a:off x="3521369" y="4919856"/>
              <a:ext cx="593675" cy="1215832"/>
            </a:xfrm>
            <a:custGeom>
              <a:avLst/>
              <a:gdLst>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418712 w 1040633"/>
                <a:gd name="connsiteY4" fmla="*/ 1189324 h 1219697"/>
                <a:gd name="connsiteX5" fmla="*/ 139870 w 1040633"/>
                <a:gd name="connsiteY5" fmla="*/ 1191723 h 1219697"/>
                <a:gd name="connsiteX0" fmla="*/ 139870 w 1040633"/>
                <a:gd name="connsiteY0" fmla="*/ 1191723 h 1355926"/>
                <a:gd name="connsiteX1" fmla="*/ 0 w 1040633"/>
                <a:gd name="connsiteY1" fmla="*/ 0 h 1355926"/>
                <a:gd name="connsiteX2" fmla="*/ 1040633 w 1040633"/>
                <a:gd name="connsiteY2" fmla="*/ 16785 h 1355926"/>
                <a:gd name="connsiteX3" fmla="*/ 833625 w 1040633"/>
                <a:gd name="connsiteY3" fmla="*/ 1219697 h 1355926"/>
                <a:gd name="connsiteX4" fmla="*/ 139870 w 1040633"/>
                <a:gd name="connsiteY4" fmla="*/ 1191723 h 1355926"/>
                <a:gd name="connsiteX0" fmla="*/ 139870 w 1040633"/>
                <a:gd name="connsiteY0" fmla="*/ 1191723 h 1289901"/>
                <a:gd name="connsiteX1" fmla="*/ 0 w 1040633"/>
                <a:gd name="connsiteY1" fmla="*/ 0 h 1289901"/>
                <a:gd name="connsiteX2" fmla="*/ 1040633 w 1040633"/>
                <a:gd name="connsiteY2" fmla="*/ 16785 h 1289901"/>
                <a:gd name="connsiteX3" fmla="*/ 833625 w 1040633"/>
                <a:gd name="connsiteY3" fmla="*/ 1219697 h 1289901"/>
                <a:gd name="connsiteX4" fmla="*/ 139870 w 1040633"/>
                <a:gd name="connsiteY4" fmla="*/ 1191723 h 1289901"/>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191723"/>
                <a:gd name="connsiteX1" fmla="*/ 0 w 1040633"/>
                <a:gd name="connsiteY1" fmla="*/ 0 h 1191723"/>
                <a:gd name="connsiteX2" fmla="*/ 1040633 w 1040633"/>
                <a:gd name="connsiteY2" fmla="*/ 16785 h 1191723"/>
                <a:gd name="connsiteX3" fmla="*/ 671988 w 1040633"/>
                <a:gd name="connsiteY3" fmla="*/ 1158121 h 1191723"/>
                <a:gd name="connsiteX4" fmla="*/ 139870 w 1040633"/>
                <a:gd name="connsiteY4" fmla="*/ 1191723 h 1191723"/>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71988 w 778664"/>
                <a:gd name="connsiteY3" fmla="*/ 1158121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621064"/>
                <a:gd name="connsiteY0" fmla="*/ 973305 h 973305"/>
                <a:gd name="connsiteX1" fmla="*/ 0 w 621064"/>
                <a:gd name="connsiteY1" fmla="*/ 11688 h 973305"/>
                <a:gd name="connsiteX2" fmla="*/ 499610 w 621064"/>
                <a:gd name="connsiteY2" fmla="*/ 0 h 973305"/>
                <a:gd name="connsiteX3" fmla="*/ 558839 w 621064"/>
                <a:gd name="connsiteY3" fmla="*/ 754682 h 973305"/>
                <a:gd name="connsiteX4" fmla="*/ 197928 w 621064"/>
                <a:gd name="connsiteY4" fmla="*/ 973305 h 973305"/>
                <a:gd name="connsiteX0" fmla="*/ 197928 w 558839"/>
                <a:gd name="connsiteY0" fmla="*/ 973305 h 973305"/>
                <a:gd name="connsiteX1" fmla="*/ 0 w 558839"/>
                <a:gd name="connsiteY1" fmla="*/ 11688 h 973305"/>
                <a:gd name="connsiteX2" fmla="*/ 499610 w 558839"/>
                <a:gd name="connsiteY2" fmla="*/ 0 h 973305"/>
                <a:gd name="connsiteX3" fmla="*/ 558839 w 558839"/>
                <a:gd name="connsiteY3" fmla="*/ 754682 h 973305"/>
                <a:gd name="connsiteX4" fmla="*/ 197928 w 558839"/>
                <a:gd name="connsiteY4" fmla="*/ 973305 h 973305"/>
                <a:gd name="connsiteX0" fmla="*/ 197928 w 558839"/>
                <a:gd name="connsiteY0" fmla="*/ 973305 h 973305"/>
                <a:gd name="connsiteX1" fmla="*/ 0 w 558839"/>
                <a:gd name="connsiteY1" fmla="*/ 11688 h 973305"/>
                <a:gd name="connsiteX2" fmla="*/ 499610 w 558839"/>
                <a:gd name="connsiteY2" fmla="*/ 0 h 973305"/>
                <a:gd name="connsiteX3" fmla="*/ 558839 w 558839"/>
                <a:gd name="connsiteY3" fmla="*/ 754682 h 973305"/>
                <a:gd name="connsiteX4" fmla="*/ 197928 w 558839"/>
                <a:gd name="connsiteY4" fmla="*/ 973305 h 973305"/>
                <a:gd name="connsiteX0" fmla="*/ 370213 w 558839"/>
                <a:gd name="connsiteY0" fmla="*/ 796102 h 796102"/>
                <a:gd name="connsiteX1" fmla="*/ 0 w 558839"/>
                <a:gd name="connsiteY1" fmla="*/ 11688 h 796102"/>
                <a:gd name="connsiteX2" fmla="*/ 499610 w 558839"/>
                <a:gd name="connsiteY2" fmla="*/ 0 h 796102"/>
                <a:gd name="connsiteX3" fmla="*/ 558839 w 558839"/>
                <a:gd name="connsiteY3" fmla="*/ 754682 h 796102"/>
                <a:gd name="connsiteX4" fmla="*/ 370213 w 558839"/>
                <a:gd name="connsiteY4" fmla="*/ 796102 h 796102"/>
                <a:gd name="connsiteX0" fmla="*/ 370213 w 558839"/>
                <a:gd name="connsiteY0" fmla="*/ 796102 h 796102"/>
                <a:gd name="connsiteX1" fmla="*/ 0 w 558839"/>
                <a:gd name="connsiteY1" fmla="*/ 11688 h 796102"/>
                <a:gd name="connsiteX2" fmla="*/ 499610 w 558839"/>
                <a:gd name="connsiteY2" fmla="*/ 0 h 796102"/>
                <a:gd name="connsiteX3" fmla="*/ 558839 w 558839"/>
                <a:gd name="connsiteY3" fmla="*/ 754682 h 796102"/>
                <a:gd name="connsiteX4" fmla="*/ 370213 w 558839"/>
                <a:gd name="connsiteY4" fmla="*/ 796102 h 796102"/>
                <a:gd name="connsiteX0" fmla="*/ 370213 w 558839"/>
                <a:gd name="connsiteY0" fmla="*/ 796102 h 796102"/>
                <a:gd name="connsiteX1" fmla="*/ 0 w 558839"/>
                <a:gd name="connsiteY1" fmla="*/ 11688 h 796102"/>
                <a:gd name="connsiteX2" fmla="*/ 499610 w 558839"/>
                <a:gd name="connsiteY2" fmla="*/ 0 h 796102"/>
                <a:gd name="connsiteX3" fmla="*/ 558839 w 558839"/>
                <a:gd name="connsiteY3" fmla="*/ 754682 h 796102"/>
                <a:gd name="connsiteX4" fmla="*/ 370213 w 558839"/>
                <a:gd name="connsiteY4" fmla="*/ 796102 h 796102"/>
                <a:gd name="connsiteX0" fmla="*/ 370213 w 558839"/>
                <a:gd name="connsiteY0" fmla="*/ 1315828 h 1315828"/>
                <a:gd name="connsiteX1" fmla="*/ 0 w 558839"/>
                <a:gd name="connsiteY1" fmla="*/ 531414 h 1315828"/>
                <a:gd name="connsiteX2" fmla="*/ 506930 w 558839"/>
                <a:gd name="connsiteY2" fmla="*/ 0 h 1315828"/>
                <a:gd name="connsiteX3" fmla="*/ 558839 w 558839"/>
                <a:gd name="connsiteY3" fmla="*/ 1274408 h 1315828"/>
                <a:gd name="connsiteX4" fmla="*/ 370213 w 558839"/>
                <a:gd name="connsiteY4" fmla="*/ 1315828 h 1315828"/>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88119"/>
                <a:gd name="connsiteY0" fmla="*/ 1326654 h 1326654"/>
                <a:gd name="connsiteX1" fmla="*/ 0 w 588119"/>
                <a:gd name="connsiteY1" fmla="*/ 554 h 1326654"/>
                <a:gd name="connsiteX2" fmla="*/ 521570 w 588119"/>
                <a:gd name="connsiteY2" fmla="*/ 10826 h 1326654"/>
                <a:gd name="connsiteX3" fmla="*/ 588119 w 588119"/>
                <a:gd name="connsiteY3" fmla="*/ 1321835 h 1326654"/>
                <a:gd name="connsiteX4" fmla="*/ 384853 w 588119"/>
                <a:gd name="connsiteY4" fmla="*/ 1326654 h 1326654"/>
                <a:gd name="connsiteX0" fmla="*/ 384853 w 588119"/>
                <a:gd name="connsiteY0" fmla="*/ 1326654 h 1326654"/>
                <a:gd name="connsiteX1" fmla="*/ 0 w 588119"/>
                <a:gd name="connsiteY1" fmla="*/ 554 h 1326654"/>
                <a:gd name="connsiteX2" fmla="*/ 521570 w 588119"/>
                <a:gd name="connsiteY2" fmla="*/ 10826 h 1326654"/>
                <a:gd name="connsiteX3" fmla="*/ 588119 w 588119"/>
                <a:gd name="connsiteY3" fmla="*/ 1321835 h 1326654"/>
                <a:gd name="connsiteX4" fmla="*/ 384853 w 588119"/>
                <a:gd name="connsiteY4" fmla="*/ 1326654 h 1326654"/>
                <a:gd name="connsiteX0" fmla="*/ 384853 w 588119"/>
                <a:gd name="connsiteY0" fmla="*/ 1326148 h 1326148"/>
                <a:gd name="connsiteX1" fmla="*/ 0 w 588119"/>
                <a:gd name="connsiteY1" fmla="*/ 48 h 1326148"/>
                <a:gd name="connsiteX2" fmla="*/ 521570 w 588119"/>
                <a:gd name="connsiteY2" fmla="*/ 228243 h 1326148"/>
                <a:gd name="connsiteX3" fmla="*/ 588119 w 588119"/>
                <a:gd name="connsiteY3" fmla="*/ 1321329 h 1326148"/>
                <a:gd name="connsiteX4" fmla="*/ 384853 w 588119"/>
                <a:gd name="connsiteY4" fmla="*/ 1326148 h 1326148"/>
                <a:gd name="connsiteX0" fmla="*/ 384853 w 588119"/>
                <a:gd name="connsiteY0" fmla="*/ 1326148 h 1326148"/>
                <a:gd name="connsiteX1" fmla="*/ 0 w 588119"/>
                <a:gd name="connsiteY1" fmla="*/ 48 h 1326148"/>
                <a:gd name="connsiteX2" fmla="*/ 521570 w 588119"/>
                <a:gd name="connsiteY2" fmla="*/ 228243 h 1326148"/>
                <a:gd name="connsiteX3" fmla="*/ 588119 w 588119"/>
                <a:gd name="connsiteY3" fmla="*/ 1321329 h 1326148"/>
                <a:gd name="connsiteX4" fmla="*/ 384853 w 588119"/>
                <a:gd name="connsiteY4" fmla="*/ 1326148 h 1326148"/>
                <a:gd name="connsiteX0" fmla="*/ 384853 w 588119"/>
                <a:gd name="connsiteY0" fmla="*/ 1326148 h 1326148"/>
                <a:gd name="connsiteX1" fmla="*/ 0 w 588119"/>
                <a:gd name="connsiteY1" fmla="*/ 48 h 1326148"/>
                <a:gd name="connsiteX2" fmla="*/ 521570 w 588119"/>
                <a:gd name="connsiteY2" fmla="*/ 228243 h 1326148"/>
                <a:gd name="connsiteX3" fmla="*/ 588119 w 588119"/>
                <a:gd name="connsiteY3" fmla="*/ 1321329 h 1326148"/>
                <a:gd name="connsiteX4" fmla="*/ 384853 w 588119"/>
                <a:gd name="connsiteY4" fmla="*/ 1326148 h 1326148"/>
                <a:gd name="connsiteX0" fmla="*/ 366066 w 569332"/>
                <a:gd name="connsiteY0" fmla="*/ 1097905 h 1097905"/>
                <a:gd name="connsiteX1" fmla="*/ 0 w 569332"/>
                <a:gd name="connsiteY1" fmla="*/ 4757 h 1097905"/>
                <a:gd name="connsiteX2" fmla="*/ 502783 w 569332"/>
                <a:gd name="connsiteY2" fmla="*/ 0 h 1097905"/>
                <a:gd name="connsiteX3" fmla="*/ 569332 w 569332"/>
                <a:gd name="connsiteY3" fmla="*/ 1093086 h 1097905"/>
                <a:gd name="connsiteX4" fmla="*/ 366066 w 569332"/>
                <a:gd name="connsiteY4" fmla="*/ 1097905 h 1097905"/>
                <a:gd name="connsiteX0" fmla="*/ 366066 w 569332"/>
                <a:gd name="connsiteY0" fmla="*/ 1097905 h 1097905"/>
                <a:gd name="connsiteX1" fmla="*/ 0 w 569332"/>
                <a:gd name="connsiteY1" fmla="*/ 4757 h 1097905"/>
                <a:gd name="connsiteX2" fmla="*/ 502783 w 569332"/>
                <a:gd name="connsiteY2" fmla="*/ 0 h 1097905"/>
                <a:gd name="connsiteX3" fmla="*/ 569332 w 569332"/>
                <a:gd name="connsiteY3" fmla="*/ 1093086 h 1097905"/>
                <a:gd name="connsiteX4" fmla="*/ 366066 w 569332"/>
                <a:gd name="connsiteY4" fmla="*/ 1097905 h 1097905"/>
                <a:gd name="connsiteX0" fmla="*/ 366066 w 569332"/>
                <a:gd name="connsiteY0" fmla="*/ 1097905 h 1097905"/>
                <a:gd name="connsiteX1" fmla="*/ 0 w 569332"/>
                <a:gd name="connsiteY1" fmla="*/ 4757 h 1097905"/>
                <a:gd name="connsiteX2" fmla="*/ 502783 w 569332"/>
                <a:gd name="connsiteY2" fmla="*/ 0 h 1097905"/>
                <a:gd name="connsiteX3" fmla="*/ 569332 w 569332"/>
                <a:gd name="connsiteY3" fmla="*/ 1093086 h 1097905"/>
                <a:gd name="connsiteX4" fmla="*/ 366066 w 569332"/>
                <a:gd name="connsiteY4" fmla="*/ 1097905 h 1097905"/>
                <a:gd name="connsiteX0" fmla="*/ 366066 w 594113"/>
                <a:gd name="connsiteY0" fmla="*/ 1097905 h 1179971"/>
                <a:gd name="connsiteX1" fmla="*/ 0 w 594113"/>
                <a:gd name="connsiteY1" fmla="*/ 4757 h 1179971"/>
                <a:gd name="connsiteX2" fmla="*/ 502783 w 594113"/>
                <a:gd name="connsiteY2" fmla="*/ 0 h 1179971"/>
                <a:gd name="connsiteX3" fmla="*/ 594113 w 594113"/>
                <a:gd name="connsiteY3" fmla="*/ 1179818 h 1179971"/>
                <a:gd name="connsiteX4" fmla="*/ 366066 w 594113"/>
                <a:gd name="connsiteY4" fmla="*/ 1097905 h 1179971"/>
                <a:gd name="connsiteX0" fmla="*/ 403236 w 594113"/>
                <a:gd name="connsiteY0" fmla="*/ 1215612 h 1215612"/>
                <a:gd name="connsiteX1" fmla="*/ 0 w 594113"/>
                <a:gd name="connsiteY1" fmla="*/ 4757 h 1215612"/>
                <a:gd name="connsiteX2" fmla="*/ 502783 w 594113"/>
                <a:gd name="connsiteY2" fmla="*/ 0 h 1215612"/>
                <a:gd name="connsiteX3" fmla="*/ 594113 w 594113"/>
                <a:gd name="connsiteY3" fmla="*/ 1179818 h 1215612"/>
                <a:gd name="connsiteX4" fmla="*/ 403236 w 594113"/>
                <a:gd name="connsiteY4" fmla="*/ 1215612 h 1215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113" h="1215612">
                  <a:moveTo>
                    <a:pt x="403236" y="1215612"/>
                  </a:moveTo>
                  <a:cubicBezTo>
                    <a:pt x="223947" y="663007"/>
                    <a:pt x="295574" y="908506"/>
                    <a:pt x="0" y="4757"/>
                  </a:cubicBezTo>
                  <a:cubicBezTo>
                    <a:pt x="166537" y="861"/>
                    <a:pt x="336246" y="3896"/>
                    <a:pt x="502783" y="0"/>
                  </a:cubicBezTo>
                  <a:cubicBezTo>
                    <a:pt x="555943" y="995541"/>
                    <a:pt x="557486" y="515061"/>
                    <a:pt x="594113" y="1179818"/>
                  </a:cubicBezTo>
                  <a:cubicBezTo>
                    <a:pt x="496428" y="1184123"/>
                    <a:pt x="599434" y="1214146"/>
                    <a:pt x="403236" y="1215612"/>
                  </a:cubicBezTo>
                  <a:close/>
                </a:path>
              </a:pathLst>
            </a:custGeom>
            <a:gradFill rotWithShape="1">
              <a:gsLst>
                <a:gs pos="0">
                  <a:srgbClr val="FFFFFF">
                    <a:lumMod val="95000"/>
                    <a:alpha val="55000"/>
                  </a:srgbClr>
                </a:gs>
                <a:gs pos="100000">
                  <a:srgbClr val="FFFFFF">
                    <a:lumMod val="75000"/>
                  </a:srgbClr>
                </a:gs>
              </a:gsLst>
              <a:lin ang="16200000" scaled="0"/>
            </a:gradFill>
            <a:ln w="9525" cap="flat" cmpd="sng" algn="ctr">
              <a:solidFill>
                <a:srgbClr val="FFFFFF">
                  <a:lumMod val="75000"/>
                </a:srgbClr>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grpSp>
          <p:nvGrpSpPr>
            <p:cNvPr id="293" name="Group 17">
              <a:extLst>
                <a:ext uri="{FF2B5EF4-FFF2-40B4-BE49-F238E27FC236}">
                  <a16:creationId xmlns:a16="http://schemas.microsoft.com/office/drawing/2014/main" id="{3DCFE7AC-3DDA-544E-9FBA-E2013CB1F765}"/>
                </a:ext>
              </a:extLst>
            </p:cNvPr>
            <p:cNvGrpSpPr>
              <a:grpSpLocks/>
            </p:cNvGrpSpPr>
            <p:nvPr/>
          </p:nvGrpSpPr>
          <p:grpSpPr bwMode="auto">
            <a:xfrm>
              <a:off x="1757805" y="2331054"/>
              <a:ext cx="1079500" cy="2674334"/>
              <a:chOff x="1757805" y="2331054"/>
              <a:chExt cx="1079500" cy="2674334"/>
            </a:xfrm>
          </p:grpSpPr>
          <p:sp>
            <p:nvSpPr>
              <p:cNvPr id="380" name="Rectangle 379">
                <a:extLst>
                  <a:ext uri="{FF2B5EF4-FFF2-40B4-BE49-F238E27FC236}">
                    <a16:creationId xmlns:a16="http://schemas.microsoft.com/office/drawing/2014/main" id="{4A6C83BC-7EC5-0F45-B8BB-C3B547B3E007}"/>
                  </a:ext>
                </a:extLst>
              </p:cNvPr>
              <p:cNvSpPr/>
              <p:nvPr/>
            </p:nvSpPr>
            <p:spPr bwMode="auto">
              <a:xfrm rot="10800000">
                <a:off x="1789552" y="2580252"/>
                <a:ext cx="1027025" cy="1084090"/>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grpSp>
            <p:nvGrpSpPr>
              <p:cNvPr id="381" name="Group 104">
                <a:extLst>
                  <a:ext uri="{FF2B5EF4-FFF2-40B4-BE49-F238E27FC236}">
                    <a16:creationId xmlns:a16="http://schemas.microsoft.com/office/drawing/2014/main" id="{C49CCBB3-581C-F744-9C12-88066A544A1A}"/>
                  </a:ext>
                </a:extLst>
              </p:cNvPr>
              <p:cNvGrpSpPr>
                <a:grpSpLocks/>
              </p:cNvGrpSpPr>
              <p:nvPr/>
            </p:nvGrpSpPr>
            <p:grpSpPr bwMode="auto">
              <a:xfrm>
                <a:off x="1782739" y="4616206"/>
                <a:ext cx="1034710" cy="389182"/>
                <a:chOff x="4128636" y="3606589"/>
                <a:chExt cx="568145" cy="338667"/>
              </a:xfrm>
            </p:grpSpPr>
            <p:sp>
              <p:nvSpPr>
                <p:cNvPr id="395" name="Oval 394">
                  <a:extLst>
                    <a:ext uri="{FF2B5EF4-FFF2-40B4-BE49-F238E27FC236}">
                      <a16:creationId xmlns:a16="http://schemas.microsoft.com/office/drawing/2014/main" id="{1360C793-55DD-E448-BB09-2AF9F40ABA16}"/>
                    </a:ext>
                  </a:extLst>
                </p:cNvPr>
                <p:cNvSpPr/>
                <p:nvPr/>
              </p:nvSpPr>
              <p:spPr>
                <a:xfrm>
                  <a:off x="4128891" y="3720271"/>
                  <a:ext cx="565669" cy="225140"/>
                </a:xfrm>
                <a:prstGeom prst="ellipse">
                  <a:avLst/>
                </a:prstGeom>
                <a:solidFill>
                  <a:srgbClr val="3333CC">
                    <a:lumMod val="75000"/>
                  </a:srgbClr>
                </a:solidFill>
                <a:ln w="6350" cap="flat" cmpd="sng" algn="ctr">
                  <a:solidFill>
                    <a:srgbClr val="00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96" name="Rectangle 395">
                  <a:extLst>
                    <a:ext uri="{FF2B5EF4-FFF2-40B4-BE49-F238E27FC236}">
                      <a16:creationId xmlns:a16="http://schemas.microsoft.com/office/drawing/2014/main" id="{B5E5E126-5712-074A-827E-49B7AB6291A3}"/>
                    </a:ext>
                  </a:extLst>
                </p:cNvPr>
                <p:cNvSpPr/>
                <p:nvPr/>
              </p:nvSpPr>
              <p:spPr>
                <a:xfrm>
                  <a:off x="4128891" y="3720271"/>
                  <a:ext cx="565669" cy="111880"/>
                </a:xfrm>
                <a:prstGeom prst="rect">
                  <a:avLst/>
                </a:prstGeom>
                <a:solidFill>
                  <a:srgbClr val="3333CC">
                    <a:lumMod val="7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97" name="Oval 396">
                  <a:extLst>
                    <a:ext uri="{FF2B5EF4-FFF2-40B4-BE49-F238E27FC236}">
                      <a16:creationId xmlns:a16="http://schemas.microsoft.com/office/drawing/2014/main" id="{90782D44-406D-1A44-B8FA-7DABB141B919}"/>
                    </a:ext>
                  </a:extLst>
                </p:cNvPr>
                <p:cNvSpPr/>
                <p:nvPr/>
              </p:nvSpPr>
              <p:spPr>
                <a:xfrm>
                  <a:off x="4128891" y="3607011"/>
                  <a:ext cx="565669" cy="225140"/>
                </a:xfrm>
                <a:prstGeom prst="ellipse">
                  <a:avLst/>
                </a:prstGeom>
                <a:solidFill>
                  <a:srgbClr val="3333CC">
                    <a:lumMod val="60000"/>
                    <a:lumOff val="40000"/>
                    <a:alpha val="7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398" name="Straight Connector 397">
                  <a:extLst>
                    <a:ext uri="{FF2B5EF4-FFF2-40B4-BE49-F238E27FC236}">
                      <a16:creationId xmlns:a16="http://schemas.microsoft.com/office/drawing/2014/main" id="{91CE1BD1-E198-874C-A63D-F01D330549A7}"/>
                    </a:ext>
                  </a:extLst>
                </p:cNvPr>
                <p:cNvCxnSpPr/>
                <p:nvPr/>
              </p:nvCxnSpPr>
              <p:spPr>
                <a:xfrm>
                  <a:off x="4694560" y="3720271"/>
                  <a:ext cx="0" cy="111880"/>
                </a:xfrm>
                <a:prstGeom prst="line">
                  <a:avLst/>
                </a:prstGeom>
                <a:noFill/>
                <a:ln w="6350" cap="flat" cmpd="sng" algn="ctr">
                  <a:solidFill>
                    <a:srgbClr val="000000"/>
                  </a:solidFill>
                  <a:prstDash val="solid"/>
                </a:ln>
                <a:effectLst/>
              </p:spPr>
            </p:cxnSp>
            <p:cxnSp>
              <p:nvCxnSpPr>
                <p:cNvPr id="399" name="Straight Connector 398">
                  <a:extLst>
                    <a:ext uri="{FF2B5EF4-FFF2-40B4-BE49-F238E27FC236}">
                      <a16:creationId xmlns:a16="http://schemas.microsoft.com/office/drawing/2014/main" id="{5C32A76A-C218-CD4F-A5EA-5F04BEBB7C8B}"/>
                    </a:ext>
                  </a:extLst>
                </p:cNvPr>
                <p:cNvCxnSpPr/>
                <p:nvPr/>
              </p:nvCxnSpPr>
              <p:spPr>
                <a:xfrm>
                  <a:off x="4128891" y="3720271"/>
                  <a:ext cx="0" cy="111880"/>
                </a:xfrm>
                <a:prstGeom prst="line">
                  <a:avLst/>
                </a:prstGeom>
                <a:noFill/>
                <a:ln w="6350" cap="flat" cmpd="sng" algn="ctr">
                  <a:solidFill>
                    <a:srgbClr val="000000"/>
                  </a:solidFill>
                  <a:prstDash val="solid"/>
                </a:ln>
                <a:effectLst/>
              </p:spPr>
            </p:cxnSp>
          </p:grpSp>
          <p:sp>
            <p:nvSpPr>
              <p:cNvPr id="382" name="Rectangle 381">
                <a:extLst>
                  <a:ext uri="{FF2B5EF4-FFF2-40B4-BE49-F238E27FC236}">
                    <a16:creationId xmlns:a16="http://schemas.microsoft.com/office/drawing/2014/main" id="{9568C327-A8B8-714A-9EC6-981C762ACAD5}"/>
                  </a:ext>
                </a:extLst>
              </p:cNvPr>
              <p:cNvSpPr/>
              <p:nvPr/>
            </p:nvSpPr>
            <p:spPr bwMode="auto">
              <a:xfrm>
                <a:off x="1802251" y="3602440"/>
                <a:ext cx="1027025" cy="1163452"/>
              </a:xfrm>
              <a:prstGeom prst="rect">
                <a:avLst/>
              </a:prstGeom>
              <a:gradFill rotWithShape="1">
                <a:gsLst>
                  <a:gs pos="0">
                    <a:srgbClr val="3333CC">
                      <a:lumMod val="40000"/>
                      <a:lumOff val="6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383" name="Straight Connector 382">
                <a:extLst>
                  <a:ext uri="{FF2B5EF4-FFF2-40B4-BE49-F238E27FC236}">
                    <a16:creationId xmlns:a16="http://schemas.microsoft.com/office/drawing/2014/main" id="{CE43604B-D39F-7044-94F2-CD4AD82F1987}"/>
                  </a:ext>
                </a:extLst>
              </p:cNvPr>
              <p:cNvCxnSpPr/>
              <p:nvPr/>
            </p:nvCxnSpPr>
            <p:spPr bwMode="auto">
              <a:xfrm>
                <a:off x="1781615" y="2805642"/>
                <a:ext cx="20636" cy="2020566"/>
              </a:xfrm>
              <a:prstGeom prst="line">
                <a:avLst/>
              </a:prstGeom>
              <a:noFill/>
              <a:ln w="3175" cap="flat" cmpd="sng" algn="ctr">
                <a:solidFill>
                  <a:srgbClr val="000000"/>
                </a:solidFill>
                <a:prstDash val="sysDash"/>
              </a:ln>
              <a:effectLst/>
            </p:spPr>
          </p:cxnSp>
          <p:cxnSp>
            <p:nvCxnSpPr>
              <p:cNvPr id="384" name="Straight Connector 383">
                <a:extLst>
                  <a:ext uri="{FF2B5EF4-FFF2-40B4-BE49-F238E27FC236}">
                    <a16:creationId xmlns:a16="http://schemas.microsoft.com/office/drawing/2014/main" id="{5C4C1EF2-5AB5-114F-AE30-53470A226E36}"/>
                  </a:ext>
                </a:extLst>
              </p:cNvPr>
              <p:cNvCxnSpPr/>
              <p:nvPr/>
            </p:nvCxnSpPr>
            <p:spPr bwMode="auto">
              <a:xfrm flipH="1">
                <a:off x="2818166" y="2805642"/>
                <a:ext cx="4762" cy="1976123"/>
              </a:xfrm>
              <a:prstGeom prst="line">
                <a:avLst/>
              </a:prstGeom>
              <a:noFill/>
              <a:ln w="3175" cap="flat" cmpd="sng" algn="ctr">
                <a:solidFill>
                  <a:srgbClr val="000000"/>
                </a:solidFill>
                <a:prstDash val="sysDash"/>
              </a:ln>
              <a:effectLst/>
            </p:spPr>
          </p:cxnSp>
          <p:grpSp>
            <p:nvGrpSpPr>
              <p:cNvPr id="385" name="Group 9">
                <a:extLst>
                  <a:ext uri="{FF2B5EF4-FFF2-40B4-BE49-F238E27FC236}">
                    <a16:creationId xmlns:a16="http://schemas.microsoft.com/office/drawing/2014/main" id="{052F022E-CD26-8744-AC3E-C859146E3805}"/>
                  </a:ext>
                </a:extLst>
              </p:cNvPr>
              <p:cNvGrpSpPr>
                <a:grpSpLocks/>
              </p:cNvGrpSpPr>
              <p:nvPr/>
            </p:nvGrpSpPr>
            <p:grpSpPr bwMode="auto">
              <a:xfrm>
                <a:off x="1757805" y="2331054"/>
                <a:ext cx="1079500" cy="430213"/>
                <a:chOff x="2183302" y="1574638"/>
                <a:chExt cx="1200154" cy="430181"/>
              </a:xfrm>
            </p:grpSpPr>
            <p:sp>
              <p:nvSpPr>
                <p:cNvPr id="386" name="Oval 385">
                  <a:extLst>
                    <a:ext uri="{FF2B5EF4-FFF2-40B4-BE49-F238E27FC236}">
                      <a16:creationId xmlns:a16="http://schemas.microsoft.com/office/drawing/2014/main" id="{80AE789D-EAFB-F44C-ACC8-D4E9E127F29B}"/>
                    </a:ext>
                  </a:extLst>
                </p:cNvPr>
                <p:cNvSpPr/>
                <p:nvPr/>
              </p:nvSpPr>
              <p:spPr bwMode="auto">
                <a:xfrm flipV="1">
                  <a:off x="2186832" y="1690499"/>
                  <a:ext cx="1194758" cy="314252"/>
                </a:xfrm>
                <a:prstGeom prst="ellipse">
                  <a:avLst/>
                </a:prstGeom>
                <a:gradFill flip="none" rotWithShape="1">
                  <a:gsLst>
                    <a:gs pos="0">
                      <a:srgbClr val="3333CC">
                        <a:lumMod val="75000"/>
                      </a:srgbClr>
                    </a:gs>
                    <a:gs pos="31000">
                      <a:srgbClr val="3333CC">
                        <a:lumMod val="60000"/>
                        <a:lumOff val="40000"/>
                      </a:srgbClr>
                    </a:gs>
                    <a:gs pos="100000">
                      <a:srgbClr val="3333CC">
                        <a:lumMod val="20000"/>
                        <a:lumOff val="80000"/>
                      </a:srgbClr>
                    </a:gs>
                  </a:gsLst>
                  <a:lin ang="16200000" scaled="0"/>
                  <a:tileRect/>
                </a:gradFill>
                <a:ln w="635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mn-ea"/>
                    <a:cs typeface="+mn-cs"/>
                  </a:endParaRPr>
                </a:p>
              </p:txBody>
            </p:sp>
            <p:sp>
              <p:nvSpPr>
                <p:cNvPr id="387" name="Rectangle 386">
                  <a:extLst>
                    <a:ext uri="{FF2B5EF4-FFF2-40B4-BE49-F238E27FC236}">
                      <a16:creationId xmlns:a16="http://schemas.microsoft.com/office/drawing/2014/main" id="{5F200699-ED1E-0245-9D7A-C9227AC90EC0}"/>
                    </a:ext>
                  </a:extLst>
                </p:cNvPr>
                <p:cNvSpPr/>
                <p:nvPr/>
              </p:nvSpPr>
              <p:spPr bwMode="auto">
                <a:xfrm>
                  <a:off x="2183302" y="1734939"/>
                  <a:ext cx="1198287" cy="112686"/>
                </a:xfrm>
                <a:prstGeom prst="rect">
                  <a:avLst/>
                </a:prstGeom>
                <a:gradFill rotWithShape="1">
                  <a:gsLst>
                    <a:gs pos="0">
                      <a:srgbClr val="3333CC">
                        <a:lumMod val="40000"/>
                        <a:lumOff val="60000"/>
                      </a:srgbClr>
                    </a:gs>
                    <a:gs pos="54000">
                      <a:srgbClr val="3333CC">
                        <a:lumMod val="60000"/>
                        <a:lumOff val="40000"/>
                      </a:srgbClr>
                    </a:gs>
                    <a:gs pos="100000">
                      <a:srgbClr val="3333CC">
                        <a:lumMod val="75000"/>
                      </a:srgbClr>
                    </a:gs>
                  </a:gsLst>
                  <a:lin ang="162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88" name="Oval 387">
                  <a:extLst>
                    <a:ext uri="{FF2B5EF4-FFF2-40B4-BE49-F238E27FC236}">
                      <a16:creationId xmlns:a16="http://schemas.microsoft.com/office/drawing/2014/main" id="{1653876D-5808-4845-8D45-41E30CCABC5A}"/>
                    </a:ext>
                  </a:extLst>
                </p:cNvPr>
                <p:cNvSpPr>
                  <a:spLocks noChangeArrowheads="1"/>
                </p:cNvSpPr>
                <p:nvPr/>
              </p:nvSpPr>
              <p:spPr bwMode="auto">
                <a:xfrm flipV="1">
                  <a:off x="2183302" y="1574638"/>
                  <a:ext cx="1196523" cy="314252"/>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389" name="Freeform 388">
                  <a:extLst>
                    <a:ext uri="{FF2B5EF4-FFF2-40B4-BE49-F238E27FC236}">
                      <a16:creationId xmlns:a16="http://schemas.microsoft.com/office/drawing/2014/main" id="{B63C1A57-A326-E44D-89A7-AE4E169A70AE}"/>
                    </a:ext>
                  </a:extLst>
                </p:cNvPr>
                <p:cNvSpPr/>
                <p:nvPr/>
              </p:nvSpPr>
              <p:spPr bwMode="auto">
                <a:xfrm>
                  <a:off x="2490374" y="1671453"/>
                  <a:ext cx="582379" cy="157125"/>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90" name="Freeform 389">
                  <a:extLst>
                    <a:ext uri="{FF2B5EF4-FFF2-40B4-BE49-F238E27FC236}">
                      <a16:creationId xmlns:a16="http://schemas.microsoft.com/office/drawing/2014/main" id="{C060360D-64F4-6C46-9C73-B1B076DAA15D}"/>
                    </a:ext>
                  </a:extLst>
                </p:cNvPr>
                <p:cNvSpPr>
                  <a:spLocks/>
                </p:cNvSpPr>
                <p:nvPr/>
              </p:nvSpPr>
              <p:spPr bwMode="auto">
                <a:xfrm>
                  <a:off x="2430372" y="1630188"/>
                  <a:ext cx="702384" cy="109512"/>
                </a:xfrm>
                <a:custGeom>
                  <a:avLst/>
                  <a:gdLst>
                    <a:gd name="T0" fmla="*/ 0 w 3723451"/>
                    <a:gd name="T1" fmla="*/ 26792 h 932950"/>
                    <a:gd name="T2" fmla="*/ 123590 w 3723451"/>
                    <a:gd name="T3" fmla="*/ 316 h 932950"/>
                    <a:gd name="T4" fmla="*/ 350070 w 3723451"/>
                    <a:gd name="T5" fmla="*/ 61105 h 932950"/>
                    <a:gd name="T6" fmla="*/ 566135 w 3723451"/>
                    <a:gd name="T7" fmla="*/ 0 h 932950"/>
                    <a:gd name="T8" fmla="*/ 702384 w 3723451"/>
                    <a:gd name="T9" fmla="*/ 24316 h 932950"/>
                    <a:gd name="T10" fmla="*/ 601015 w 3723451"/>
                    <a:gd name="T11" fmla="*/ 54216 h 932950"/>
                    <a:gd name="T12" fmla="*/ 568379 w 3723451"/>
                    <a:gd name="T13" fmla="*/ 46155 h 932950"/>
                    <a:gd name="T14" fmla="*/ 354049 w 3723451"/>
                    <a:gd name="T15" fmla="*/ 109512 h 932950"/>
                    <a:gd name="T16" fmla="*/ 134237 w 3723451"/>
                    <a:gd name="T17" fmla="*/ 48485 h 932950"/>
                    <a:gd name="T18" fmla="*/ 98698 w 3723451"/>
                    <a:gd name="T19" fmla="*/ 55072 h 932950"/>
                    <a:gd name="T20" fmla="*/ 0 w 3723451"/>
                    <a:gd name="T21" fmla="*/ 26792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91" name="Freeform 390">
                  <a:extLst>
                    <a:ext uri="{FF2B5EF4-FFF2-40B4-BE49-F238E27FC236}">
                      <a16:creationId xmlns:a16="http://schemas.microsoft.com/office/drawing/2014/main" id="{6762EEAF-2C47-B149-8689-0C95EC53C318}"/>
                    </a:ext>
                  </a:extLst>
                </p:cNvPr>
                <p:cNvSpPr>
                  <a:spLocks/>
                </p:cNvSpPr>
                <p:nvPr/>
              </p:nvSpPr>
              <p:spPr bwMode="auto">
                <a:xfrm>
                  <a:off x="2892745" y="1723828"/>
                  <a:ext cx="257658" cy="95228"/>
                </a:xfrm>
                <a:custGeom>
                  <a:avLst/>
                  <a:gdLst>
                    <a:gd name="T0" fmla="*/ 0 w 1366596"/>
                    <a:gd name="T1" fmla="*/ 0 h 809868"/>
                    <a:gd name="T2" fmla="*/ 257658 w 1366596"/>
                    <a:gd name="T3" fmla="*/ 73585 h 809868"/>
                    <a:gd name="T4" fmla="*/ 163097 w 1366596"/>
                    <a:gd name="T5" fmla="*/ 95228 h 809868"/>
                    <a:gd name="T6" fmla="*/ 867 w 1366596"/>
                    <a:gd name="T7" fmla="*/ 50319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92" name="Freeform 391">
                  <a:extLst>
                    <a:ext uri="{FF2B5EF4-FFF2-40B4-BE49-F238E27FC236}">
                      <a16:creationId xmlns:a16="http://schemas.microsoft.com/office/drawing/2014/main" id="{EEF29461-B5AA-2744-A3DA-2814904A2E2F}"/>
                    </a:ext>
                  </a:extLst>
                </p:cNvPr>
                <p:cNvSpPr>
                  <a:spLocks/>
                </p:cNvSpPr>
                <p:nvPr/>
              </p:nvSpPr>
              <p:spPr bwMode="auto">
                <a:xfrm>
                  <a:off x="2418018" y="1725416"/>
                  <a:ext cx="254129" cy="95228"/>
                </a:xfrm>
                <a:custGeom>
                  <a:avLst/>
                  <a:gdLst>
                    <a:gd name="T0" fmla="*/ 250660 w 1348191"/>
                    <a:gd name="T1" fmla="*/ 0 h 791462"/>
                    <a:gd name="T2" fmla="*/ 254129 w 1348191"/>
                    <a:gd name="T3" fmla="*/ 45953 h 791462"/>
                    <a:gd name="T4" fmla="*/ 91938 w 1348191"/>
                    <a:gd name="T5" fmla="*/ 95228 h 791462"/>
                    <a:gd name="T6" fmla="*/ 0 w 1348191"/>
                    <a:gd name="T7" fmla="*/ 73636 h 791462"/>
                    <a:gd name="T8" fmla="*/ 250660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393" name="Straight Connector 392">
                  <a:extLst>
                    <a:ext uri="{FF2B5EF4-FFF2-40B4-BE49-F238E27FC236}">
                      <a16:creationId xmlns:a16="http://schemas.microsoft.com/office/drawing/2014/main" id="{BE5A273A-2FEE-9545-BB88-87C7E505179F}"/>
                    </a:ext>
                  </a:extLst>
                </p:cNvPr>
                <p:cNvCxnSpPr>
                  <a:cxnSpLocks noChangeShapeType="1"/>
                  <a:endCxn id="388" idx="2"/>
                </p:cNvCxnSpPr>
                <p:nvPr/>
              </p:nvCxnSpPr>
              <p:spPr bwMode="auto">
                <a:xfrm flipH="1" flipV="1">
                  <a:off x="2183302" y="1731764"/>
                  <a:ext cx="3530" cy="122209"/>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394" name="Straight Connector 393">
                  <a:extLst>
                    <a:ext uri="{FF2B5EF4-FFF2-40B4-BE49-F238E27FC236}">
                      <a16:creationId xmlns:a16="http://schemas.microsoft.com/office/drawing/2014/main" id="{3C46EAE7-509B-4E45-A6E7-9A33E4F0FC70}"/>
                    </a:ext>
                  </a:extLst>
                </p:cNvPr>
                <p:cNvCxnSpPr>
                  <a:cxnSpLocks noChangeShapeType="1"/>
                </p:cNvCxnSpPr>
                <p:nvPr/>
              </p:nvCxnSpPr>
              <p:spPr bwMode="auto">
                <a:xfrm flipH="1" flipV="1">
                  <a:off x="3379825" y="1728590"/>
                  <a:ext cx="3530" cy="122209"/>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grpSp>
          <p:nvGrpSpPr>
            <p:cNvPr id="294" name="Group 18">
              <a:extLst>
                <a:ext uri="{FF2B5EF4-FFF2-40B4-BE49-F238E27FC236}">
                  <a16:creationId xmlns:a16="http://schemas.microsoft.com/office/drawing/2014/main" id="{482172DC-CB77-9547-9B55-AA80104E7E80}"/>
                </a:ext>
              </a:extLst>
            </p:cNvPr>
            <p:cNvGrpSpPr>
              <a:grpSpLocks/>
            </p:cNvGrpSpPr>
            <p:nvPr/>
          </p:nvGrpSpPr>
          <p:grpSpPr bwMode="auto">
            <a:xfrm>
              <a:off x="3500438" y="3174091"/>
              <a:ext cx="522287" cy="1831297"/>
              <a:chOff x="3500438" y="3174091"/>
              <a:chExt cx="522287" cy="1831297"/>
            </a:xfrm>
          </p:grpSpPr>
          <p:sp>
            <p:nvSpPr>
              <p:cNvPr id="359" name="Rectangle 358">
                <a:extLst>
                  <a:ext uri="{FF2B5EF4-FFF2-40B4-BE49-F238E27FC236}">
                    <a16:creationId xmlns:a16="http://schemas.microsoft.com/office/drawing/2014/main" id="{62075464-1A4E-BF45-A532-01A9C76E55CE}"/>
                  </a:ext>
                </a:extLst>
              </p:cNvPr>
              <p:cNvSpPr/>
              <p:nvPr/>
            </p:nvSpPr>
            <p:spPr bwMode="auto">
              <a:xfrm rot="10800000">
                <a:off x="3507320" y="3287221"/>
                <a:ext cx="498349" cy="306623"/>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360" name="Straight Connector 359">
                <a:extLst>
                  <a:ext uri="{FF2B5EF4-FFF2-40B4-BE49-F238E27FC236}">
                    <a16:creationId xmlns:a16="http://schemas.microsoft.com/office/drawing/2014/main" id="{E6476089-4E8D-9748-8A20-B65AB809DCB0}"/>
                  </a:ext>
                </a:extLst>
              </p:cNvPr>
              <p:cNvCxnSpPr/>
              <p:nvPr/>
            </p:nvCxnSpPr>
            <p:spPr bwMode="auto">
              <a:xfrm flipH="1">
                <a:off x="4019802" y="3321497"/>
                <a:ext cx="1588" cy="1536456"/>
              </a:xfrm>
              <a:prstGeom prst="line">
                <a:avLst/>
              </a:prstGeom>
              <a:noFill/>
              <a:ln w="3175" cap="flat" cmpd="sng" algn="ctr">
                <a:solidFill>
                  <a:srgbClr val="000000"/>
                </a:solidFill>
                <a:prstDash val="sysDash"/>
              </a:ln>
              <a:effectLst/>
            </p:spPr>
          </p:cxnSp>
          <p:pic>
            <p:nvPicPr>
              <p:cNvPr id="361" name="Picture 86" descr="router_top.png">
                <a:extLst>
                  <a:ext uri="{FF2B5EF4-FFF2-40B4-BE49-F238E27FC236}">
                    <a16:creationId xmlns:a16="http://schemas.microsoft.com/office/drawing/2014/main" id="{903307E4-A9C2-9644-824F-D336213F448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500438" y="3194292"/>
                <a:ext cx="522287" cy="22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62" name="Group 82">
                <a:extLst>
                  <a:ext uri="{FF2B5EF4-FFF2-40B4-BE49-F238E27FC236}">
                    <a16:creationId xmlns:a16="http://schemas.microsoft.com/office/drawing/2014/main" id="{F71CE2FF-B936-C547-A3CE-97AE0CF5BB65}"/>
                  </a:ext>
                </a:extLst>
              </p:cNvPr>
              <p:cNvGrpSpPr>
                <a:grpSpLocks/>
              </p:cNvGrpSpPr>
              <p:nvPr/>
            </p:nvGrpSpPr>
            <p:grpSpPr bwMode="auto">
              <a:xfrm>
                <a:off x="3511442" y="4783543"/>
                <a:ext cx="507858" cy="221845"/>
                <a:chOff x="4128636" y="3606589"/>
                <a:chExt cx="568145" cy="338667"/>
              </a:xfrm>
            </p:grpSpPr>
            <p:sp>
              <p:nvSpPr>
                <p:cNvPr id="375" name="Oval 374">
                  <a:extLst>
                    <a:ext uri="{FF2B5EF4-FFF2-40B4-BE49-F238E27FC236}">
                      <a16:creationId xmlns:a16="http://schemas.microsoft.com/office/drawing/2014/main" id="{586404AE-C86C-2743-98EF-9CF4A95F4440}"/>
                    </a:ext>
                  </a:extLst>
                </p:cNvPr>
                <p:cNvSpPr/>
                <p:nvPr/>
              </p:nvSpPr>
              <p:spPr>
                <a:xfrm>
                  <a:off x="4129087" y="3720182"/>
                  <a:ext cx="568256" cy="225348"/>
                </a:xfrm>
                <a:prstGeom prst="ellipse">
                  <a:avLst/>
                </a:prstGeom>
                <a:solidFill>
                  <a:srgbClr val="3333CC">
                    <a:lumMod val="75000"/>
                  </a:srgbClr>
                </a:solidFill>
                <a:ln w="6350" cap="flat" cmpd="sng" algn="ctr">
                  <a:solidFill>
                    <a:srgbClr val="00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76" name="Rectangle 375">
                  <a:extLst>
                    <a:ext uri="{FF2B5EF4-FFF2-40B4-BE49-F238E27FC236}">
                      <a16:creationId xmlns:a16="http://schemas.microsoft.com/office/drawing/2014/main" id="{5396A314-1026-4E4E-A149-99672789B306}"/>
                    </a:ext>
                  </a:extLst>
                </p:cNvPr>
                <p:cNvSpPr/>
                <p:nvPr/>
              </p:nvSpPr>
              <p:spPr>
                <a:xfrm>
                  <a:off x="4129087" y="3720182"/>
                  <a:ext cx="568256" cy="111462"/>
                </a:xfrm>
                <a:prstGeom prst="rect">
                  <a:avLst/>
                </a:prstGeom>
                <a:solidFill>
                  <a:srgbClr val="3333CC">
                    <a:lumMod val="7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77" name="Oval 376">
                  <a:extLst>
                    <a:ext uri="{FF2B5EF4-FFF2-40B4-BE49-F238E27FC236}">
                      <a16:creationId xmlns:a16="http://schemas.microsoft.com/office/drawing/2014/main" id="{23054A25-C068-9244-9B31-DD0F45D202D9}"/>
                    </a:ext>
                  </a:extLst>
                </p:cNvPr>
                <p:cNvSpPr/>
                <p:nvPr/>
              </p:nvSpPr>
              <p:spPr>
                <a:xfrm>
                  <a:off x="4129087" y="3606297"/>
                  <a:ext cx="568256" cy="225346"/>
                </a:xfrm>
                <a:prstGeom prst="ellipse">
                  <a:avLst/>
                </a:prstGeom>
                <a:solidFill>
                  <a:srgbClr val="3333CC">
                    <a:lumMod val="40000"/>
                    <a:lumOff val="60000"/>
                    <a:alpha val="5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378" name="Straight Connector 377">
                  <a:extLst>
                    <a:ext uri="{FF2B5EF4-FFF2-40B4-BE49-F238E27FC236}">
                      <a16:creationId xmlns:a16="http://schemas.microsoft.com/office/drawing/2014/main" id="{CD4A2AA1-5618-3140-9C21-11DC36124DCC}"/>
                    </a:ext>
                  </a:extLst>
                </p:cNvPr>
                <p:cNvCxnSpPr/>
                <p:nvPr/>
              </p:nvCxnSpPr>
              <p:spPr>
                <a:xfrm>
                  <a:off x="4697343" y="3720182"/>
                  <a:ext cx="0" cy="111462"/>
                </a:xfrm>
                <a:prstGeom prst="line">
                  <a:avLst/>
                </a:prstGeom>
                <a:noFill/>
                <a:ln w="6350" cap="flat" cmpd="sng" algn="ctr">
                  <a:solidFill>
                    <a:srgbClr val="000000"/>
                  </a:solidFill>
                  <a:prstDash val="solid"/>
                </a:ln>
                <a:effectLst/>
              </p:spPr>
            </p:cxnSp>
            <p:cxnSp>
              <p:nvCxnSpPr>
                <p:cNvPr id="379" name="Straight Connector 378">
                  <a:extLst>
                    <a:ext uri="{FF2B5EF4-FFF2-40B4-BE49-F238E27FC236}">
                      <a16:creationId xmlns:a16="http://schemas.microsoft.com/office/drawing/2014/main" id="{C0356843-B7EB-A343-9F3C-424592CF11BD}"/>
                    </a:ext>
                  </a:extLst>
                </p:cNvPr>
                <p:cNvCxnSpPr/>
                <p:nvPr/>
              </p:nvCxnSpPr>
              <p:spPr>
                <a:xfrm>
                  <a:off x="4129087" y="3720182"/>
                  <a:ext cx="0" cy="111462"/>
                </a:xfrm>
                <a:prstGeom prst="line">
                  <a:avLst/>
                </a:prstGeom>
                <a:noFill/>
                <a:ln w="6350" cap="flat" cmpd="sng" algn="ctr">
                  <a:solidFill>
                    <a:srgbClr val="000000"/>
                  </a:solidFill>
                  <a:prstDash val="solid"/>
                </a:ln>
                <a:effectLst/>
              </p:spPr>
            </p:cxnSp>
          </p:grpSp>
          <p:sp>
            <p:nvSpPr>
              <p:cNvPr id="363" name="Rectangle 362">
                <a:extLst>
                  <a:ext uri="{FF2B5EF4-FFF2-40B4-BE49-F238E27FC236}">
                    <a16:creationId xmlns:a16="http://schemas.microsoft.com/office/drawing/2014/main" id="{AC6DBBE1-F8C8-7C49-A55E-1A360F9F0FF8}"/>
                  </a:ext>
                </a:extLst>
              </p:cNvPr>
              <p:cNvSpPr/>
              <p:nvPr/>
            </p:nvSpPr>
            <p:spPr bwMode="auto">
              <a:xfrm>
                <a:off x="3516608" y="3697675"/>
                <a:ext cx="498433" cy="1163452"/>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364" name="Straight Connector 363">
                <a:extLst>
                  <a:ext uri="{FF2B5EF4-FFF2-40B4-BE49-F238E27FC236}">
                    <a16:creationId xmlns:a16="http://schemas.microsoft.com/office/drawing/2014/main" id="{30264003-6422-A246-8128-339027C2EFE4}"/>
                  </a:ext>
                </a:extLst>
              </p:cNvPr>
              <p:cNvCxnSpPr>
                <a:stCxn id="368" idx="2"/>
              </p:cNvCxnSpPr>
              <p:nvPr/>
            </p:nvCxnSpPr>
            <p:spPr bwMode="auto">
              <a:xfrm flipH="1">
                <a:off x="3507083" y="3262769"/>
                <a:ext cx="4762" cy="1688832"/>
              </a:xfrm>
              <a:prstGeom prst="line">
                <a:avLst/>
              </a:prstGeom>
              <a:noFill/>
              <a:ln w="3175" cap="flat" cmpd="sng" algn="ctr">
                <a:solidFill>
                  <a:srgbClr val="000000"/>
                </a:solidFill>
                <a:prstDash val="sysDash"/>
              </a:ln>
              <a:effectLst/>
            </p:spPr>
          </p:cxnSp>
          <p:grpSp>
            <p:nvGrpSpPr>
              <p:cNvPr id="365" name="Group 377">
                <a:extLst>
                  <a:ext uri="{FF2B5EF4-FFF2-40B4-BE49-F238E27FC236}">
                    <a16:creationId xmlns:a16="http://schemas.microsoft.com/office/drawing/2014/main" id="{39ED4179-25C2-BD40-8CB0-2D2D19D3B89E}"/>
                  </a:ext>
                </a:extLst>
              </p:cNvPr>
              <p:cNvGrpSpPr>
                <a:grpSpLocks/>
              </p:cNvGrpSpPr>
              <p:nvPr/>
            </p:nvGrpSpPr>
            <p:grpSpPr bwMode="auto">
              <a:xfrm>
                <a:off x="3511057" y="3174091"/>
                <a:ext cx="504096" cy="242719"/>
                <a:chOff x="2183302" y="1574638"/>
                <a:chExt cx="1200154" cy="430218"/>
              </a:xfrm>
            </p:grpSpPr>
            <p:sp>
              <p:nvSpPr>
                <p:cNvPr id="366" name="Oval 365">
                  <a:extLst>
                    <a:ext uri="{FF2B5EF4-FFF2-40B4-BE49-F238E27FC236}">
                      <a16:creationId xmlns:a16="http://schemas.microsoft.com/office/drawing/2014/main" id="{8E546C63-6051-664A-A3B3-09898899A0F6}"/>
                    </a:ext>
                  </a:extLst>
                </p:cNvPr>
                <p:cNvSpPr/>
                <p:nvPr/>
              </p:nvSpPr>
              <p:spPr bwMode="auto">
                <a:xfrm flipV="1">
                  <a:off x="2188958" y="1689617"/>
                  <a:ext cx="1194231" cy="315099"/>
                </a:xfrm>
                <a:prstGeom prst="ellipse">
                  <a:avLst/>
                </a:prstGeom>
                <a:gradFill flip="none" rotWithShape="1">
                  <a:gsLst>
                    <a:gs pos="0">
                      <a:srgbClr val="3333CC">
                        <a:lumMod val="75000"/>
                      </a:srgbClr>
                    </a:gs>
                    <a:gs pos="31000">
                      <a:srgbClr val="3333CC">
                        <a:lumMod val="60000"/>
                        <a:lumOff val="40000"/>
                      </a:srgbClr>
                    </a:gs>
                    <a:gs pos="100000">
                      <a:srgbClr val="FFFFFF"/>
                    </a:gs>
                  </a:gsLst>
                  <a:lin ang="16200000" scaled="0"/>
                  <a:tileRect/>
                </a:gradFill>
                <a:ln w="635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mn-ea"/>
                    <a:cs typeface="+mn-cs"/>
                  </a:endParaRPr>
                </a:p>
              </p:txBody>
            </p:sp>
            <p:sp>
              <p:nvSpPr>
                <p:cNvPr id="367" name="Rectangle 366">
                  <a:extLst>
                    <a:ext uri="{FF2B5EF4-FFF2-40B4-BE49-F238E27FC236}">
                      <a16:creationId xmlns:a16="http://schemas.microsoft.com/office/drawing/2014/main" id="{F85D8891-4691-274F-8A4C-6EB421E1A629}"/>
                    </a:ext>
                  </a:extLst>
                </p:cNvPr>
                <p:cNvSpPr/>
                <p:nvPr/>
              </p:nvSpPr>
              <p:spPr bwMode="auto">
                <a:xfrm>
                  <a:off x="2185178" y="1734631"/>
                  <a:ext cx="1198011" cy="112535"/>
                </a:xfrm>
                <a:prstGeom prst="rect">
                  <a:avLst/>
                </a:prstGeom>
                <a:gradFill rotWithShape="1">
                  <a:gsLst>
                    <a:gs pos="0">
                      <a:srgbClr val="3333CC">
                        <a:lumMod val="40000"/>
                        <a:lumOff val="60000"/>
                      </a:srgbClr>
                    </a:gs>
                    <a:gs pos="54000">
                      <a:srgbClr val="3333CC">
                        <a:lumMod val="60000"/>
                        <a:lumOff val="40000"/>
                      </a:srgbClr>
                    </a:gs>
                    <a:gs pos="100000">
                      <a:srgbClr val="3333CC">
                        <a:lumMod val="75000"/>
                      </a:srgbClr>
                    </a:gs>
                  </a:gsLst>
                  <a:lin ang="162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68" name="Oval 367">
                  <a:extLst>
                    <a:ext uri="{FF2B5EF4-FFF2-40B4-BE49-F238E27FC236}">
                      <a16:creationId xmlns:a16="http://schemas.microsoft.com/office/drawing/2014/main" id="{F6D6309A-F621-8F43-966A-42EE2F5341A2}"/>
                    </a:ext>
                  </a:extLst>
                </p:cNvPr>
                <p:cNvSpPr>
                  <a:spLocks noChangeArrowheads="1"/>
                </p:cNvSpPr>
                <p:nvPr/>
              </p:nvSpPr>
              <p:spPr bwMode="auto">
                <a:xfrm flipV="1">
                  <a:off x="2185178" y="1574269"/>
                  <a:ext cx="1194231" cy="315099"/>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369" name="Freeform 368">
                  <a:extLst>
                    <a:ext uri="{FF2B5EF4-FFF2-40B4-BE49-F238E27FC236}">
                      <a16:creationId xmlns:a16="http://schemas.microsoft.com/office/drawing/2014/main" id="{E0967AA3-A871-A446-BBBF-E652596BA5E0}"/>
                    </a:ext>
                  </a:extLst>
                </p:cNvPr>
                <p:cNvSpPr/>
                <p:nvPr/>
              </p:nvSpPr>
              <p:spPr bwMode="auto">
                <a:xfrm>
                  <a:off x="2491295" y="1669924"/>
                  <a:ext cx="581999" cy="157549"/>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70" name="Freeform 369">
                  <a:extLst>
                    <a:ext uri="{FF2B5EF4-FFF2-40B4-BE49-F238E27FC236}">
                      <a16:creationId xmlns:a16="http://schemas.microsoft.com/office/drawing/2014/main" id="{928F9198-71DD-1048-BF0F-138BFE3045B5}"/>
                    </a:ext>
                  </a:extLst>
                </p:cNvPr>
                <p:cNvSpPr>
                  <a:spLocks/>
                </p:cNvSpPr>
                <p:nvPr/>
              </p:nvSpPr>
              <p:spPr bwMode="auto">
                <a:xfrm>
                  <a:off x="2430828" y="1630537"/>
                  <a:ext cx="702933" cy="109721"/>
                </a:xfrm>
                <a:custGeom>
                  <a:avLst/>
                  <a:gdLst>
                    <a:gd name="T0" fmla="*/ 0 w 3723451"/>
                    <a:gd name="T1" fmla="*/ 26843 h 932950"/>
                    <a:gd name="T2" fmla="*/ 123686 w 3723451"/>
                    <a:gd name="T3" fmla="*/ 316 h 932950"/>
                    <a:gd name="T4" fmla="*/ 350344 w 3723451"/>
                    <a:gd name="T5" fmla="*/ 61221 h 932950"/>
                    <a:gd name="T6" fmla="*/ 566578 w 3723451"/>
                    <a:gd name="T7" fmla="*/ 0 h 932950"/>
                    <a:gd name="T8" fmla="*/ 702933 w 3723451"/>
                    <a:gd name="T9" fmla="*/ 24362 h 932950"/>
                    <a:gd name="T10" fmla="*/ 601485 w 3723451"/>
                    <a:gd name="T11" fmla="*/ 54319 h 932950"/>
                    <a:gd name="T12" fmla="*/ 568823 w 3723451"/>
                    <a:gd name="T13" fmla="*/ 46243 h 932950"/>
                    <a:gd name="T14" fmla="*/ 354326 w 3723451"/>
                    <a:gd name="T15" fmla="*/ 109721 h 932950"/>
                    <a:gd name="T16" fmla="*/ 134342 w 3723451"/>
                    <a:gd name="T17" fmla="*/ 48578 h 932950"/>
                    <a:gd name="T18" fmla="*/ 98775 w 3723451"/>
                    <a:gd name="T19" fmla="*/ 55177 h 932950"/>
                    <a:gd name="T20" fmla="*/ 0 w 3723451"/>
                    <a:gd name="T21" fmla="*/ 26843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1" name="Freeform 370">
                  <a:extLst>
                    <a:ext uri="{FF2B5EF4-FFF2-40B4-BE49-F238E27FC236}">
                      <a16:creationId xmlns:a16="http://schemas.microsoft.com/office/drawing/2014/main" id="{1C72F53E-6D8A-1247-85AD-4F6DFA9BC40F}"/>
                    </a:ext>
                  </a:extLst>
                </p:cNvPr>
                <p:cNvSpPr>
                  <a:spLocks/>
                </p:cNvSpPr>
                <p:nvPr/>
              </p:nvSpPr>
              <p:spPr bwMode="auto">
                <a:xfrm>
                  <a:off x="2891892" y="1723378"/>
                  <a:ext cx="260764" cy="95655"/>
                </a:xfrm>
                <a:custGeom>
                  <a:avLst/>
                  <a:gdLst>
                    <a:gd name="T0" fmla="*/ 0 w 1366596"/>
                    <a:gd name="T1" fmla="*/ 0 h 809868"/>
                    <a:gd name="T2" fmla="*/ 260764 w 1366596"/>
                    <a:gd name="T3" fmla="*/ 73915 h 809868"/>
                    <a:gd name="T4" fmla="*/ 165063 w 1366596"/>
                    <a:gd name="T5" fmla="*/ 95655 h 809868"/>
                    <a:gd name="T6" fmla="*/ 878 w 1366596"/>
                    <a:gd name="T7" fmla="*/ 50545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2" name="Freeform 371">
                  <a:extLst>
                    <a:ext uri="{FF2B5EF4-FFF2-40B4-BE49-F238E27FC236}">
                      <a16:creationId xmlns:a16="http://schemas.microsoft.com/office/drawing/2014/main" id="{AC38375A-6308-3C42-8428-1BC8EF1E3EF6}"/>
                    </a:ext>
                  </a:extLst>
                </p:cNvPr>
                <p:cNvSpPr>
                  <a:spLocks/>
                </p:cNvSpPr>
                <p:nvPr/>
              </p:nvSpPr>
              <p:spPr bwMode="auto">
                <a:xfrm>
                  <a:off x="2419489" y="1726192"/>
                  <a:ext cx="253208" cy="92841"/>
                </a:xfrm>
                <a:custGeom>
                  <a:avLst/>
                  <a:gdLst>
                    <a:gd name="T0" fmla="*/ 249751 w 1348191"/>
                    <a:gd name="T1" fmla="*/ 0 h 791462"/>
                    <a:gd name="T2" fmla="*/ 253208 w 1348191"/>
                    <a:gd name="T3" fmla="*/ 44801 h 791462"/>
                    <a:gd name="T4" fmla="*/ 91604 w 1348191"/>
                    <a:gd name="T5" fmla="*/ 92841 h 791462"/>
                    <a:gd name="T6" fmla="*/ 0 w 1348191"/>
                    <a:gd name="T7" fmla="*/ 71790 h 791462"/>
                    <a:gd name="T8" fmla="*/ 249751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373" name="Straight Connector 372">
                  <a:extLst>
                    <a:ext uri="{FF2B5EF4-FFF2-40B4-BE49-F238E27FC236}">
                      <a16:creationId xmlns:a16="http://schemas.microsoft.com/office/drawing/2014/main" id="{2676B342-72B9-EC4E-BEB9-884A31061112}"/>
                    </a:ext>
                  </a:extLst>
                </p:cNvPr>
                <p:cNvCxnSpPr>
                  <a:cxnSpLocks noChangeShapeType="1"/>
                  <a:endCxn id="368" idx="2"/>
                </p:cNvCxnSpPr>
                <p:nvPr/>
              </p:nvCxnSpPr>
              <p:spPr bwMode="auto">
                <a:xfrm flipH="1" flipV="1">
                  <a:off x="2185178" y="1731819"/>
                  <a:ext cx="3780" cy="120975"/>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374" name="Straight Connector 373">
                  <a:extLst>
                    <a:ext uri="{FF2B5EF4-FFF2-40B4-BE49-F238E27FC236}">
                      <a16:creationId xmlns:a16="http://schemas.microsoft.com/office/drawing/2014/main" id="{C9E5ACD2-0571-394B-B54A-E4FD99B680A6}"/>
                    </a:ext>
                  </a:extLst>
                </p:cNvPr>
                <p:cNvCxnSpPr>
                  <a:cxnSpLocks noChangeShapeType="1"/>
                </p:cNvCxnSpPr>
                <p:nvPr/>
              </p:nvCxnSpPr>
              <p:spPr bwMode="auto">
                <a:xfrm flipH="1" flipV="1">
                  <a:off x="3379409" y="1729005"/>
                  <a:ext cx="3780" cy="120976"/>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grpSp>
          <p:nvGrpSpPr>
            <p:cNvPr id="295" name="Group 19">
              <a:extLst>
                <a:ext uri="{FF2B5EF4-FFF2-40B4-BE49-F238E27FC236}">
                  <a16:creationId xmlns:a16="http://schemas.microsoft.com/office/drawing/2014/main" id="{3F4E53BA-5956-854C-B31F-6EC1D0D219D1}"/>
                </a:ext>
              </a:extLst>
            </p:cNvPr>
            <p:cNvGrpSpPr>
              <a:grpSpLocks/>
            </p:cNvGrpSpPr>
            <p:nvPr/>
          </p:nvGrpSpPr>
          <p:grpSpPr bwMode="auto">
            <a:xfrm>
              <a:off x="4299212" y="2486508"/>
              <a:ext cx="528376" cy="2517292"/>
              <a:chOff x="4299212" y="2486508"/>
              <a:chExt cx="528376" cy="2517292"/>
            </a:xfrm>
          </p:grpSpPr>
          <p:sp>
            <p:nvSpPr>
              <p:cNvPr id="339" name="Rectangle 338">
                <a:extLst>
                  <a:ext uri="{FF2B5EF4-FFF2-40B4-BE49-F238E27FC236}">
                    <a16:creationId xmlns:a16="http://schemas.microsoft.com/office/drawing/2014/main" id="{E47F6DBD-7B1F-E84E-80B1-B0007CEE2ECA}"/>
                  </a:ext>
                </a:extLst>
              </p:cNvPr>
              <p:cNvSpPr/>
              <p:nvPr/>
            </p:nvSpPr>
            <p:spPr bwMode="auto">
              <a:xfrm rot="10800000">
                <a:off x="4315358" y="2675960"/>
                <a:ext cx="498350" cy="916575"/>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340" name="Straight Connector 339">
                <a:extLst>
                  <a:ext uri="{FF2B5EF4-FFF2-40B4-BE49-F238E27FC236}">
                    <a16:creationId xmlns:a16="http://schemas.microsoft.com/office/drawing/2014/main" id="{AD6BA39E-C72A-2B46-89AC-72BC6ECE8737}"/>
                  </a:ext>
                </a:extLst>
              </p:cNvPr>
              <p:cNvCxnSpPr/>
              <p:nvPr/>
            </p:nvCxnSpPr>
            <p:spPr bwMode="auto">
              <a:xfrm>
                <a:off x="4821424" y="2642154"/>
                <a:ext cx="6349" cy="2214211"/>
              </a:xfrm>
              <a:prstGeom prst="line">
                <a:avLst/>
              </a:prstGeom>
              <a:noFill/>
              <a:ln w="3175" cap="flat" cmpd="sng" algn="ctr">
                <a:solidFill>
                  <a:srgbClr val="000000"/>
                </a:solidFill>
                <a:prstDash val="sysDash"/>
              </a:ln>
              <a:effectLst/>
            </p:spPr>
          </p:cxnSp>
          <p:grpSp>
            <p:nvGrpSpPr>
              <p:cNvPr id="341" name="Group 442">
                <a:extLst>
                  <a:ext uri="{FF2B5EF4-FFF2-40B4-BE49-F238E27FC236}">
                    <a16:creationId xmlns:a16="http://schemas.microsoft.com/office/drawing/2014/main" id="{3A2CD557-2097-8643-A2CC-2FC42E115686}"/>
                  </a:ext>
                </a:extLst>
              </p:cNvPr>
              <p:cNvGrpSpPr>
                <a:grpSpLocks/>
              </p:cNvGrpSpPr>
              <p:nvPr/>
            </p:nvGrpSpPr>
            <p:grpSpPr bwMode="auto">
              <a:xfrm>
                <a:off x="4319479" y="4781999"/>
                <a:ext cx="507859" cy="221801"/>
                <a:chOff x="4128636" y="3606589"/>
                <a:chExt cx="568145" cy="338667"/>
              </a:xfrm>
            </p:grpSpPr>
            <p:sp>
              <p:nvSpPr>
                <p:cNvPr id="354" name="Oval 353">
                  <a:extLst>
                    <a:ext uri="{FF2B5EF4-FFF2-40B4-BE49-F238E27FC236}">
                      <a16:creationId xmlns:a16="http://schemas.microsoft.com/office/drawing/2014/main" id="{B01BCE74-1665-8347-ABE7-7ED7C4611208}"/>
                    </a:ext>
                  </a:extLst>
                </p:cNvPr>
                <p:cNvSpPr/>
                <p:nvPr/>
              </p:nvSpPr>
              <p:spPr>
                <a:xfrm>
                  <a:off x="4129012" y="3720139"/>
                  <a:ext cx="568256" cy="225391"/>
                </a:xfrm>
                <a:prstGeom prst="ellipse">
                  <a:avLst/>
                </a:prstGeom>
                <a:solidFill>
                  <a:srgbClr val="3333CC">
                    <a:lumMod val="75000"/>
                  </a:srgbClr>
                </a:solidFill>
                <a:ln w="6350" cap="flat" cmpd="sng" algn="ctr">
                  <a:solidFill>
                    <a:srgbClr val="00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55" name="Rectangle 354">
                  <a:extLst>
                    <a:ext uri="{FF2B5EF4-FFF2-40B4-BE49-F238E27FC236}">
                      <a16:creationId xmlns:a16="http://schemas.microsoft.com/office/drawing/2014/main" id="{3E2DD078-496C-2B4E-9AB7-8E3ED7B0B010}"/>
                    </a:ext>
                  </a:extLst>
                </p:cNvPr>
                <p:cNvSpPr/>
                <p:nvPr/>
              </p:nvSpPr>
              <p:spPr>
                <a:xfrm>
                  <a:off x="4129012" y="3720139"/>
                  <a:ext cx="568256" cy="111484"/>
                </a:xfrm>
                <a:prstGeom prst="rect">
                  <a:avLst/>
                </a:prstGeom>
                <a:solidFill>
                  <a:srgbClr val="3333CC">
                    <a:lumMod val="7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56" name="Oval 355">
                  <a:extLst>
                    <a:ext uri="{FF2B5EF4-FFF2-40B4-BE49-F238E27FC236}">
                      <a16:creationId xmlns:a16="http://schemas.microsoft.com/office/drawing/2014/main" id="{0589AD59-3F91-674B-AB1F-9687AE0A7155}"/>
                    </a:ext>
                  </a:extLst>
                </p:cNvPr>
                <p:cNvSpPr/>
                <p:nvPr/>
              </p:nvSpPr>
              <p:spPr>
                <a:xfrm>
                  <a:off x="4129012" y="3606230"/>
                  <a:ext cx="568256" cy="225392"/>
                </a:xfrm>
                <a:prstGeom prst="ellipse">
                  <a:avLst/>
                </a:prstGeom>
                <a:solidFill>
                  <a:srgbClr val="3333CC">
                    <a:lumMod val="40000"/>
                    <a:lumOff val="60000"/>
                    <a:alpha val="5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357" name="Straight Connector 356">
                  <a:extLst>
                    <a:ext uri="{FF2B5EF4-FFF2-40B4-BE49-F238E27FC236}">
                      <a16:creationId xmlns:a16="http://schemas.microsoft.com/office/drawing/2014/main" id="{D7DF9909-4629-2B41-A097-0EE5060D231F}"/>
                    </a:ext>
                  </a:extLst>
                </p:cNvPr>
                <p:cNvCxnSpPr/>
                <p:nvPr/>
              </p:nvCxnSpPr>
              <p:spPr>
                <a:xfrm>
                  <a:off x="4697268" y="3720139"/>
                  <a:ext cx="0" cy="111484"/>
                </a:xfrm>
                <a:prstGeom prst="line">
                  <a:avLst/>
                </a:prstGeom>
                <a:noFill/>
                <a:ln w="6350" cap="flat" cmpd="sng" algn="ctr">
                  <a:solidFill>
                    <a:srgbClr val="000000"/>
                  </a:solidFill>
                  <a:prstDash val="solid"/>
                </a:ln>
                <a:effectLst/>
              </p:spPr>
            </p:cxnSp>
            <p:cxnSp>
              <p:nvCxnSpPr>
                <p:cNvPr id="358" name="Straight Connector 357">
                  <a:extLst>
                    <a:ext uri="{FF2B5EF4-FFF2-40B4-BE49-F238E27FC236}">
                      <a16:creationId xmlns:a16="http://schemas.microsoft.com/office/drawing/2014/main" id="{E00A7AA3-4A7D-5A4A-923D-8190368DDD2A}"/>
                    </a:ext>
                  </a:extLst>
                </p:cNvPr>
                <p:cNvCxnSpPr/>
                <p:nvPr/>
              </p:nvCxnSpPr>
              <p:spPr>
                <a:xfrm>
                  <a:off x="4129012" y="3720139"/>
                  <a:ext cx="0" cy="111484"/>
                </a:xfrm>
                <a:prstGeom prst="line">
                  <a:avLst/>
                </a:prstGeom>
                <a:noFill/>
                <a:ln w="6350" cap="flat" cmpd="sng" algn="ctr">
                  <a:solidFill>
                    <a:srgbClr val="000000"/>
                  </a:solidFill>
                  <a:prstDash val="solid"/>
                </a:ln>
                <a:effectLst/>
              </p:spPr>
            </p:cxnSp>
          </p:grpSp>
          <p:sp>
            <p:nvSpPr>
              <p:cNvPr id="342" name="Rectangle 341">
                <a:extLst>
                  <a:ext uri="{FF2B5EF4-FFF2-40B4-BE49-F238E27FC236}">
                    <a16:creationId xmlns:a16="http://schemas.microsoft.com/office/drawing/2014/main" id="{BC350F5D-A217-434B-B0AD-B82598901D58}"/>
                  </a:ext>
                </a:extLst>
              </p:cNvPr>
              <p:cNvSpPr/>
              <p:nvPr/>
            </p:nvSpPr>
            <p:spPr bwMode="auto">
              <a:xfrm>
                <a:off x="4324577" y="3696087"/>
                <a:ext cx="498433" cy="1163453"/>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343" name="Straight Connector 342">
                <a:extLst>
                  <a:ext uri="{FF2B5EF4-FFF2-40B4-BE49-F238E27FC236}">
                    <a16:creationId xmlns:a16="http://schemas.microsoft.com/office/drawing/2014/main" id="{59C23D10-C5AD-324E-A998-0B2D8811551A}"/>
                  </a:ext>
                </a:extLst>
              </p:cNvPr>
              <p:cNvCxnSpPr>
                <a:stCxn id="345" idx="2"/>
              </p:cNvCxnSpPr>
              <p:nvPr/>
            </p:nvCxnSpPr>
            <p:spPr bwMode="auto">
              <a:xfrm>
                <a:off x="4300767" y="2640568"/>
                <a:ext cx="14286" cy="2309445"/>
              </a:xfrm>
              <a:prstGeom prst="line">
                <a:avLst/>
              </a:prstGeom>
              <a:noFill/>
              <a:ln w="3175" cap="flat" cmpd="sng" algn="ctr">
                <a:solidFill>
                  <a:srgbClr val="000000"/>
                </a:solidFill>
                <a:prstDash val="sysDash"/>
              </a:ln>
              <a:effectLst/>
            </p:spPr>
          </p:cxnSp>
          <p:grpSp>
            <p:nvGrpSpPr>
              <p:cNvPr id="344" name="Group 456">
                <a:extLst>
                  <a:ext uri="{FF2B5EF4-FFF2-40B4-BE49-F238E27FC236}">
                    <a16:creationId xmlns:a16="http://schemas.microsoft.com/office/drawing/2014/main" id="{3D4ED6A7-656E-564B-9724-777A0E00F8CF}"/>
                  </a:ext>
                </a:extLst>
              </p:cNvPr>
              <p:cNvGrpSpPr>
                <a:grpSpLocks/>
              </p:cNvGrpSpPr>
              <p:nvPr/>
            </p:nvGrpSpPr>
            <p:grpSpPr bwMode="auto">
              <a:xfrm>
                <a:off x="4299212" y="2486508"/>
                <a:ext cx="504825" cy="242888"/>
                <a:chOff x="2183302" y="1574638"/>
                <a:chExt cx="1200154" cy="430218"/>
              </a:xfrm>
            </p:grpSpPr>
            <p:sp>
              <p:nvSpPr>
                <p:cNvPr id="345" name="Oval 344">
                  <a:extLst>
                    <a:ext uri="{FF2B5EF4-FFF2-40B4-BE49-F238E27FC236}">
                      <a16:creationId xmlns:a16="http://schemas.microsoft.com/office/drawing/2014/main" id="{5CA9CA10-6CB9-8C4D-9798-DE3642585FBF}"/>
                    </a:ext>
                  </a:extLst>
                </p:cNvPr>
                <p:cNvSpPr/>
                <p:nvPr/>
              </p:nvSpPr>
              <p:spPr bwMode="auto">
                <a:xfrm flipV="1">
                  <a:off x="2186998" y="1690077"/>
                  <a:ext cx="1196279" cy="314880"/>
                </a:xfrm>
                <a:prstGeom prst="ellipse">
                  <a:avLst/>
                </a:prstGeom>
                <a:gradFill flip="none" rotWithShape="1">
                  <a:gsLst>
                    <a:gs pos="0">
                      <a:srgbClr val="3333CC">
                        <a:lumMod val="75000"/>
                      </a:srgbClr>
                    </a:gs>
                    <a:gs pos="31000">
                      <a:srgbClr val="3333CC">
                        <a:lumMod val="60000"/>
                        <a:lumOff val="40000"/>
                      </a:srgbClr>
                    </a:gs>
                    <a:gs pos="100000">
                      <a:srgbClr val="FFFFFF"/>
                    </a:gs>
                  </a:gsLst>
                  <a:lin ang="16200000" scaled="0"/>
                  <a:tileRect/>
                </a:gradFill>
                <a:ln w="635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mn-ea"/>
                    <a:cs typeface="+mn-cs"/>
                  </a:endParaRPr>
                </a:p>
              </p:txBody>
            </p:sp>
            <p:sp>
              <p:nvSpPr>
                <p:cNvPr id="346" name="Rectangle 345">
                  <a:extLst>
                    <a:ext uri="{FF2B5EF4-FFF2-40B4-BE49-F238E27FC236}">
                      <a16:creationId xmlns:a16="http://schemas.microsoft.com/office/drawing/2014/main" id="{ED7DFE49-0AB2-5F4A-8804-D8EE2F5D8051}"/>
                    </a:ext>
                  </a:extLst>
                </p:cNvPr>
                <p:cNvSpPr/>
                <p:nvPr/>
              </p:nvSpPr>
              <p:spPr bwMode="auto">
                <a:xfrm>
                  <a:off x="2183224" y="1735060"/>
                  <a:ext cx="1200054" cy="112457"/>
                </a:xfrm>
                <a:prstGeom prst="rect">
                  <a:avLst/>
                </a:prstGeom>
                <a:gradFill rotWithShape="1">
                  <a:gsLst>
                    <a:gs pos="0">
                      <a:srgbClr val="3333CC">
                        <a:lumMod val="40000"/>
                        <a:lumOff val="60000"/>
                      </a:srgbClr>
                    </a:gs>
                    <a:gs pos="54000">
                      <a:srgbClr val="3333CC">
                        <a:lumMod val="60000"/>
                        <a:lumOff val="40000"/>
                      </a:srgbClr>
                    </a:gs>
                    <a:gs pos="100000">
                      <a:srgbClr val="3333CC">
                        <a:lumMod val="75000"/>
                      </a:srgbClr>
                    </a:gs>
                  </a:gsLst>
                  <a:lin ang="162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47" name="Oval 346">
                  <a:extLst>
                    <a:ext uri="{FF2B5EF4-FFF2-40B4-BE49-F238E27FC236}">
                      <a16:creationId xmlns:a16="http://schemas.microsoft.com/office/drawing/2014/main" id="{D9CC071E-9384-A844-AEDF-4D3D5A3D016C}"/>
                    </a:ext>
                  </a:extLst>
                </p:cNvPr>
                <p:cNvSpPr>
                  <a:spLocks noChangeArrowheads="1"/>
                </p:cNvSpPr>
                <p:nvPr/>
              </p:nvSpPr>
              <p:spPr bwMode="auto">
                <a:xfrm flipV="1">
                  <a:off x="2183224" y="1574808"/>
                  <a:ext cx="1196282" cy="314880"/>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348" name="Freeform 347">
                  <a:extLst>
                    <a:ext uri="{FF2B5EF4-FFF2-40B4-BE49-F238E27FC236}">
                      <a16:creationId xmlns:a16="http://schemas.microsoft.com/office/drawing/2014/main" id="{9221CFD6-F2B1-BC4A-8685-E97AB592CAEA}"/>
                    </a:ext>
                  </a:extLst>
                </p:cNvPr>
                <p:cNvSpPr/>
                <p:nvPr/>
              </p:nvSpPr>
              <p:spPr bwMode="auto">
                <a:xfrm>
                  <a:off x="2488899" y="1670396"/>
                  <a:ext cx="584931" cy="157440"/>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49" name="Freeform 348">
                  <a:extLst>
                    <a:ext uri="{FF2B5EF4-FFF2-40B4-BE49-F238E27FC236}">
                      <a16:creationId xmlns:a16="http://schemas.microsoft.com/office/drawing/2014/main" id="{E1EB2301-9912-744E-B205-5948ED836C1B}"/>
                    </a:ext>
                  </a:extLst>
                </p:cNvPr>
                <p:cNvSpPr>
                  <a:spLocks/>
                </p:cNvSpPr>
                <p:nvPr/>
              </p:nvSpPr>
              <p:spPr bwMode="auto">
                <a:xfrm>
                  <a:off x="2428519" y="1631037"/>
                  <a:ext cx="705691" cy="109646"/>
                </a:xfrm>
                <a:custGeom>
                  <a:avLst/>
                  <a:gdLst>
                    <a:gd name="T0" fmla="*/ 0 w 3723451"/>
                    <a:gd name="T1" fmla="*/ 26825 h 932950"/>
                    <a:gd name="T2" fmla="*/ 124171 w 3723451"/>
                    <a:gd name="T3" fmla="*/ 316 h 932950"/>
                    <a:gd name="T4" fmla="*/ 351718 w 3723451"/>
                    <a:gd name="T5" fmla="*/ 61180 h 932950"/>
                    <a:gd name="T6" fmla="*/ 568801 w 3723451"/>
                    <a:gd name="T7" fmla="*/ 0 h 932950"/>
                    <a:gd name="T8" fmla="*/ 705691 w 3723451"/>
                    <a:gd name="T9" fmla="*/ 24345 h 932950"/>
                    <a:gd name="T10" fmla="*/ 603845 w 3723451"/>
                    <a:gd name="T11" fmla="*/ 54282 h 932950"/>
                    <a:gd name="T12" fmla="*/ 571055 w 3723451"/>
                    <a:gd name="T13" fmla="*/ 46211 h 932950"/>
                    <a:gd name="T14" fmla="*/ 355716 w 3723451"/>
                    <a:gd name="T15" fmla="*/ 109646 h 932950"/>
                    <a:gd name="T16" fmla="*/ 134869 w 3723451"/>
                    <a:gd name="T17" fmla="*/ 48545 h 932950"/>
                    <a:gd name="T18" fmla="*/ 99163 w 3723451"/>
                    <a:gd name="T19" fmla="*/ 55139 h 932950"/>
                    <a:gd name="T20" fmla="*/ 0 w 3723451"/>
                    <a:gd name="T21" fmla="*/ 2682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0" name="Freeform 349">
                  <a:extLst>
                    <a:ext uri="{FF2B5EF4-FFF2-40B4-BE49-F238E27FC236}">
                      <a16:creationId xmlns:a16="http://schemas.microsoft.com/office/drawing/2014/main" id="{274D27B5-7E68-5C4D-964B-A01609731F22}"/>
                    </a:ext>
                  </a:extLst>
                </p:cNvPr>
                <p:cNvSpPr>
                  <a:spLocks/>
                </p:cNvSpPr>
                <p:nvPr/>
              </p:nvSpPr>
              <p:spPr bwMode="auto">
                <a:xfrm>
                  <a:off x="2892690" y="1723814"/>
                  <a:ext cx="256615" cy="95588"/>
                </a:xfrm>
                <a:custGeom>
                  <a:avLst/>
                  <a:gdLst>
                    <a:gd name="T0" fmla="*/ 0 w 1366596"/>
                    <a:gd name="T1" fmla="*/ 0 h 809868"/>
                    <a:gd name="T2" fmla="*/ 256615 w 1366596"/>
                    <a:gd name="T3" fmla="*/ 73863 h 809868"/>
                    <a:gd name="T4" fmla="*/ 162436 w 1366596"/>
                    <a:gd name="T5" fmla="*/ 95588 h 809868"/>
                    <a:gd name="T6" fmla="*/ 864 w 1366596"/>
                    <a:gd name="T7" fmla="*/ 50510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1" name="Freeform 350">
                  <a:extLst>
                    <a:ext uri="{FF2B5EF4-FFF2-40B4-BE49-F238E27FC236}">
                      <a16:creationId xmlns:a16="http://schemas.microsoft.com/office/drawing/2014/main" id="{CCCB88EE-5244-8644-B451-9B5D239AEB91}"/>
                    </a:ext>
                  </a:extLst>
                </p:cNvPr>
                <p:cNvSpPr>
                  <a:spLocks/>
                </p:cNvSpPr>
                <p:nvPr/>
              </p:nvSpPr>
              <p:spPr bwMode="auto">
                <a:xfrm>
                  <a:off x="2417196" y="1726625"/>
                  <a:ext cx="252843" cy="92778"/>
                </a:xfrm>
                <a:custGeom>
                  <a:avLst/>
                  <a:gdLst>
                    <a:gd name="T0" fmla="*/ 249391 w 1348191"/>
                    <a:gd name="T1" fmla="*/ 0 h 791462"/>
                    <a:gd name="T2" fmla="*/ 252843 w 1348191"/>
                    <a:gd name="T3" fmla="*/ 44771 h 791462"/>
                    <a:gd name="T4" fmla="*/ 91472 w 1348191"/>
                    <a:gd name="T5" fmla="*/ 92778 h 791462"/>
                    <a:gd name="T6" fmla="*/ 0 w 1348191"/>
                    <a:gd name="T7" fmla="*/ 71741 h 791462"/>
                    <a:gd name="T8" fmla="*/ 249391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352" name="Straight Connector 351">
                  <a:extLst>
                    <a:ext uri="{FF2B5EF4-FFF2-40B4-BE49-F238E27FC236}">
                      <a16:creationId xmlns:a16="http://schemas.microsoft.com/office/drawing/2014/main" id="{4DFA4F03-E97A-1E4E-8C06-5FCF8ACB1D15}"/>
                    </a:ext>
                  </a:extLst>
                </p:cNvPr>
                <p:cNvCxnSpPr>
                  <a:cxnSpLocks noChangeShapeType="1"/>
                  <a:endCxn id="347" idx="2"/>
                </p:cNvCxnSpPr>
                <p:nvPr/>
              </p:nvCxnSpPr>
              <p:spPr bwMode="auto">
                <a:xfrm flipH="1" flipV="1">
                  <a:off x="2183224" y="1732248"/>
                  <a:ext cx="3775" cy="120892"/>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353" name="Straight Connector 352">
                  <a:extLst>
                    <a:ext uri="{FF2B5EF4-FFF2-40B4-BE49-F238E27FC236}">
                      <a16:creationId xmlns:a16="http://schemas.microsoft.com/office/drawing/2014/main" id="{8A9EDB0B-D51F-9C4D-A606-035EEB4B8D26}"/>
                    </a:ext>
                  </a:extLst>
                </p:cNvPr>
                <p:cNvCxnSpPr>
                  <a:cxnSpLocks noChangeShapeType="1"/>
                </p:cNvCxnSpPr>
                <p:nvPr/>
              </p:nvCxnSpPr>
              <p:spPr bwMode="auto">
                <a:xfrm flipH="1" flipV="1">
                  <a:off x="3379505" y="1729437"/>
                  <a:ext cx="3773" cy="120890"/>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grpSp>
          <p:nvGrpSpPr>
            <p:cNvPr id="296" name="Group 20">
              <a:extLst>
                <a:ext uri="{FF2B5EF4-FFF2-40B4-BE49-F238E27FC236}">
                  <a16:creationId xmlns:a16="http://schemas.microsoft.com/office/drawing/2014/main" id="{7B3927DE-D2D4-0549-B6FC-DB36E97AF650}"/>
                </a:ext>
              </a:extLst>
            </p:cNvPr>
            <p:cNvGrpSpPr>
              <a:grpSpLocks/>
            </p:cNvGrpSpPr>
            <p:nvPr/>
          </p:nvGrpSpPr>
          <p:grpSpPr bwMode="auto">
            <a:xfrm>
              <a:off x="5491163" y="3179295"/>
              <a:ext cx="522287" cy="1824505"/>
              <a:chOff x="5491163" y="3179295"/>
              <a:chExt cx="522287" cy="1824505"/>
            </a:xfrm>
          </p:grpSpPr>
          <p:sp>
            <p:nvSpPr>
              <p:cNvPr id="318" name="Rectangle 317">
                <a:extLst>
                  <a:ext uri="{FF2B5EF4-FFF2-40B4-BE49-F238E27FC236}">
                    <a16:creationId xmlns:a16="http://schemas.microsoft.com/office/drawing/2014/main" id="{94693F99-2D5B-7E44-B2D3-365FDA0CFBDB}"/>
                  </a:ext>
                </a:extLst>
              </p:cNvPr>
              <p:cNvSpPr/>
              <p:nvPr/>
            </p:nvSpPr>
            <p:spPr bwMode="auto">
              <a:xfrm rot="10800000">
                <a:off x="5498044" y="3266845"/>
                <a:ext cx="498349" cy="325689"/>
              </a:xfrm>
              <a:prstGeom prst="rect">
                <a:avLst/>
              </a:prstGeom>
              <a:gradFill rotWithShape="1">
                <a:gsLst>
                  <a:gs pos="1000">
                    <a:srgbClr val="3333CC">
                      <a:lumMod val="75000"/>
                      <a:alpha val="62000"/>
                    </a:srgbClr>
                  </a:gs>
                  <a:gs pos="5400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319" name="Straight Connector 318">
                <a:extLst>
                  <a:ext uri="{FF2B5EF4-FFF2-40B4-BE49-F238E27FC236}">
                    <a16:creationId xmlns:a16="http://schemas.microsoft.com/office/drawing/2014/main" id="{0BE62149-301B-CD40-877F-421A14409479}"/>
                  </a:ext>
                </a:extLst>
              </p:cNvPr>
              <p:cNvCxnSpPr>
                <a:stCxn id="327" idx="6"/>
              </p:cNvCxnSpPr>
              <p:nvPr/>
            </p:nvCxnSpPr>
            <p:spPr bwMode="auto">
              <a:xfrm>
                <a:off x="6004011" y="3267530"/>
                <a:ext cx="6349" cy="1582486"/>
              </a:xfrm>
              <a:prstGeom prst="line">
                <a:avLst/>
              </a:prstGeom>
              <a:noFill/>
              <a:ln w="3175" cap="flat" cmpd="sng" algn="ctr">
                <a:solidFill>
                  <a:srgbClr val="000000"/>
                </a:solidFill>
                <a:prstDash val="sysDash"/>
              </a:ln>
              <a:effectLst/>
            </p:spPr>
          </p:cxnSp>
          <p:pic>
            <p:nvPicPr>
              <p:cNvPr id="320" name="Picture 469" descr="router_top.png">
                <a:extLst>
                  <a:ext uri="{FF2B5EF4-FFF2-40B4-BE49-F238E27FC236}">
                    <a16:creationId xmlns:a16="http://schemas.microsoft.com/office/drawing/2014/main" id="{DD59AE55-8859-5841-B6AC-641E9B1FF76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491163" y="3206725"/>
                <a:ext cx="522287" cy="220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21" name="Group 471">
                <a:extLst>
                  <a:ext uri="{FF2B5EF4-FFF2-40B4-BE49-F238E27FC236}">
                    <a16:creationId xmlns:a16="http://schemas.microsoft.com/office/drawing/2014/main" id="{387A8315-A9E2-CD41-9540-BE22EB264718}"/>
                  </a:ext>
                </a:extLst>
              </p:cNvPr>
              <p:cNvGrpSpPr>
                <a:grpSpLocks/>
              </p:cNvGrpSpPr>
              <p:nvPr/>
            </p:nvGrpSpPr>
            <p:grpSpPr bwMode="auto">
              <a:xfrm>
                <a:off x="5502167" y="4781999"/>
                <a:ext cx="507858" cy="221801"/>
                <a:chOff x="4128636" y="3606589"/>
                <a:chExt cx="568145" cy="338667"/>
              </a:xfrm>
            </p:grpSpPr>
            <p:sp>
              <p:nvSpPr>
                <p:cNvPr id="334" name="Oval 333">
                  <a:extLst>
                    <a:ext uri="{FF2B5EF4-FFF2-40B4-BE49-F238E27FC236}">
                      <a16:creationId xmlns:a16="http://schemas.microsoft.com/office/drawing/2014/main" id="{5439A4FE-DB6E-D74D-95B5-D1F4AE9642E7}"/>
                    </a:ext>
                  </a:extLst>
                </p:cNvPr>
                <p:cNvSpPr/>
                <p:nvPr/>
              </p:nvSpPr>
              <p:spPr>
                <a:xfrm>
                  <a:off x="4128900" y="3720139"/>
                  <a:ext cx="568256" cy="225391"/>
                </a:xfrm>
                <a:prstGeom prst="ellipse">
                  <a:avLst/>
                </a:prstGeom>
                <a:solidFill>
                  <a:srgbClr val="3333CC">
                    <a:lumMod val="75000"/>
                  </a:srgbClr>
                </a:solidFill>
                <a:ln w="6350" cap="flat" cmpd="sng" algn="ctr">
                  <a:solidFill>
                    <a:srgbClr val="00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35" name="Rectangle 334">
                  <a:extLst>
                    <a:ext uri="{FF2B5EF4-FFF2-40B4-BE49-F238E27FC236}">
                      <a16:creationId xmlns:a16="http://schemas.microsoft.com/office/drawing/2014/main" id="{FA27B6FA-AB40-0D4B-BBE7-6000E55B03D1}"/>
                    </a:ext>
                  </a:extLst>
                </p:cNvPr>
                <p:cNvSpPr/>
                <p:nvPr/>
              </p:nvSpPr>
              <p:spPr>
                <a:xfrm>
                  <a:off x="4128900" y="3720139"/>
                  <a:ext cx="568256" cy="111484"/>
                </a:xfrm>
                <a:prstGeom prst="rect">
                  <a:avLst/>
                </a:prstGeom>
                <a:solidFill>
                  <a:srgbClr val="3333CC">
                    <a:lumMod val="7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36" name="Oval 335">
                  <a:extLst>
                    <a:ext uri="{FF2B5EF4-FFF2-40B4-BE49-F238E27FC236}">
                      <a16:creationId xmlns:a16="http://schemas.microsoft.com/office/drawing/2014/main" id="{C6FD79C0-1B1A-AB4A-A3BD-6514A1F64FCB}"/>
                    </a:ext>
                  </a:extLst>
                </p:cNvPr>
                <p:cNvSpPr/>
                <p:nvPr/>
              </p:nvSpPr>
              <p:spPr>
                <a:xfrm>
                  <a:off x="4128900" y="3606230"/>
                  <a:ext cx="568256" cy="225392"/>
                </a:xfrm>
                <a:prstGeom prst="ellipse">
                  <a:avLst/>
                </a:prstGeom>
                <a:solidFill>
                  <a:srgbClr val="3333CC">
                    <a:lumMod val="40000"/>
                    <a:lumOff val="60000"/>
                    <a:alpha val="5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337" name="Straight Connector 336">
                  <a:extLst>
                    <a:ext uri="{FF2B5EF4-FFF2-40B4-BE49-F238E27FC236}">
                      <a16:creationId xmlns:a16="http://schemas.microsoft.com/office/drawing/2014/main" id="{C730D6A9-51D0-864D-9F88-3CA108609D03}"/>
                    </a:ext>
                  </a:extLst>
                </p:cNvPr>
                <p:cNvCxnSpPr/>
                <p:nvPr/>
              </p:nvCxnSpPr>
              <p:spPr>
                <a:xfrm>
                  <a:off x="4697156" y="3720139"/>
                  <a:ext cx="0" cy="111484"/>
                </a:xfrm>
                <a:prstGeom prst="line">
                  <a:avLst/>
                </a:prstGeom>
                <a:noFill/>
                <a:ln w="6350" cap="flat" cmpd="sng" algn="ctr">
                  <a:solidFill>
                    <a:srgbClr val="000000"/>
                  </a:solidFill>
                  <a:prstDash val="solid"/>
                </a:ln>
                <a:effectLst/>
              </p:spPr>
            </p:cxnSp>
            <p:cxnSp>
              <p:nvCxnSpPr>
                <p:cNvPr id="338" name="Straight Connector 337">
                  <a:extLst>
                    <a:ext uri="{FF2B5EF4-FFF2-40B4-BE49-F238E27FC236}">
                      <a16:creationId xmlns:a16="http://schemas.microsoft.com/office/drawing/2014/main" id="{41EA4558-0D04-634B-A8B0-CAB6FB1D2028}"/>
                    </a:ext>
                  </a:extLst>
                </p:cNvPr>
                <p:cNvCxnSpPr/>
                <p:nvPr/>
              </p:nvCxnSpPr>
              <p:spPr>
                <a:xfrm>
                  <a:off x="4128900" y="3720139"/>
                  <a:ext cx="0" cy="111484"/>
                </a:xfrm>
                <a:prstGeom prst="line">
                  <a:avLst/>
                </a:prstGeom>
                <a:noFill/>
                <a:ln w="6350" cap="flat" cmpd="sng" algn="ctr">
                  <a:solidFill>
                    <a:srgbClr val="000000"/>
                  </a:solidFill>
                  <a:prstDash val="solid"/>
                </a:ln>
                <a:effectLst/>
              </p:spPr>
            </p:cxnSp>
          </p:grpSp>
          <p:sp>
            <p:nvSpPr>
              <p:cNvPr id="322" name="Rectangle 321">
                <a:extLst>
                  <a:ext uri="{FF2B5EF4-FFF2-40B4-BE49-F238E27FC236}">
                    <a16:creationId xmlns:a16="http://schemas.microsoft.com/office/drawing/2014/main" id="{3670DAE7-C167-BA4B-9FB3-842EEBB6E0BC}"/>
                  </a:ext>
                </a:extLst>
              </p:cNvPr>
              <p:cNvSpPr/>
              <p:nvPr/>
            </p:nvSpPr>
            <p:spPr bwMode="auto">
              <a:xfrm>
                <a:off x="5507166" y="3694500"/>
                <a:ext cx="498433" cy="1165040"/>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323" name="Straight Connector 322">
                <a:extLst>
                  <a:ext uri="{FF2B5EF4-FFF2-40B4-BE49-F238E27FC236}">
                    <a16:creationId xmlns:a16="http://schemas.microsoft.com/office/drawing/2014/main" id="{FDAD1200-F8CD-4C4C-B862-839CDCE380A4}"/>
                  </a:ext>
                </a:extLst>
              </p:cNvPr>
              <p:cNvCxnSpPr>
                <a:stCxn id="320" idx="1"/>
              </p:cNvCxnSpPr>
              <p:nvPr/>
            </p:nvCxnSpPr>
            <p:spPr bwMode="auto">
              <a:xfrm>
                <a:off x="5491292" y="3316735"/>
                <a:ext cx="6349" cy="1633277"/>
              </a:xfrm>
              <a:prstGeom prst="line">
                <a:avLst/>
              </a:prstGeom>
              <a:noFill/>
              <a:ln w="3175" cap="flat" cmpd="sng" algn="ctr">
                <a:solidFill>
                  <a:srgbClr val="000000"/>
                </a:solidFill>
                <a:prstDash val="sysDash"/>
              </a:ln>
              <a:effectLst/>
            </p:spPr>
          </p:cxnSp>
          <p:grpSp>
            <p:nvGrpSpPr>
              <p:cNvPr id="324" name="Group 485">
                <a:extLst>
                  <a:ext uri="{FF2B5EF4-FFF2-40B4-BE49-F238E27FC236}">
                    <a16:creationId xmlns:a16="http://schemas.microsoft.com/office/drawing/2014/main" id="{A6200FD6-2FAC-504D-AC15-41C2E0E5FE4E}"/>
                  </a:ext>
                </a:extLst>
              </p:cNvPr>
              <p:cNvGrpSpPr>
                <a:grpSpLocks/>
              </p:cNvGrpSpPr>
              <p:nvPr/>
            </p:nvGrpSpPr>
            <p:grpSpPr bwMode="auto">
              <a:xfrm>
                <a:off x="5500688" y="3179295"/>
                <a:ext cx="504825" cy="242888"/>
                <a:chOff x="2183302" y="1574638"/>
                <a:chExt cx="1200154" cy="430218"/>
              </a:xfrm>
            </p:grpSpPr>
            <p:sp>
              <p:nvSpPr>
                <p:cNvPr id="325" name="Oval 324">
                  <a:extLst>
                    <a:ext uri="{FF2B5EF4-FFF2-40B4-BE49-F238E27FC236}">
                      <a16:creationId xmlns:a16="http://schemas.microsoft.com/office/drawing/2014/main" id="{ECDA45FA-C7C9-1D42-AD17-0A94B356D9C2}"/>
                    </a:ext>
                  </a:extLst>
                </p:cNvPr>
                <p:cNvSpPr/>
                <p:nvPr/>
              </p:nvSpPr>
              <p:spPr bwMode="auto">
                <a:xfrm flipV="1">
                  <a:off x="2187379" y="1688754"/>
                  <a:ext cx="1196279" cy="314880"/>
                </a:xfrm>
                <a:prstGeom prst="ellipse">
                  <a:avLst/>
                </a:prstGeom>
                <a:gradFill flip="none" rotWithShape="1">
                  <a:gsLst>
                    <a:gs pos="0">
                      <a:srgbClr val="3333CC">
                        <a:lumMod val="75000"/>
                      </a:srgbClr>
                    </a:gs>
                    <a:gs pos="31000">
                      <a:srgbClr val="3333CC">
                        <a:lumMod val="60000"/>
                        <a:lumOff val="40000"/>
                      </a:srgbClr>
                    </a:gs>
                    <a:gs pos="100000">
                      <a:srgbClr val="FFFFFF"/>
                    </a:gs>
                  </a:gsLst>
                  <a:lin ang="16200000" scaled="0"/>
                  <a:tileRect/>
                </a:gradFill>
                <a:ln w="635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mn-ea"/>
                    <a:cs typeface="+mn-cs"/>
                  </a:endParaRPr>
                </a:p>
              </p:txBody>
            </p:sp>
            <p:sp>
              <p:nvSpPr>
                <p:cNvPr id="326" name="Rectangle 325">
                  <a:extLst>
                    <a:ext uri="{FF2B5EF4-FFF2-40B4-BE49-F238E27FC236}">
                      <a16:creationId xmlns:a16="http://schemas.microsoft.com/office/drawing/2014/main" id="{66DEE6E1-40E6-CC4A-9BD2-12B0FC5617F6}"/>
                    </a:ext>
                  </a:extLst>
                </p:cNvPr>
                <p:cNvSpPr/>
                <p:nvPr/>
              </p:nvSpPr>
              <p:spPr bwMode="auto">
                <a:xfrm>
                  <a:off x="2183606" y="1733737"/>
                  <a:ext cx="1200052" cy="112457"/>
                </a:xfrm>
                <a:prstGeom prst="rect">
                  <a:avLst/>
                </a:prstGeom>
                <a:gradFill rotWithShape="1">
                  <a:gsLst>
                    <a:gs pos="0">
                      <a:srgbClr val="3333CC">
                        <a:lumMod val="40000"/>
                        <a:lumOff val="60000"/>
                      </a:srgbClr>
                    </a:gs>
                    <a:gs pos="54000">
                      <a:srgbClr val="3333CC">
                        <a:lumMod val="60000"/>
                        <a:lumOff val="40000"/>
                      </a:srgbClr>
                    </a:gs>
                    <a:gs pos="100000">
                      <a:srgbClr val="3333CC">
                        <a:lumMod val="75000"/>
                      </a:srgbClr>
                    </a:gs>
                  </a:gsLst>
                  <a:lin ang="162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27" name="Oval 326">
                  <a:extLst>
                    <a:ext uri="{FF2B5EF4-FFF2-40B4-BE49-F238E27FC236}">
                      <a16:creationId xmlns:a16="http://schemas.microsoft.com/office/drawing/2014/main" id="{3B2579C2-CFB4-C243-A571-87CC47767059}"/>
                    </a:ext>
                  </a:extLst>
                </p:cNvPr>
                <p:cNvSpPr>
                  <a:spLocks noChangeArrowheads="1"/>
                </p:cNvSpPr>
                <p:nvPr/>
              </p:nvSpPr>
              <p:spPr bwMode="auto">
                <a:xfrm flipV="1">
                  <a:off x="2183606" y="1573485"/>
                  <a:ext cx="1196277" cy="314880"/>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328" name="Freeform 327">
                  <a:extLst>
                    <a:ext uri="{FF2B5EF4-FFF2-40B4-BE49-F238E27FC236}">
                      <a16:creationId xmlns:a16="http://schemas.microsoft.com/office/drawing/2014/main" id="{8C20CAF5-F7F2-8C4F-BF4C-8061B2C174B5}"/>
                    </a:ext>
                  </a:extLst>
                </p:cNvPr>
                <p:cNvSpPr/>
                <p:nvPr/>
              </p:nvSpPr>
              <p:spPr bwMode="auto">
                <a:xfrm>
                  <a:off x="2489279" y="1669074"/>
                  <a:ext cx="584932" cy="157440"/>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29" name="Freeform 328">
                  <a:extLst>
                    <a:ext uri="{FF2B5EF4-FFF2-40B4-BE49-F238E27FC236}">
                      <a16:creationId xmlns:a16="http://schemas.microsoft.com/office/drawing/2014/main" id="{751DAB4D-7078-0843-8893-ECF4AEBB832A}"/>
                    </a:ext>
                  </a:extLst>
                </p:cNvPr>
                <p:cNvSpPr>
                  <a:spLocks/>
                </p:cNvSpPr>
                <p:nvPr/>
              </p:nvSpPr>
              <p:spPr bwMode="auto">
                <a:xfrm>
                  <a:off x="2428899" y="1629714"/>
                  <a:ext cx="705692" cy="109646"/>
                </a:xfrm>
                <a:custGeom>
                  <a:avLst/>
                  <a:gdLst>
                    <a:gd name="T0" fmla="*/ 0 w 3723451"/>
                    <a:gd name="T1" fmla="*/ 26825 h 932950"/>
                    <a:gd name="T2" fmla="*/ 124172 w 3723451"/>
                    <a:gd name="T3" fmla="*/ 316 h 932950"/>
                    <a:gd name="T4" fmla="*/ 351719 w 3723451"/>
                    <a:gd name="T5" fmla="*/ 61180 h 932950"/>
                    <a:gd name="T6" fmla="*/ 568801 w 3723451"/>
                    <a:gd name="T7" fmla="*/ 0 h 932950"/>
                    <a:gd name="T8" fmla="*/ 705692 w 3723451"/>
                    <a:gd name="T9" fmla="*/ 24345 h 932950"/>
                    <a:gd name="T10" fmla="*/ 603846 w 3723451"/>
                    <a:gd name="T11" fmla="*/ 54282 h 932950"/>
                    <a:gd name="T12" fmla="*/ 571056 w 3723451"/>
                    <a:gd name="T13" fmla="*/ 46211 h 932950"/>
                    <a:gd name="T14" fmla="*/ 355717 w 3723451"/>
                    <a:gd name="T15" fmla="*/ 109646 h 932950"/>
                    <a:gd name="T16" fmla="*/ 134869 w 3723451"/>
                    <a:gd name="T17" fmla="*/ 48545 h 932950"/>
                    <a:gd name="T18" fmla="*/ 99163 w 3723451"/>
                    <a:gd name="T19" fmla="*/ 55139 h 932950"/>
                    <a:gd name="T20" fmla="*/ 0 w 3723451"/>
                    <a:gd name="T21" fmla="*/ 2682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0" name="Freeform 329">
                  <a:extLst>
                    <a:ext uri="{FF2B5EF4-FFF2-40B4-BE49-F238E27FC236}">
                      <a16:creationId xmlns:a16="http://schemas.microsoft.com/office/drawing/2014/main" id="{49F08601-D11A-7246-97C4-4796E28716C2}"/>
                    </a:ext>
                  </a:extLst>
                </p:cNvPr>
                <p:cNvSpPr>
                  <a:spLocks/>
                </p:cNvSpPr>
                <p:nvPr/>
              </p:nvSpPr>
              <p:spPr bwMode="auto">
                <a:xfrm>
                  <a:off x="2893071" y="1722492"/>
                  <a:ext cx="256615" cy="95588"/>
                </a:xfrm>
                <a:custGeom>
                  <a:avLst/>
                  <a:gdLst>
                    <a:gd name="T0" fmla="*/ 0 w 1366596"/>
                    <a:gd name="T1" fmla="*/ 0 h 809868"/>
                    <a:gd name="T2" fmla="*/ 256615 w 1366596"/>
                    <a:gd name="T3" fmla="*/ 73863 h 809868"/>
                    <a:gd name="T4" fmla="*/ 162436 w 1366596"/>
                    <a:gd name="T5" fmla="*/ 95588 h 809868"/>
                    <a:gd name="T6" fmla="*/ 864 w 1366596"/>
                    <a:gd name="T7" fmla="*/ 50510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1" name="Freeform 330">
                  <a:extLst>
                    <a:ext uri="{FF2B5EF4-FFF2-40B4-BE49-F238E27FC236}">
                      <a16:creationId xmlns:a16="http://schemas.microsoft.com/office/drawing/2014/main" id="{0F35FC16-0782-6242-8A31-B2C90A57D832}"/>
                    </a:ext>
                  </a:extLst>
                </p:cNvPr>
                <p:cNvSpPr>
                  <a:spLocks/>
                </p:cNvSpPr>
                <p:nvPr/>
              </p:nvSpPr>
              <p:spPr bwMode="auto">
                <a:xfrm>
                  <a:off x="2417579" y="1725302"/>
                  <a:ext cx="252840" cy="92778"/>
                </a:xfrm>
                <a:custGeom>
                  <a:avLst/>
                  <a:gdLst>
                    <a:gd name="T0" fmla="*/ 249388 w 1348191"/>
                    <a:gd name="T1" fmla="*/ 0 h 791462"/>
                    <a:gd name="T2" fmla="*/ 252840 w 1348191"/>
                    <a:gd name="T3" fmla="*/ 44771 h 791462"/>
                    <a:gd name="T4" fmla="*/ 91471 w 1348191"/>
                    <a:gd name="T5" fmla="*/ 92778 h 791462"/>
                    <a:gd name="T6" fmla="*/ 0 w 1348191"/>
                    <a:gd name="T7" fmla="*/ 71741 h 791462"/>
                    <a:gd name="T8" fmla="*/ 249388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332" name="Straight Connector 331">
                  <a:extLst>
                    <a:ext uri="{FF2B5EF4-FFF2-40B4-BE49-F238E27FC236}">
                      <a16:creationId xmlns:a16="http://schemas.microsoft.com/office/drawing/2014/main" id="{28B38805-D14D-6F4E-9C2D-85288858DC4A}"/>
                    </a:ext>
                  </a:extLst>
                </p:cNvPr>
                <p:cNvCxnSpPr>
                  <a:cxnSpLocks noChangeShapeType="1"/>
                  <a:endCxn id="327" idx="2"/>
                </p:cNvCxnSpPr>
                <p:nvPr/>
              </p:nvCxnSpPr>
              <p:spPr bwMode="auto">
                <a:xfrm flipH="1" flipV="1">
                  <a:off x="2183606" y="1730925"/>
                  <a:ext cx="3773" cy="120892"/>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333" name="Straight Connector 332">
                  <a:extLst>
                    <a:ext uri="{FF2B5EF4-FFF2-40B4-BE49-F238E27FC236}">
                      <a16:creationId xmlns:a16="http://schemas.microsoft.com/office/drawing/2014/main" id="{839A4B18-24F7-8748-BABF-156684EACDA2}"/>
                    </a:ext>
                  </a:extLst>
                </p:cNvPr>
                <p:cNvCxnSpPr>
                  <a:cxnSpLocks noChangeShapeType="1"/>
                </p:cNvCxnSpPr>
                <p:nvPr/>
              </p:nvCxnSpPr>
              <p:spPr bwMode="auto">
                <a:xfrm flipH="1" flipV="1">
                  <a:off x="3379883" y="1728114"/>
                  <a:ext cx="3775" cy="120890"/>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grpSp>
          <p:nvGrpSpPr>
            <p:cNvPr id="297" name="Group 21">
              <a:extLst>
                <a:ext uri="{FF2B5EF4-FFF2-40B4-BE49-F238E27FC236}">
                  <a16:creationId xmlns:a16="http://schemas.microsoft.com/office/drawing/2014/main" id="{9CDA8888-DE9C-FA48-880D-EF852C6370C1}"/>
                </a:ext>
              </a:extLst>
            </p:cNvPr>
            <p:cNvGrpSpPr>
              <a:grpSpLocks/>
            </p:cNvGrpSpPr>
            <p:nvPr/>
          </p:nvGrpSpPr>
          <p:grpSpPr bwMode="auto">
            <a:xfrm>
              <a:off x="6472366" y="2647932"/>
              <a:ext cx="522159" cy="2354282"/>
              <a:chOff x="6472366" y="2647932"/>
              <a:chExt cx="522159" cy="2354282"/>
            </a:xfrm>
          </p:grpSpPr>
          <p:sp>
            <p:nvSpPr>
              <p:cNvPr id="298" name="Rectangle 297">
                <a:extLst>
                  <a:ext uri="{FF2B5EF4-FFF2-40B4-BE49-F238E27FC236}">
                    <a16:creationId xmlns:a16="http://schemas.microsoft.com/office/drawing/2014/main" id="{995D8FCE-884F-0F40-A676-D4D29F8E694C}"/>
                  </a:ext>
                </a:extLst>
              </p:cNvPr>
              <p:cNvSpPr/>
              <p:nvPr/>
            </p:nvSpPr>
            <p:spPr bwMode="auto">
              <a:xfrm rot="10800000">
                <a:off x="6482296" y="2777838"/>
                <a:ext cx="498349" cy="722037"/>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299" name="Straight Connector 298">
                <a:extLst>
                  <a:ext uri="{FF2B5EF4-FFF2-40B4-BE49-F238E27FC236}">
                    <a16:creationId xmlns:a16="http://schemas.microsoft.com/office/drawing/2014/main" id="{316D5606-0146-DC48-97E2-18F369EDE031}"/>
                  </a:ext>
                </a:extLst>
              </p:cNvPr>
              <p:cNvCxnSpPr/>
              <p:nvPr/>
            </p:nvCxnSpPr>
            <p:spPr bwMode="auto">
              <a:xfrm>
                <a:off x="6994528" y="2846910"/>
                <a:ext cx="0" cy="1998345"/>
              </a:xfrm>
              <a:prstGeom prst="line">
                <a:avLst/>
              </a:prstGeom>
              <a:noFill/>
              <a:ln w="3175" cap="flat" cmpd="sng" algn="ctr">
                <a:solidFill>
                  <a:srgbClr val="000000"/>
                </a:solidFill>
                <a:prstDash val="sysDash"/>
              </a:ln>
              <a:effectLst/>
            </p:spPr>
          </p:cxnSp>
          <p:grpSp>
            <p:nvGrpSpPr>
              <p:cNvPr id="300" name="Group 500">
                <a:extLst>
                  <a:ext uri="{FF2B5EF4-FFF2-40B4-BE49-F238E27FC236}">
                    <a16:creationId xmlns:a16="http://schemas.microsoft.com/office/drawing/2014/main" id="{AA425C1A-E91E-6E4A-A356-24012E642772}"/>
                  </a:ext>
                </a:extLst>
              </p:cNvPr>
              <p:cNvGrpSpPr>
                <a:grpSpLocks/>
              </p:cNvGrpSpPr>
              <p:nvPr/>
            </p:nvGrpSpPr>
            <p:grpSpPr bwMode="auto">
              <a:xfrm>
                <a:off x="6486417" y="4766099"/>
                <a:ext cx="507858" cy="236115"/>
                <a:chOff x="4128636" y="3606589"/>
                <a:chExt cx="568145" cy="338667"/>
              </a:xfrm>
            </p:grpSpPr>
            <p:sp>
              <p:nvSpPr>
                <p:cNvPr id="313" name="Oval 312">
                  <a:extLst>
                    <a:ext uri="{FF2B5EF4-FFF2-40B4-BE49-F238E27FC236}">
                      <a16:creationId xmlns:a16="http://schemas.microsoft.com/office/drawing/2014/main" id="{16CAB2BE-001A-5849-8EFC-BF1C74D20DA6}"/>
                    </a:ext>
                  </a:extLst>
                </p:cNvPr>
                <p:cNvSpPr/>
                <p:nvPr/>
              </p:nvSpPr>
              <p:spPr>
                <a:xfrm>
                  <a:off x="4128808" y="3720125"/>
                  <a:ext cx="568256" cy="225387"/>
                </a:xfrm>
                <a:prstGeom prst="ellipse">
                  <a:avLst/>
                </a:prstGeom>
                <a:solidFill>
                  <a:srgbClr val="3333CC">
                    <a:lumMod val="75000"/>
                  </a:srgbClr>
                </a:solidFill>
                <a:ln w="6350" cap="flat" cmpd="sng" algn="ctr">
                  <a:solidFill>
                    <a:srgbClr val="00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14" name="Rectangle 313">
                  <a:extLst>
                    <a:ext uri="{FF2B5EF4-FFF2-40B4-BE49-F238E27FC236}">
                      <a16:creationId xmlns:a16="http://schemas.microsoft.com/office/drawing/2014/main" id="{ED3C727A-F086-5345-9D90-47A10FCD45F2}"/>
                    </a:ext>
                  </a:extLst>
                </p:cNvPr>
                <p:cNvSpPr/>
                <p:nvPr/>
              </p:nvSpPr>
              <p:spPr>
                <a:xfrm>
                  <a:off x="4128808" y="3720125"/>
                  <a:ext cx="568256" cy="111556"/>
                </a:xfrm>
                <a:prstGeom prst="rect">
                  <a:avLst/>
                </a:prstGeom>
                <a:solidFill>
                  <a:srgbClr val="3333CC">
                    <a:lumMod val="7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15" name="Oval 314">
                  <a:extLst>
                    <a:ext uri="{FF2B5EF4-FFF2-40B4-BE49-F238E27FC236}">
                      <a16:creationId xmlns:a16="http://schemas.microsoft.com/office/drawing/2014/main" id="{49C1B443-F565-5F4C-B75C-09F669AC3DE7}"/>
                    </a:ext>
                  </a:extLst>
                </p:cNvPr>
                <p:cNvSpPr/>
                <p:nvPr/>
              </p:nvSpPr>
              <p:spPr>
                <a:xfrm>
                  <a:off x="4128808" y="3606294"/>
                  <a:ext cx="568256" cy="225387"/>
                </a:xfrm>
                <a:prstGeom prst="ellipse">
                  <a:avLst/>
                </a:prstGeom>
                <a:solidFill>
                  <a:srgbClr val="3333CC">
                    <a:lumMod val="40000"/>
                    <a:lumOff val="60000"/>
                    <a:alpha val="5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316" name="Straight Connector 315">
                  <a:extLst>
                    <a:ext uri="{FF2B5EF4-FFF2-40B4-BE49-F238E27FC236}">
                      <a16:creationId xmlns:a16="http://schemas.microsoft.com/office/drawing/2014/main" id="{FBA53D70-9A4D-7E4E-AC09-D42784DF8272}"/>
                    </a:ext>
                  </a:extLst>
                </p:cNvPr>
                <p:cNvCxnSpPr/>
                <p:nvPr/>
              </p:nvCxnSpPr>
              <p:spPr>
                <a:xfrm>
                  <a:off x="4697064" y="3720125"/>
                  <a:ext cx="0" cy="111556"/>
                </a:xfrm>
                <a:prstGeom prst="line">
                  <a:avLst/>
                </a:prstGeom>
                <a:noFill/>
                <a:ln w="6350" cap="flat" cmpd="sng" algn="ctr">
                  <a:solidFill>
                    <a:srgbClr val="000000"/>
                  </a:solidFill>
                  <a:prstDash val="solid"/>
                </a:ln>
                <a:effectLst/>
              </p:spPr>
            </p:cxnSp>
            <p:cxnSp>
              <p:nvCxnSpPr>
                <p:cNvPr id="317" name="Straight Connector 316">
                  <a:extLst>
                    <a:ext uri="{FF2B5EF4-FFF2-40B4-BE49-F238E27FC236}">
                      <a16:creationId xmlns:a16="http://schemas.microsoft.com/office/drawing/2014/main" id="{A5C3BEC2-90B0-8B41-88A4-351B428CAFB4}"/>
                    </a:ext>
                  </a:extLst>
                </p:cNvPr>
                <p:cNvCxnSpPr/>
                <p:nvPr/>
              </p:nvCxnSpPr>
              <p:spPr>
                <a:xfrm>
                  <a:off x="4128808" y="3720125"/>
                  <a:ext cx="0" cy="111556"/>
                </a:xfrm>
                <a:prstGeom prst="line">
                  <a:avLst/>
                </a:prstGeom>
                <a:noFill/>
                <a:ln w="6350" cap="flat" cmpd="sng" algn="ctr">
                  <a:solidFill>
                    <a:srgbClr val="000000"/>
                  </a:solidFill>
                  <a:prstDash val="solid"/>
                </a:ln>
                <a:effectLst/>
              </p:spPr>
            </p:cxnSp>
          </p:grpSp>
          <p:sp>
            <p:nvSpPr>
              <p:cNvPr id="301" name="Rectangle 300">
                <a:extLst>
                  <a:ext uri="{FF2B5EF4-FFF2-40B4-BE49-F238E27FC236}">
                    <a16:creationId xmlns:a16="http://schemas.microsoft.com/office/drawing/2014/main" id="{2309F1E7-7D26-E941-9221-C8DF0612EE28}"/>
                  </a:ext>
                </a:extLst>
              </p:cNvPr>
              <p:cNvSpPr/>
              <p:nvPr/>
            </p:nvSpPr>
            <p:spPr bwMode="auto">
              <a:xfrm>
                <a:off x="6491333" y="3610376"/>
                <a:ext cx="498433" cy="1238053"/>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302" name="Straight Connector 301">
                <a:extLst>
                  <a:ext uri="{FF2B5EF4-FFF2-40B4-BE49-F238E27FC236}">
                    <a16:creationId xmlns:a16="http://schemas.microsoft.com/office/drawing/2014/main" id="{9C251E47-5FE5-B64D-8E6E-2491993604B5}"/>
                  </a:ext>
                </a:extLst>
              </p:cNvPr>
              <p:cNvCxnSpPr/>
              <p:nvPr/>
            </p:nvCxnSpPr>
            <p:spPr bwMode="auto">
              <a:xfrm>
                <a:off x="6472285" y="2818340"/>
                <a:ext cx="9524" cy="2126912"/>
              </a:xfrm>
              <a:prstGeom prst="line">
                <a:avLst/>
              </a:prstGeom>
              <a:noFill/>
              <a:ln w="3175" cap="flat" cmpd="sng" algn="ctr">
                <a:solidFill>
                  <a:srgbClr val="000000"/>
                </a:solidFill>
                <a:prstDash val="sysDash"/>
              </a:ln>
              <a:effectLst/>
            </p:spPr>
          </p:cxnSp>
          <p:grpSp>
            <p:nvGrpSpPr>
              <p:cNvPr id="303" name="Group 514">
                <a:extLst>
                  <a:ext uri="{FF2B5EF4-FFF2-40B4-BE49-F238E27FC236}">
                    <a16:creationId xmlns:a16="http://schemas.microsoft.com/office/drawing/2014/main" id="{9B7D3C6F-466A-3143-9B8E-F60B2AAFD7B5}"/>
                  </a:ext>
                </a:extLst>
              </p:cNvPr>
              <p:cNvGrpSpPr>
                <a:grpSpLocks/>
              </p:cNvGrpSpPr>
              <p:nvPr/>
            </p:nvGrpSpPr>
            <p:grpSpPr bwMode="auto">
              <a:xfrm>
                <a:off x="6478146" y="2647932"/>
                <a:ext cx="504825" cy="242887"/>
                <a:chOff x="2183302" y="1574638"/>
                <a:chExt cx="1200154" cy="430218"/>
              </a:xfrm>
            </p:grpSpPr>
            <p:sp>
              <p:nvSpPr>
                <p:cNvPr id="304" name="Oval 303">
                  <a:extLst>
                    <a:ext uri="{FF2B5EF4-FFF2-40B4-BE49-F238E27FC236}">
                      <a16:creationId xmlns:a16="http://schemas.microsoft.com/office/drawing/2014/main" id="{12A307F7-5B73-2445-A2F4-C0FA1266E373}"/>
                    </a:ext>
                  </a:extLst>
                </p:cNvPr>
                <p:cNvSpPr/>
                <p:nvPr/>
              </p:nvSpPr>
              <p:spPr bwMode="auto">
                <a:xfrm flipV="1">
                  <a:off x="2188237" y="1690921"/>
                  <a:ext cx="1196279" cy="314881"/>
                </a:xfrm>
                <a:prstGeom prst="ellipse">
                  <a:avLst/>
                </a:prstGeom>
                <a:gradFill flip="none" rotWithShape="1">
                  <a:gsLst>
                    <a:gs pos="0">
                      <a:srgbClr val="3333CC">
                        <a:lumMod val="75000"/>
                      </a:srgbClr>
                    </a:gs>
                    <a:gs pos="31000">
                      <a:srgbClr val="3333CC">
                        <a:lumMod val="60000"/>
                        <a:lumOff val="40000"/>
                      </a:srgbClr>
                    </a:gs>
                    <a:gs pos="100000">
                      <a:srgbClr val="FFFFFF"/>
                    </a:gs>
                  </a:gsLst>
                  <a:lin ang="16200000" scaled="0"/>
                  <a:tileRect/>
                </a:gradFill>
                <a:ln w="635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mn-ea"/>
                    <a:cs typeface="+mn-cs"/>
                  </a:endParaRPr>
                </a:p>
              </p:txBody>
            </p:sp>
            <p:sp>
              <p:nvSpPr>
                <p:cNvPr id="305" name="Rectangle 304">
                  <a:extLst>
                    <a:ext uri="{FF2B5EF4-FFF2-40B4-BE49-F238E27FC236}">
                      <a16:creationId xmlns:a16="http://schemas.microsoft.com/office/drawing/2014/main" id="{33E19D46-3715-614C-AAF4-022904355894}"/>
                    </a:ext>
                  </a:extLst>
                </p:cNvPr>
                <p:cNvSpPr/>
                <p:nvPr/>
              </p:nvSpPr>
              <p:spPr bwMode="auto">
                <a:xfrm>
                  <a:off x="2184464" y="1735904"/>
                  <a:ext cx="1200052" cy="112457"/>
                </a:xfrm>
                <a:prstGeom prst="rect">
                  <a:avLst/>
                </a:prstGeom>
                <a:gradFill rotWithShape="1">
                  <a:gsLst>
                    <a:gs pos="0">
                      <a:srgbClr val="3333CC">
                        <a:lumMod val="40000"/>
                        <a:lumOff val="60000"/>
                      </a:srgbClr>
                    </a:gs>
                    <a:gs pos="54000">
                      <a:srgbClr val="3333CC">
                        <a:lumMod val="60000"/>
                        <a:lumOff val="40000"/>
                      </a:srgbClr>
                    </a:gs>
                    <a:gs pos="100000">
                      <a:srgbClr val="3333CC">
                        <a:lumMod val="75000"/>
                      </a:srgbClr>
                    </a:gs>
                  </a:gsLst>
                  <a:lin ang="162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06" name="Oval 305">
                  <a:extLst>
                    <a:ext uri="{FF2B5EF4-FFF2-40B4-BE49-F238E27FC236}">
                      <a16:creationId xmlns:a16="http://schemas.microsoft.com/office/drawing/2014/main" id="{E55709E7-7775-884D-A34A-45191B84AF9C}"/>
                    </a:ext>
                  </a:extLst>
                </p:cNvPr>
                <p:cNvSpPr>
                  <a:spLocks noChangeArrowheads="1"/>
                </p:cNvSpPr>
                <p:nvPr/>
              </p:nvSpPr>
              <p:spPr bwMode="auto">
                <a:xfrm flipV="1">
                  <a:off x="2184464" y="1575651"/>
                  <a:ext cx="1196277" cy="314881"/>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307" name="Freeform 306">
                  <a:extLst>
                    <a:ext uri="{FF2B5EF4-FFF2-40B4-BE49-F238E27FC236}">
                      <a16:creationId xmlns:a16="http://schemas.microsoft.com/office/drawing/2014/main" id="{53C2A2DA-53F1-794E-A987-B42C0AC0022C}"/>
                    </a:ext>
                  </a:extLst>
                </p:cNvPr>
                <p:cNvSpPr/>
                <p:nvPr/>
              </p:nvSpPr>
              <p:spPr bwMode="auto">
                <a:xfrm>
                  <a:off x="2490137" y="1671240"/>
                  <a:ext cx="584932" cy="157440"/>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08" name="Freeform 307">
                  <a:extLst>
                    <a:ext uri="{FF2B5EF4-FFF2-40B4-BE49-F238E27FC236}">
                      <a16:creationId xmlns:a16="http://schemas.microsoft.com/office/drawing/2014/main" id="{9EECC5D2-5F03-5B4A-A066-DEC9954D666C}"/>
                    </a:ext>
                  </a:extLst>
                </p:cNvPr>
                <p:cNvSpPr>
                  <a:spLocks/>
                </p:cNvSpPr>
                <p:nvPr/>
              </p:nvSpPr>
              <p:spPr bwMode="auto">
                <a:xfrm>
                  <a:off x="2429757" y="1631880"/>
                  <a:ext cx="705692" cy="109647"/>
                </a:xfrm>
                <a:custGeom>
                  <a:avLst/>
                  <a:gdLst>
                    <a:gd name="T0" fmla="*/ 0 w 3723451"/>
                    <a:gd name="T1" fmla="*/ 26825 h 932950"/>
                    <a:gd name="T2" fmla="*/ 124172 w 3723451"/>
                    <a:gd name="T3" fmla="*/ 316 h 932950"/>
                    <a:gd name="T4" fmla="*/ 351719 w 3723451"/>
                    <a:gd name="T5" fmla="*/ 61180 h 932950"/>
                    <a:gd name="T6" fmla="*/ 568801 w 3723451"/>
                    <a:gd name="T7" fmla="*/ 0 h 932950"/>
                    <a:gd name="T8" fmla="*/ 705692 w 3723451"/>
                    <a:gd name="T9" fmla="*/ 24346 h 932950"/>
                    <a:gd name="T10" fmla="*/ 603846 w 3723451"/>
                    <a:gd name="T11" fmla="*/ 54283 h 932950"/>
                    <a:gd name="T12" fmla="*/ 571056 w 3723451"/>
                    <a:gd name="T13" fmla="*/ 46212 h 932950"/>
                    <a:gd name="T14" fmla="*/ 355717 w 3723451"/>
                    <a:gd name="T15" fmla="*/ 109647 h 932950"/>
                    <a:gd name="T16" fmla="*/ 134869 w 3723451"/>
                    <a:gd name="T17" fmla="*/ 48545 h 932950"/>
                    <a:gd name="T18" fmla="*/ 99163 w 3723451"/>
                    <a:gd name="T19" fmla="*/ 55140 h 932950"/>
                    <a:gd name="T20" fmla="*/ 0 w 3723451"/>
                    <a:gd name="T21" fmla="*/ 2682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09" name="Freeform 308">
                  <a:extLst>
                    <a:ext uri="{FF2B5EF4-FFF2-40B4-BE49-F238E27FC236}">
                      <a16:creationId xmlns:a16="http://schemas.microsoft.com/office/drawing/2014/main" id="{8388544E-A2CB-0640-A29C-1662E6885FE0}"/>
                    </a:ext>
                  </a:extLst>
                </p:cNvPr>
                <p:cNvSpPr>
                  <a:spLocks/>
                </p:cNvSpPr>
                <p:nvPr/>
              </p:nvSpPr>
              <p:spPr bwMode="auto">
                <a:xfrm>
                  <a:off x="2893929" y="1724658"/>
                  <a:ext cx="256615" cy="95589"/>
                </a:xfrm>
                <a:custGeom>
                  <a:avLst/>
                  <a:gdLst>
                    <a:gd name="T0" fmla="*/ 0 w 1366596"/>
                    <a:gd name="T1" fmla="*/ 0 h 809868"/>
                    <a:gd name="T2" fmla="*/ 256615 w 1366596"/>
                    <a:gd name="T3" fmla="*/ 73864 h 809868"/>
                    <a:gd name="T4" fmla="*/ 162436 w 1366596"/>
                    <a:gd name="T5" fmla="*/ 95589 h 809868"/>
                    <a:gd name="T6" fmla="*/ 864 w 1366596"/>
                    <a:gd name="T7" fmla="*/ 50510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0" name="Freeform 309">
                  <a:extLst>
                    <a:ext uri="{FF2B5EF4-FFF2-40B4-BE49-F238E27FC236}">
                      <a16:creationId xmlns:a16="http://schemas.microsoft.com/office/drawing/2014/main" id="{0DDF3C4E-5F2E-864E-88A4-D785A5D6EEF6}"/>
                    </a:ext>
                  </a:extLst>
                </p:cNvPr>
                <p:cNvSpPr>
                  <a:spLocks/>
                </p:cNvSpPr>
                <p:nvPr/>
              </p:nvSpPr>
              <p:spPr bwMode="auto">
                <a:xfrm>
                  <a:off x="2418437" y="1727469"/>
                  <a:ext cx="252840" cy="92778"/>
                </a:xfrm>
                <a:custGeom>
                  <a:avLst/>
                  <a:gdLst>
                    <a:gd name="T0" fmla="*/ 249388 w 1348191"/>
                    <a:gd name="T1" fmla="*/ 0 h 791462"/>
                    <a:gd name="T2" fmla="*/ 252840 w 1348191"/>
                    <a:gd name="T3" fmla="*/ 44771 h 791462"/>
                    <a:gd name="T4" fmla="*/ 91471 w 1348191"/>
                    <a:gd name="T5" fmla="*/ 92778 h 791462"/>
                    <a:gd name="T6" fmla="*/ 0 w 1348191"/>
                    <a:gd name="T7" fmla="*/ 71741 h 791462"/>
                    <a:gd name="T8" fmla="*/ 249388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311" name="Straight Connector 310">
                  <a:extLst>
                    <a:ext uri="{FF2B5EF4-FFF2-40B4-BE49-F238E27FC236}">
                      <a16:creationId xmlns:a16="http://schemas.microsoft.com/office/drawing/2014/main" id="{5A28B5B0-5BAC-8C46-B4B8-9BCB18DCD1DD}"/>
                    </a:ext>
                  </a:extLst>
                </p:cNvPr>
                <p:cNvCxnSpPr>
                  <a:cxnSpLocks noChangeShapeType="1"/>
                  <a:endCxn id="306" idx="2"/>
                </p:cNvCxnSpPr>
                <p:nvPr/>
              </p:nvCxnSpPr>
              <p:spPr bwMode="auto">
                <a:xfrm flipH="1" flipV="1">
                  <a:off x="2184464" y="1733091"/>
                  <a:ext cx="3773" cy="120893"/>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312" name="Straight Connector 311">
                  <a:extLst>
                    <a:ext uri="{FF2B5EF4-FFF2-40B4-BE49-F238E27FC236}">
                      <a16:creationId xmlns:a16="http://schemas.microsoft.com/office/drawing/2014/main" id="{3A010796-660C-4C4D-865E-8D108EDA01B6}"/>
                    </a:ext>
                  </a:extLst>
                </p:cNvPr>
                <p:cNvCxnSpPr>
                  <a:cxnSpLocks noChangeShapeType="1"/>
                </p:cNvCxnSpPr>
                <p:nvPr/>
              </p:nvCxnSpPr>
              <p:spPr bwMode="auto">
                <a:xfrm flipH="1" flipV="1">
                  <a:off x="3380741" y="1730281"/>
                  <a:ext cx="3775" cy="120891"/>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grpSp>
      <p:grpSp>
        <p:nvGrpSpPr>
          <p:cNvPr id="400" name="Group 399">
            <a:extLst>
              <a:ext uri="{FF2B5EF4-FFF2-40B4-BE49-F238E27FC236}">
                <a16:creationId xmlns:a16="http://schemas.microsoft.com/office/drawing/2014/main" id="{094E25C2-45E6-0C43-ADA4-684E51DC703A}"/>
              </a:ext>
            </a:extLst>
          </p:cNvPr>
          <p:cNvGrpSpPr>
            <a:grpSpLocks/>
          </p:cNvGrpSpPr>
          <p:nvPr/>
        </p:nvGrpSpPr>
        <p:grpSpPr bwMode="auto">
          <a:xfrm>
            <a:off x="3419060" y="2725807"/>
            <a:ext cx="5111750" cy="879475"/>
            <a:chOff x="1866825" y="707349"/>
            <a:chExt cx="5112820" cy="879389"/>
          </a:xfrm>
        </p:grpSpPr>
        <p:sp>
          <p:nvSpPr>
            <p:cNvPr id="401" name="Oval 400">
              <a:extLst>
                <a:ext uri="{FF2B5EF4-FFF2-40B4-BE49-F238E27FC236}">
                  <a16:creationId xmlns:a16="http://schemas.microsoft.com/office/drawing/2014/main" id="{C759FDA4-4088-0A4C-9E92-BD72D7D52B56}"/>
                </a:ext>
              </a:extLst>
            </p:cNvPr>
            <p:cNvSpPr/>
            <p:nvPr/>
          </p:nvSpPr>
          <p:spPr>
            <a:xfrm>
              <a:off x="1866825" y="785129"/>
              <a:ext cx="954288" cy="492077"/>
            </a:xfrm>
            <a:prstGeom prst="ellipse">
              <a:avLst/>
            </a:prstGeom>
            <a:solidFill>
              <a:srgbClr val="CC0000">
                <a:alpha val="28000"/>
              </a:srgbClr>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402" name="TextBox 233">
              <a:extLst>
                <a:ext uri="{FF2B5EF4-FFF2-40B4-BE49-F238E27FC236}">
                  <a16:creationId xmlns:a16="http://schemas.microsoft.com/office/drawing/2014/main" id="{91B4E7D9-6C4B-6C4B-86F5-8BB66F936B0C}"/>
                </a:ext>
              </a:extLst>
            </p:cNvPr>
            <p:cNvSpPr txBox="1">
              <a:spLocks noChangeArrowheads="1"/>
            </p:cNvSpPr>
            <p:nvPr/>
          </p:nvSpPr>
          <p:spPr bwMode="auto">
            <a:xfrm>
              <a:off x="1891781" y="783191"/>
              <a:ext cx="910613" cy="476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ts val="1475"/>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Routing</a:t>
              </a:r>
            </a:p>
            <a:p>
              <a:pPr marL="0" marR="0" lvl="0" indent="0" algn="ctr" defTabSz="914400" rtl="0" eaLnBrk="0" fontAlgn="base" latinLnBrk="0" hangingPunct="0">
                <a:lnSpc>
                  <a:spcPts val="1475"/>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Algorithm</a:t>
              </a:r>
            </a:p>
          </p:txBody>
        </p:sp>
        <p:cxnSp>
          <p:nvCxnSpPr>
            <p:cNvPr id="403" name="Straight Arrow Connector 402">
              <a:extLst>
                <a:ext uri="{FF2B5EF4-FFF2-40B4-BE49-F238E27FC236}">
                  <a16:creationId xmlns:a16="http://schemas.microsoft.com/office/drawing/2014/main" id="{86DA61DF-3320-724E-9861-CF654B1F47AF}"/>
                </a:ext>
              </a:extLst>
            </p:cNvPr>
            <p:cNvCxnSpPr/>
            <p:nvPr/>
          </p:nvCxnSpPr>
          <p:spPr>
            <a:xfrm flipV="1">
              <a:off x="2833815" y="807352"/>
              <a:ext cx="1517968" cy="214291"/>
            </a:xfrm>
            <a:prstGeom prst="straightConnector1">
              <a:avLst/>
            </a:prstGeom>
            <a:noFill/>
            <a:ln w="25400" cap="flat" cmpd="sng" algn="ctr">
              <a:solidFill>
                <a:srgbClr val="CC0000"/>
              </a:solidFill>
              <a:prstDash val="solid"/>
              <a:headEnd type="triangle"/>
              <a:tailEnd type="triangle"/>
            </a:ln>
            <a:effectLst/>
          </p:spPr>
        </p:cxnSp>
        <p:cxnSp>
          <p:nvCxnSpPr>
            <p:cNvPr id="404" name="Straight Arrow Connector 403">
              <a:extLst>
                <a:ext uri="{FF2B5EF4-FFF2-40B4-BE49-F238E27FC236}">
                  <a16:creationId xmlns:a16="http://schemas.microsoft.com/office/drawing/2014/main" id="{FA99C173-8DEF-3940-BC9B-72CA3FA99281}"/>
                </a:ext>
              </a:extLst>
            </p:cNvPr>
            <p:cNvCxnSpPr/>
            <p:nvPr/>
          </p:nvCxnSpPr>
          <p:spPr>
            <a:xfrm>
              <a:off x="2751248" y="1201014"/>
              <a:ext cx="797092" cy="279373"/>
            </a:xfrm>
            <a:prstGeom prst="straightConnector1">
              <a:avLst/>
            </a:prstGeom>
            <a:noFill/>
            <a:ln w="25400" cap="flat" cmpd="sng" algn="ctr">
              <a:solidFill>
                <a:srgbClr val="CC0000"/>
              </a:solidFill>
              <a:prstDash val="solid"/>
              <a:headEnd type="triangle"/>
              <a:tailEnd type="triangle"/>
            </a:ln>
            <a:effectLst/>
          </p:spPr>
        </p:cxnSp>
        <p:cxnSp>
          <p:nvCxnSpPr>
            <p:cNvPr id="405" name="Straight Arrow Connector 404">
              <a:extLst>
                <a:ext uri="{FF2B5EF4-FFF2-40B4-BE49-F238E27FC236}">
                  <a16:creationId xmlns:a16="http://schemas.microsoft.com/office/drawing/2014/main" id="{57AAE988-13E3-6642-B8CC-252C9113ABCC}"/>
                </a:ext>
              </a:extLst>
            </p:cNvPr>
            <p:cNvCxnSpPr/>
            <p:nvPr/>
          </p:nvCxnSpPr>
          <p:spPr>
            <a:xfrm>
              <a:off x="4685228" y="894656"/>
              <a:ext cx="892362" cy="509538"/>
            </a:xfrm>
            <a:prstGeom prst="straightConnector1">
              <a:avLst/>
            </a:prstGeom>
            <a:noFill/>
            <a:ln w="25400" cap="flat" cmpd="sng" algn="ctr">
              <a:solidFill>
                <a:srgbClr val="CC0000"/>
              </a:solidFill>
              <a:prstDash val="solid"/>
              <a:headEnd type="triangle"/>
              <a:tailEnd type="triangle"/>
            </a:ln>
            <a:effectLst/>
          </p:spPr>
        </p:cxnSp>
        <p:cxnSp>
          <p:nvCxnSpPr>
            <p:cNvPr id="406" name="Straight Arrow Connector 405">
              <a:extLst>
                <a:ext uri="{FF2B5EF4-FFF2-40B4-BE49-F238E27FC236}">
                  <a16:creationId xmlns:a16="http://schemas.microsoft.com/office/drawing/2014/main" id="{286126FC-663F-E140-85FF-EA643857EAAB}"/>
                </a:ext>
              </a:extLst>
            </p:cNvPr>
            <p:cNvCxnSpPr/>
            <p:nvPr/>
          </p:nvCxnSpPr>
          <p:spPr>
            <a:xfrm>
              <a:off x="4801139" y="801003"/>
              <a:ext cx="1695805" cy="130162"/>
            </a:xfrm>
            <a:prstGeom prst="straightConnector1">
              <a:avLst/>
            </a:prstGeom>
            <a:noFill/>
            <a:ln w="25400" cap="flat" cmpd="sng" algn="ctr">
              <a:solidFill>
                <a:srgbClr val="CC0000"/>
              </a:solidFill>
              <a:prstDash val="solid"/>
              <a:headEnd type="triangle"/>
              <a:tailEnd type="triangle"/>
            </a:ln>
            <a:effectLst/>
          </p:spPr>
        </p:cxnSp>
        <p:sp>
          <p:nvSpPr>
            <p:cNvPr id="407" name="Oval 406">
              <a:extLst>
                <a:ext uri="{FF2B5EF4-FFF2-40B4-BE49-F238E27FC236}">
                  <a16:creationId xmlns:a16="http://schemas.microsoft.com/office/drawing/2014/main" id="{4DA7DE45-D335-D548-B5FE-488518B7B2B7}"/>
                </a:ext>
              </a:extLst>
            </p:cNvPr>
            <p:cNvSpPr/>
            <p:nvPr/>
          </p:nvSpPr>
          <p:spPr>
            <a:xfrm>
              <a:off x="6558870" y="894656"/>
              <a:ext cx="420775" cy="180957"/>
            </a:xfrm>
            <a:prstGeom prst="ellipse">
              <a:avLst/>
            </a:prstGeom>
            <a:solidFill>
              <a:srgbClr val="CC0000">
                <a:alpha val="28000"/>
              </a:srgbClr>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408" name="Oval 407">
              <a:extLst>
                <a:ext uri="{FF2B5EF4-FFF2-40B4-BE49-F238E27FC236}">
                  <a16:creationId xmlns:a16="http://schemas.microsoft.com/office/drawing/2014/main" id="{E0F6C35C-914C-3B41-9CC4-D8179FFB699E}"/>
                </a:ext>
              </a:extLst>
            </p:cNvPr>
            <p:cNvSpPr/>
            <p:nvPr/>
          </p:nvSpPr>
          <p:spPr>
            <a:xfrm>
              <a:off x="5572826" y="1404194"/>
              <a:ext cx="420776" cy="182544"/>
            </a:xfrm>
            <a:prstGeom prst="ellipse">
              <a:avLst/>
            </a:prstGeom>
            <a:solidFill>
              <a:srgbClr val="CC0000">
                <a:alpha val="28000"/>
              </a:srgbClr>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409" name="Oval 408">
              <a:extLst>
                <a:ext uri="{FF2B5EF4-FFF2-40B4-BE49-F238E27FC236}">
                  <a16:creationId xmlns:a16="http://schemas.microsoft.com/office/drawing/2014/main" id="{F2328B0F-766B-A544-ACA3-A1877D849A35}"/>
                </a:ext>
              </a:extLst>
            </p:cNvPr>
            <p:cNvSpPr/>
            <p:nvPr/>
          </p:nvSpPr>
          <p:spPr>
            <a:xfrm>
              <a:off x="4367661" y="707349"/>
              <a:ext cx="420775" cy="182545"/>
            </a:xfrm>
            <a:prstGeom prst="ellipse">
              <a:avLst/>
            </a:prstGeom>
            <a:solidFill>
              <a:srgbClr val="CC0000">
                <a:alpha val="28000"/>
              </a:srgbClr>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410" name="Oval 409">
              <a:extLst>
                <a:ext uri="{FF2B5EF4-FFF2-40B4-BE49-F238E27FC236}">
                  <a16:creationId xmlns:a16="http://schemas.microsoft.com/office/drawing/2014/main" id="{4E049E95-C6A9-FE4D-937B-C134ECB1D9AB}"/>
                </a:ext>
              </a:extLst>
            </p:cNvPr>
            <p:cNvSpPr/>
            <p:nvPr/>
          </p:nvSpPr>
          <p:spPr>
            <a:xfrm>
              <a:off x="3572157" y="1402606"/>
              <a:ext cx="420776" cy="180957"/>
            </a:xfrm>
            <a:prstGeom prst="ellipse">
              <a:avLst/>
            </a:prstGeom>
            <a:solidFill>
              <a:srgbClr val="CC0000">
                <a:alpha val="28000"/>
              </a:srgbClr>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411" name="Straight Arrow Connector 410">
              <a:extLst>
                <a:ext uri="{FF2B5EF4-FFF2-40B4-BE49-F238E27FC236}">
                  <a16:creationId xmlns:a16="http://schemas.microsoft.com/office/drawing/2014/main" id="{C5FBB1F6-0839-A343-AE4E-8487D7B4403B}"/>
                </a:ext>
              </a:extLst>
            </p:cNvPr>
            <p:cNvCxnSpPr/>
            <p:nvPr/>
          </p:nvCxnSpPr>
          <p:spPr>
            <a:xfrm>
              <a:off x="2821113" y="1105773"/>
              <a:ext cx="2739010" cy="339692"/>
            </a:xfrm>
            <a:prstGeom prst="straightConnector1">
              <a:avLst/>
            </a:prstGeom>
            <a:noFill/>
            <a:ln w="25400" cap="flat" cmpd="sng" algn="ctr">
              <a:solidFill>
                <a:srgbClr val="CC0000"/>
              </a:solidFill>
              <a:prstDash val="solid"/>
              <a:headEnd type="triangle"/>
              <a:tailEnd type="triangle"/>
            </a:ln>
            <a:effectLst/>
          </p:spPr>
        </p:cxnSp>
        <p:cxnSp>
          <p:nvCxnSpPr>
            <p:cNvPr id="412" name="Straight Arrow Connector 411">
              <a:extLst>
                <a:ext uri="{FF2B5EF4-FFF2-40B4-BE49-F238E27FC236}">
                  <a16:creationId xmlns:a16="http://schemas.microsoft.com/office/drawing/2014/main" id="{01507C1D-D7CC-314D-9BC2-599E67963164}"/>
                </a:ext>
              </a:extLst>
            </p:cNvPr>
            <p:cNvCxnSpPr>
              <a:endCxn id="407" idx="2"/>
            </p:cNvCxnSpPr>
            <p:nvPr/>
          </p:nvCxnSpPr>
          <p:spPr>
            <a:xfrm flipV="1">
              <a:off x="3997696" y="985135"/>
              <a:ext cx="2561174" cy="469854"/>
            </a:xfrm>
            <a:prstGeom prst="straightConnector1">
              <a:avLst/>
            </a:prstGeom>
            <a:noFill/>
            <a:ln w="25400" cap="flat" cmpd="sng" algn="ctr">
              <a:solidFill>
                <a:srgbClr val="CC0000"/>
              </a:solidFill>
              <a:prstDash val="solid"/>
              <a:headEnd type="triangle"/>
              <a:tailEnd type="triangle"/>
            </a:ln>
            <a:effectLst/>
          </p:spPr>
        </p:cxnSp>
        <p:cxnSp>
          <p:nvCxnSpPr>
            <p:cNvPr id="413" name="Straight Arrow Connector 412">
              <a:extLst>
                <a:ext uri="{FF2B5EF4-FFF2-40B4-BE49-F238E27FC236}">
                  <a16:creationId xmlns:a16="http://schemas.microsoft.com/office/drawing/2014/main" id="{0D0AA51C-C88C-DA40-BB5F-C90D75401B35}"/>
                </a:ext>
              </a:extLst>
            </p:cNvPr>
            <p:cNvCxnSpPr/>
            <p:nvPr/>
          </p:nvCxnSpPr>
          <p:spPr>
            <a:xfrm flipV="1">
              <a:off x="3991345" y="1508959"/>
              <a:ext cx="1581481" cy="0"/>
            </a:xfrm>
            <a:prstGeom prst="straightConnector1">
              <a:avLst/>
            </a:prstGeom>
            <a:noFill/>
            <a:ln w="25400" cap="flat" cmpd="sng" algn="ctr">
              <a:solidFill>
                <a:srgbClr val="CC0000"/>
              </a:solidFill>
              <a:prstDash val="solid"/>
              <a:headEnd type="triangle"/>
              <a:tailEnd type="triangle"/>
            </a:ln>
            <a:effectLst/>
          </p:spPr>
        </p:cxnSp>
        <p:cxnSp>
          <p:nvCxnSpPr>
            <p:cNvPr id="414" name="Straight Arrow Connector 413">
              <a:extLst>
                <a:ext uri="{FF2B5EF4-FFF2-40B4-BE49-F238E27FC236}">
                  <a16:creationId xmlns:a16="http://schemas.microsoft.com/office/drawing/2014/main" id="{B8B513D7-9162-0648-BC71-8BEBCC27917A}"/>
                </a:ext>
              </a:extLst>
            </p:cNvPr>
            <p:cNvCxnSpPr/>
            <p:nvPr/>
          </p:nvCxnSpPr>
          <p:spPr>
            <a:xfrm flipV="1">
              <a:off x="5996777" y="1083550"/>
              <a:ext cx="751044" cy="396836"/>
            </a:xfrm>
            <a:prstGeom prst="straightConnector1">
              <a:avLst/>
            </a:prstGeom>
            <a:noFill/>
            <a:ln w="25400" cap="flat" cmpd="sng" algn="ctr">
              <a:solidFill>
                <a:srgbClr val="CC0000"/>
              </a:solidFill>
              <a:prstDash val="solid"/>
              <a:headEnd type="triangle"/>
              <a:tailEnd type="triangle"/>
            </a:ln>
            <a:effectLst/>
          </p:spPr>
        </p:cxnSp>
      </p:grpSp>
      <p:grpSp>
        <p:nvGrpSpPr>
          <p:cNvPr id="415" name="Group 414">
            <a:extLst>
              <a:ext uri="{FF2B5EF4-FFF2-40B4-BE49-F238E27FC236}">
                <a16:creationId xmlns:a16="http://schemas.microsoft.com/office/drawing/2014/main" id="{C4AAA334-C4B2-DD48-A566-2EA2C1AA11DF}"/>
              </a:ext>
            </a:extLst>
          </p:cNvPr>
          <p:cNvGrpSpPr>
            <a:grpSpLocks/>
          </p:cNvGrpSpPr>
          <p:nvPr/>
        </p:nvGrpSpPr>
        <p:grpSpPr bwMode="auto">
          <a:xfrm>
            <a:off x="3147598" y="3114745"/>
            <a:ext cx="6375400" cy="1047750"/>
            <a:chOff x="1557338" y="3074988"/>
            <a:chExt cx="6375400" cy="1047750"/>
          </a:xfrm>
        </p:grpSpPr>
        <p:sp>
          <p:nvSpPr>
            <p:cNvPr id="416" name="TextBox 232">
              <a:extLst>
                <a:ext uri="{FF2B5EF4-FFF2-40B4-BE49-F238E27FC236}">
                  <a16:creationId xmlns:a16="http://schemas.microsoft.com/office/drawing/2014/main" id="{97D7EB84-BAC0-D448-A55F-A56C30BB6A4D}"/>
                </a:ext>
              </a:extLst>
            </p:cNvPr>
            <p:cNvSpPr txBox="1">
              <a:spLocks noChangeArrowheads="1"/>
            </p:cNvSpPr>
            <p:nvPr/>
          </p:nvSpPr>
          <p:spPr bwMode="auto">
            <a:xfrm>
              <a:off x="7292975" y="3651250"/>
              <a:ext cx="595313"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ts val="1463"/>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data</a:t>
              </a:r>
            </a:p>
            <a:p>
              <a:pPr marL="0" marR="0" lvl="0" indent="0" algn="ctr" defTabSz="914400" rtl="0" eaLnBrk="0" fontAlgn="base" latinLnBrk="0" hangingPunct="0">
                <a:lnSpc>
                  <a:spcPts val="1463"/>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plane</a:t>
              </a:r>
            </a:p>
          </p:txBody>
        </p:sp>
        <p:sp>
          <p:nvSpPr>
            <p:cNvPr id="417" name="TextBox 233">
              <a:extLst>
                <a:ext uri="{FF2B5EF4-FFF2-40B4-BE49-F238E27FC236}">
                  <a16:creationId xmlns:a16="http://schemas.microsoft.com/office/drawing/2014/main" id="{24A4F1C7-4BF4-EB42-A291-47BAC2502CDB}"/>
                </a:ext>
              </a:extLst>
            </p:cNvPr>
            <p:cNvSpPr txBox="1">
              <a:spLocks noChangeArrowheads="1"/>
            </p:cNvSpPr>
            <p:nvPr/>
          </p:nvSpPr>
          <p:spPr bwMode="auto">
            <a:xfrm>
              <a:off x="7224713" y="3074988"/>
              <a:ext cx="708025"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ts val="1463"/>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control</a:t>
              </a:r>
            </a:p>
            <a:p>
              <a:pPr marL="0" marR="0" lvl="0" indent="0" algn="ctr" defTabSz="914400" rtl="0" eaLnBrk="0" fontAlgn="base" latinLnBrk="0" hangingPunct="0">
                <a:lnSpc>
                  <a:spcPts val="1463"/>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plane</a:t>
              </a:r>
            </a:p>
          </p:txBody>
        </p:sp>
        <p:cxnSp>
          <p:nvCxnSpPr>
            <p:cNvPr id="418" name="Straight Connector 417">
              <a:extLst>
                <a:ext uri="{FF2B5EF4-FFF2-40B4-BE49-F238E27FC236}">
                  <a16:creationId xmlns:a16="http://schemas.microsoft.com/office/drawing/2014/main" id="{61FEE5A3-FA87-164D-B072-015586DE3B9B}"/>
                </a:ext>
              </a:extLst>
            </p:cNvPr>
            <p:cNvCxnSpPr/>
            <p:nvPr/>
          </p:nvCxnSpPr>
          <p:spPr>
            <a:xfrm>
              <a:off x="1557338" y="3613150"/>
              <a:ext cx="6207125" cy="0"/>
            </a:xfrm>
            <a:prstGeom prst="line">
              <a:avLst/>
            </a:prstGeom>
            <a:noFill/>
            <a:ln w="25400" cap="flat" cmpd="sng" algn="ctr">
              <a:solidFill>
                <a:srgbClr val="000000"/>
              </a:solidFill>
              <a:prstDash val="dash"/>
            </a:ln>
            <a:effectLst/>
          </p:spPr>
        </p:cxnSp>
      </p:grpSp>
      <p:grpSp>
        <p:nvGrpSpPr>
          <p:cNvPr id="419" name="Group 418">
            <a:extLst>
              <a:ext uri="{FF2B5EF4-FFF2-40B4-BE49-F238E27FC236}">
                <a16:creationId xmlns:a16="http://schemas.microsoft.com/office/drawing/2014/main" id="{DB2133B7-0204-944D-9F85-D90FA61B1AAF}"/>
              </a:ext>
            </a:extLst>
          </p:cNvPr>
          <p:cNvGrpSpPr>
            <a:grpSpLocks/>
          </p:cNvGrpSpPr>
          <p:nvPr/>
        </p:nvGrpSpPr>
        <p:grpSpPr bwMode="auto">
          <a:xfrm>
            <a:off x="3419060" y="3741807"/>
            <a:ext cx="5126038" cy="1120775"/>
            <a:chOff x="-4746102" y="4471477"/>
            <a:chExt cx="5126173" cy="1120753"/>
          </a:xfrm>
        </p:grpSpPr>
        <p:pic>
          <p:nvPicPr>
            <p:cNvPr id="420" name="Picture 10" descr="fig42_table.pdf">
              <a:extLst>
                <a:ext uri="{FF2B5EF4-FFF2-40B4-BE49-F238E27FC236}">
                  <a16:creationId xmlns:a16="http://schemas.microsoft.com/office/drawing/2014/main" id="{B9B148BF-D420-D548-A8E4-2E44EE43547A}"/>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746102" y="4471477"/>
              <a:ext cx="966463" cy="966962"/>
            </a:xfrm>
            <a:prstGeom prst="rect">
              <a:avLst/>
            </a:prstGeom>
            <a:noFill/>
            <a:ln w="9525">
              <a:solidFill>
                <a:srgbClr val="CC0000"/>
              </a:solidFill>
              <a:miter lim="800000"/>
              <a:headEnd/>
              <a:tailEnd/>
            </a:ln>
            <a:extLst>
              <a:ext uri="{909E8E84-426E-40DD-AFC4-6F175D3DCCD1}">
                <a14:hiddenFill xmlns:a14="http://schemas.microsoft.com/office/drawing/2010/main">
                  <a:solidFill>
                    <a:srgbClr val="FFFFFF"/>
                  </a:solidFill>
                </a14:hiddenFill>
              </a:ext>
            </a:extLst>
          </p:spPr>
        </p:pic>
        <p:grpSp>
          <p:nvGrpSpPr>
            <p:cNvPr id="421" name="Group 25">
              <a:extLst>
                <a:ext uri="{FF2B5EF4-FFF2-40B4-BE49-F238E27FC236}">
                  <a16:creationId xmlns:a16="http://schemas.microsoft.com/office/drawing/2014/main" id="{6DCB3611-5B47-554A-AF9F-B20E8866BE38}"/>
                </a:ext>
              </a:extLst>
            </p:cNvPr>
            <p:cNvGrpSpPr>
              <a:grpSpLocks/>
            </p:cNvGrpSpPr>
            <p:nvPr/>
          </p:nvGrpSpPr>
          <p:grpSpPr bwMode="auto">
            <a:xfrm>
              <a:off x="-3025264" y="5228984"/>
              <a:ext cx="3405335" cy="363246"/>
              <a:chOff x="-3025264" y="5228984"/>
              <a:chExt cx="3405335" cy="363246"/>
            </a:xfrm>
          </p:grpSpPr>
          <p:grpSp>
            <p:nvGrpSpPr>
              <p:cNvPr id="422" name="Group 241">
                <a:extLst>
                  <a:ext uri="{FF2B5EF4-FFF2-40B4-BE49-F238E27FC236}">
                    <a16:creationId xmlns:a16="http://schemas.microsoft.com/office/drawing/2014/main" id="{18B65E09-A0C2-A34F-9844-081D03E2EEEF}"/>
                  </a:ext>
                </a:extLst>
              </p:cNvPr>
              <p:cNvGrpSpPr>
                <a:grpSpLocks/>
              </p:cNvGrpSpPr>
              <p:nvPr/>
            </p:nvGrpSpPr>
            <p:grpSpPr bwMode="auto">
              <a:xfrm>
                <a:off x="-3025264" y="5262858"/>
                <a:ext cx="430360" cy="329372"/>
                <a:chOff x="2931664" y="3912603"/>
                <a:chExt cx="430450" cy="329314"/>
              </a:xfrm>
            </p:grpSpPr>
            <p:sp>
              <p:nvSpPr>
                <p:cNvPr id="438" name="Rectangle 437">
                  <a:extLst>
                    <a:ext uri="{FF2B5EF4-FFF2-40B4-BE49-F238E27FC236}">
                      <a16:creationId xmlns:a16="http://schemas.microsoft.com/office/drawing/2014/main" id="{510D7726-2281-144B-B722-F9A0F8992620}"/>
                    </a:ext>
                  </a:extLst>
                </p:cNvPr>
                <p:cNvSpPr/>
                <p:nvPr/>
              </p:nvSpPr>
              <p:spPr>
                <a:xfrm>
                  <a:off x="2936485" y="3908607"/>
                  <a:ext cx="425550" cy="333310"/>
                </a:xfrm>
                <a:prstGeom prst="rect">
                  <a:avLst/>
                </a:prstGeom>
                <a:solidFill>
                  <a:srgbClr val="FFFFFF"/>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439" name="Straight Connector 438">
                  <a:extLst>
                    <a:ext uri="{FF2B5EF4-FFF2-40B4-BE49-F238E27FC236}">
                      <a16:creationId xmlns:a16="http://schemas.microsoft.com/office/drawing/2014/main" id="{B663A8A6-A483-9C45-9694-3F60B5B96577}"/>
                    </a:ext>
                  </a:extLst>
                </p:cNvPr>
                <p:cNvCxnSpPr/>
                <p:nvPr/>
              </p:nvCxnSpPr>
              <p:spPr>
                <a:xfrm>
                  <a:off x="2931721" y="4003838"/>
                  <a:ext cx="425550" cy="0"/>
                </a:xfrm>
                <a:prstGeom prst="line">
                  <a:avLst/>
                </a:prstGeom>
                <a:noFill/>
                <a:ln w="3175" cap="flat" cmpd="sng" algn="ctr">
                  <a:solidFill>
                    <a:srgbClr val="000000"/>
                  </a:solidFill>
                  <a:prstDash val="solid"/>
                </a:ln>
                <a:effectLst/>
              </p:spPr>
            </p:cxnSp>
            <p:cxnSp>
              <p:nvCxnSpPr>
                <p:cNvPr id="440" name="Straight Connector 439">
                  <a:extLst>
                    <a:ext uri="{FF2B5EF4-FFF2-40B4-BE49-F238E27FC236}">
                      <a16:creationId xmlns:a16="http://schemas.microsoft.com/office/drawing/2014/main" id="{50FC0E77-85DF-A44F-A7EA-DB2E7EDC7F79}"/>
                    </a:ext>
                  </a:extLst>
                </p:cNvPr>
                <p:cNvCxnSpPr/>
                <p:nvPr/>
              </p:nvCxnSpPr>
              <p:spPr>
                <a:xfrm>
                  <a:off x="2931721" y="4067326"/>
                  <a:ext cx="425550" cy="0"/>
                </a:xfrm>
                <a:prstGeom prst="line">
                  <a:avLst/>
                </a:prstGeom>
                <a:noFill/>
                <a:ln w="3175" cap="flat" cmpd="sng" algn="ctr">
                  <a:solidFill>
                    <a:srgbClr val="000000"/>
                  </a:solidFill>
                  <a:prstDash val="solid"/>
                </a:ln>
                <a:effectLst/>
              </p:spPr>
            </p:cxnSp>
            <p:cxnSp>
              <p:nvCxnSpPr>
                <p:cNvPr id="441" name="Straight Connector 440">
                  <a:extLst>
                    <a:ext uri="{FF2B5EF4-FFF2-40B4-BE49-F238E27FC236}">
                      <a16:creationId xmlns:a16="http://schemas.microsoft.com/office/drawing/2014/main" id="{6DCCCE94-F2A7-3D41-B0D1-67C30138A31B}"/>
                    </a:ext>
                  </a:extLst>
                </p:cNvPr>
                <p:cNvCxnSpPr>
                  <a:stCxn id="438" idx="2"/>
                </p:cNvCxnSpPr>
                <p:nvPr/>
              </p:nvCxnSpPr>
              <p:spPr>
                <a:xfrm flipH="1" flipV="1">
                  <a:off x="3147672" y="4003838"/>
                  <a:ext cx="1588" cy="238079"/>
                </a:xfrm>
                <a:prstGeom prst="line">
                  <a:avLst/>
                </a:prstGeom>
                <a:noFill/>
                <a:ln w="3175" cap="flat" cmpd="sng" algn="ctr">
                  <a:solidFill>
                    <a:srgbClr val="000000"/>
                  </a:solidFill>
                  <a:prstDash val="solid"/>
                </a:ln>
                <a:effectLst/>
              </p:spPr>
            </p:cxnSp>
          </p:grpSp>
          <p:grpSp>
            <p:nvGrpSpPr>
              <p:cNvPr id="423" name="Group 444">
                <a:extLst>
                  <a:ext uri="{FF2B5EF4-FFF2-40B4-BE49-F238E27FC236}">
                    <a16:creationId xmlns:a16="http://schemas.microsoft.com/office/drawing/2014/main" id="{80000B7B-1868-0545-96E2-2F3AE96E33EA}"/>
                  </a:ext>
                </a:extLst>
              </p:cNvPr>
              <p:cNvGrpSpPr>
                <a:grpSpLocks/>
              </p:cNvGrpSpPr>
              <p:nvPr/>
            </p:nvGrpSpPr>
            <p:grpSpPr bwMode="auto">
              <a:xfrm>
                <a:off x="-2217227" y="5261364"/>
                <a:ext cx="430361" cy="329307"/>
                <a:chOff x="2931664" y="3912603"/>
                <a:chExt cx="430450" cy="329314"/>
              </a:xfrm>
            </p:grpSpPr>
            <p:sp>
              <p:nvSpPr>
                <p:cNvPr id="434" name="Rectangle 433">
                  <a:extLst>
                    <a:ext uri="{FF2B5EF4-FFF2-40B4-BE49-F238E27FC236}">
                      <a16:creationId xmlns:a16="http://schemas.microsoft.com/office/drawing/2014/main" id="{152E459E-7CA1-E445-B3BA-7DCA2E4A2C56}"/>
                    </a:ext>
                  </a:extLst>
                </p:cNvPr>
                <p:cNvSpPr/>
                <p:nvPr/>
              </p:nvSpPr>
              <p:spPr>
                <a:xfrm>
                  <a:off x="2936506" y="3908513"/>
                  <a:ext cx="425549" cy="333376"/>
                </a:xfrm>
                <a:prstGeom prst="rect">
                  <a:avLst/>
                </a:prstGeom>
                <a:solidFill>
                  <a:srgbClr val="FFFFFF"/>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435" name="Straight Connector 434">
                  <a:extLst>
                    <a:ext uri="{FF2B5EF4-FFF2-40B4-BE49-F238E27FC236}">
                      <a16:creationId xmlns:a16="http://schemas.microsoft.com/office/drawing/2014/main" id="{89A2E2E8-DA8D-6D49-B2DC-12FC2FC6D3C4}"/>
                    </a:ext>
                  </a:extLst>
                </p:cNvPr>
                <p:cNvCxnSpPr/>
                <p:nvPr/>
              </p:nvCxnSpPr>
              <p:spPr>
                <a:xfrm>
                  <a:off x="2931743" y="4003763"/>
                  <a:ext cx="425549" cy="0"/>
                </a:xfrm>
                <a:prstGeom prst="line">
                  <a:avLst/>
                </a:prstGeom>
                <a:noFill/>
                <a:ln w="3175" cap="flat" cmpd="sng" algn="ctr">
                  <a:solidFill>
                    <a:srgbClr val="000000"/>
                  </a:solidFill>
                  <a:prstDash val="solid"/>
                </a:ln>
                <a:effectLst/>
              </p:spPr>
            </p:cxnSp>
            <p:cxnSp>
              <p:nvCxnSpPr>
                <p:cNvPr id="436" name="Straight Connector 435">
                  <a:extLst>
                    <a:ext uri="{FF2B5EF4-FFF2-40B4-BE49-F238E27FC236}">
                      <a16:creationId xmlns:a16="http://schemas.microsoft.com/office/drawing/2014/main" id="{D4FBE92F-02C8-4244-A63E-618F5A912844}"/>
                    </a:ext>
                  </a:extLst>
                </p:cNvPr>
                <p:cNvCxnSpPr/>
                <p:nvPr/>
              </p:nvCxnSpPr>
              <p:spPr>
                <a:xfrm>
                  <a:off x="2931743" y="4067263"/>
                  <a:ext cx="425549" cy="0"/>
                </a:xfrm>
                <a:prstGeom prst="line">
                  <a:avLst/>
                </a:prstGeom>
                <a:noFill/>
                <a:ln w="3175" cap="flat" cmpd="sng" algn="ctr">
                  <a:solidFill>
                    <a:srgbClr val="000000"/>
                  </a:solidFill>
                  <a:prstDash val="solid"/>
                </a:ln>
                <a:effectLst/>
              </p:spPr>
            </p:cxnSp>
            <p:cxnSp>
              <p:nvCxnSpPr>
                <p:cNvPr id="437" name="Straight Connector 436">
                  <a:extLst>
                    <a:ext uri="{FF2B5EF4-FFF2-40B4-BE49-F238E27FC236}">
                      <a16:creationId xmlns:a16="http://schemas.microsoft.com/office/drawing/2014/main" id="{760EDE61-1AAF-D848-91CB-39C5F318690E}"/>
                    </a:ext>
                  </a:extLst>
                </p:cNvPr>
                <p:cNvCxnSpPr>
                  <a:stCxn id="434" idx="2"/>
                </p:cNvCxnSpPr>
                <p:nvPr/>
              </p:nvCxnSpPr>
              <p:spPr>
                <a:xfrm flipH="1" flipV="1">
                  <a:off x="3147693" y="4003763"/>
                  <a:ext cx="1587" cy="238126"/>
                </a:xfrm>
                <a:prstGeom prst="line">
                  <a:avLst/>
                </a:prstGeom>
                <a:noFill/>
                <a:ln w="3175" cap="flat" cmpd="sng" algn="ctr">
                  <a:solidFill>
                    <a:srgbClr val="000000"/>
                  </a:solidFill>
                  <a:prstDash val="solid"/>
                </a:ln>
                <a:effectLst/>
              </p:spPr>
            </p:cxnSp>
          </p:grpSp>
          <p:grpSp>
            <p:nvGrpSpPr>
              <p:cNvPr id="424" name="Group 473">
                <a:extLst>
                  <a:ext uri="{FF2B5EF4-FFF2-40B4-BE49-F238E27FC236}">
                    <a16:creationId xmlns:a16="http://schemas.microsoft.com/office/drawing/2014/main" id="{80D1C087-9836-C245-B670-1284428A4A6A}"/>
                  </a:ext>
                </a:extLst>
              </p:cNvPr>
              <p:cNvGrpSpPr>
                <a:grpSpLocks/>
              </p:cNvGrpSpPr>
              <p:nvPr/>
            </p:nvGrpSpPr>
            <p:grpSpPr bwMode="auto">
              <a:xfrm>
                <a:off x="-1034539" y="5261364"/>
                <a:ext cx="430360" cy="329307"/>
                <a:chOff x="2931664" y="3912603"/>
                <a:chExt cx="430450" cy="329314"/>
              </a:xfrm>
            </p:grpSpPr>
            <p:sp>
              <p:nvSpPr>
                <p:cNvPr id="430" name="Rectangle 429">
                  <a:extLst>
                    <a:ext uri="{FF2B5EF4-FFF2-40B4-BE49-F238E27FC236}">
                      <a16:creationId xmlns:a16="http://schemas.microsoft.com/office/drawing/2014/main" id="{C9A7D412-65DC-9649-A008-5ED26335CCA7}"/>
                    </a:ext>
                  </a:extLst>
                </p:cNvPr>
                <p:cNvSpPr/>
                <p:nvPr/>
              </p:nvSpPr>
              <p:spPr>
                <a:xfrm>
                  <a:off x="2936538" y="3908513"/>
                  <a:ext cx="425550" cy="333376"/>
                </a:xfrm>
                <a:prstGeom prst="rect">
                  <a:avLst/>
                </a:prstGeom>
                <a:solidFill>
                  <a:srgbClr val="FFFFFF"/>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431" name="Straight Connector 430">
                  <a:extLst>
                    <a:ext uri="{FF2B5EF4-FFF2-40B4-BE49-F238E27FC236}">
                      <a16:creationId xmlns:a16="http://schemas.microsoft.com/office/drawing/2014/main" id="{2F282FB7-7000-B945-8F5A-E39A5A12E34F}"/>
                    </a:ext>
                  </a:extLst>
                </p:cNvPr>
                <p:cNvCxnSpPr/>
                <p:nvPr/>
              </p:nvCxnSpPr>
              <p:spPr>
                <a:xfrm>
                  <a:off x="2931774" y="4003763"/>
                  <a:ext cx="425550" cy="0"/>
                </a:xfrm>
                <a:prstGeom prst="line">
                  <a:avLst/>
                </a:prstGeom>
                <a:noFill/>
                <a:ln w="3175" cap="flat" cmpd="sng" algn="ctr">
                  <a:solidFill>
                    <a:srgbClr val="000000"/>
                  </a:solidFill>
                  <a:prstDash val="solid"/>
                </a:ln>
                <a:effectLst/>
              </p:spPr>
            </p:cxnSp>
            <p:cxnSp>
              <p:nvCxnSpPr>
                <p:cNvPr id="432" name="Straight Connector 431">
                  <a:extLst>
                    <a:ext uri="{FF2B5EF4-FFF2-40B4-BE49-F238E27FC236}">
                      <a16:creationId xmlns:a16="http://schemas.microsoft.com/office/drawing/2014/main" id="{6613E38A-F502-9F4F-9071-21665BB1F3DD}"/>
                    </a:ext>
                  </a:extLst>
                </p:cNvPr>
                <p:cNvCxnSpPr/>
                <p:nvPr/>
              </p:nvCxnSpPr>
              <p:spPr>
                <a:xfrm>
                  <a:off x="2931774" y="4067263"/>
                  <a:ext cx="425550" cy="0"/>
                </a:xfrm>
                <a:prstGeom prst="line">
                  <a:avLst/>
                </a:prstGeom>
                <a:noFill/>
                <a:ln w="3175" cap="flat" cmpd="sng" algn="ctr">
                  <a:solidFill>
                    <a:srgbClr val="000000"/>
                  </a:solidFill>
                  <a:prstDash val="solid"/>
                </a:ln>
                <a:effectLst/>
              </p:spPr>
            </p:cxnSp>
            <p:cxnSp>
              <p:nvCxnSpPr>
                <p:cNvPr id="433" name="Straight Connector 432">
                  <a:extLst>
                    <a:ext uri="{FF2B5EF4-FFF2-40B4-BE49-F238E27FC236}">
                      <a16:creationId xmlns:a16="http://schemas.microsoft.com/office/drawing/2014/main" id="{29B42128-C51A-6040-824E-C554F8EE3D12}"/>
                    </a:ext>
                  </a:extLst>
                </p:cNvPr>
                <p:cNvCxnSpPr>
                  <a:stCxn id="430" idx="2"/>
                </p:cNvCxnSpPr>
                <p:nvPr/>
              </p:nvCxnSpPr>
              <p:spPr>
                <a:xfrm flipH="1" flipV="1">
                  <a:off x="3147725" y="4003763"/>
                  <a:ext cx="1588" cy="238126"/>
                </a:xfrm>
                <a:prstGeom prst="line">
                  <a:avLst/>
                </a:prstGeom>
                <a:noFill/>
                <a:ln w="3175" cap="flat" cmpd="sng" algn="ctr">
                  <a:solidFill>
                    <a:srgbClr val="000000"/>
                  </a:solidFill>
                  <a:prstDash val="solid"/>
                </a:ln>
                <a:effectLst/>
              </p:spPr>
            </p:cxnSp>
          </p:grpSp>
          <p:grpSp>
            <p:nvGrpSpPr>
              <p:cNvPr id="425" name="Group 502">
                <a:extLst>
                  <a:ext uri="{FF2B5EF4-FFF2-40B4-BE49-F238E27FC236}">
                    <a16:creationId xmlns:a16="http://schemas.microsoft.com/office/drawing/2014/main" id="{C30D5DDC-A13E-034A-A1BA-1E146390EA7D}"/>
                  </a:ext>
                </a:extLst>
              </p:cNvPr>
              <p:cNvGrpSpPr>
                <a:grpSpLocks/>
              </p:cNvGrpSpPr>
              <p:nvPr/>
            </p:nvGrpSpPr>
            <p:grpSpPr bwMode="auto">
              <a:xfrm>
                <a:off x="-50289" y="5228984"/>
                <a:ext cx="430360" cy="350559"/>
                <a:chOff x="2931664" y="3912603"/>
                <a:chExt cx="430450" cy="329314"/>
              </a:xfrm>
            </p:grpSpPr>
            <p:sp>
              <p:nvSpPr>
                <p:cNvPr id="426" name="Rectangle 425">
                  <a:extLst>
                    <a:ext uri="{FF2B5EF4-FFF2-40B4-BE49-F238E27FC236}">
                      <a16:creationId xmlns:a16="http://schemas.microsoft.com/office/drawing/2014/main" id="{63A91007-6182-8647-9879-8292A71EAFEF}"/>
                    </a:ext>
                  </a:extLst>
                </p:cNvPr>
                <p:cNvSpPr/>
                <p:nvPr/>
              </p:nvSpPr>
              <p:spPr>
                <a:xfrm>
                  <a:off x="2936564" y="3912336"/>
                  <a:ext cx="425550" cy="329569"/>
                </a:xfrm>
                <a:prstGeom prst="rect">
                  <a:avLst/>
                </a:prstGeom>
                <a:solidFill>
                  <a:srgbClr val="FFFFFF"/>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427" name="Straight Connector 426">
                  <a:extLst>
                    <a:ext uri="{FF2B5EF4-FFF2-40B4-BE49-F238E27FC236}">
                      <a16:creationId xmlns:a16="http://schemas.microsoft.com/office/drawing/2014/main" id="{0674F85B-15F4-F446-AD9E-DD534F9C342D}"/>
                    </a:ext>
                  </a:extLst>
                </p:cNvPr>
                <p:cNvCxnSpPr/>
                <p:nvPr/>
              </p:nvCxnSpPr>
              <p:spPr>
                <a:xfrm>
                  <a:off x="2931800" y="4003303"/>
                  <a:ext cx="425550" cy="0"/>
                </a:xfrm>
                <a:prstGeom prst="line">
                  <a:avLst/>
                </a:prstGeom>
                <a:noFill/>
                <a:ln w="3175" cap="flat" cmpd="sng" algn="ctr">
                  <a:solidFill>
                    <a:srgbClr val="000000"/>
                  </a:solidFill>
                  <a:prstDash val="solid"/>
                </a:ln>
                <a:effectLst/>
              </p:spPr>
            </p:cxnSp>
            <p:cxnSp>
              <p:nvCxnSpPr>
                <p:cNvPr id="428" name="Straight Connector 427">
                  <a:extLst>
                    <a:ext uri="{FF2B5EF4-FFF2-40B4-BE49-F238E27FC236}">
                      <a16:creationId xmlns:a16="http://schemas.microsoft.com/office/drawing/2014/main" id="{60409E77-E63A-824F-A704-D7AE94C9BA5F}"/>
                    </a:ext>
                  </a:extLst>
                </p:cNvPr>
                <p:cNvCxnSpPr/>
                <p:nvPr/>
              </p:nvCxnSpPr>
              <p:spPr>
                <a:xfrm>
                  <a:off x="2931800" y="4067428"/>
                  <a:ext cx="425550" cy="0"/>
                </a:xfrm>
                <a:prstGeom prst="line">
                  <a:avLst/>
                </a:prstGeom>
                <a:noFill/>
                <a:ln w="3175" cap="flat" cmpd="sng" algn="ctr">
                  <a:solidFill>
                    <a:srgbClr val="000000"/>
                  </a:solidFill>
                  <a:prstDash val="solid"/>
                </a:ln>
                <a:effectLst/>
              </p:spPr>
            </p:cxnSp>
            <p:cxnSp>
              <p:nvCxnSpPr>
                <p:cNvPr id="429" name="Straight Connector 428">
                  <a:extLst>
                    <a:ext uri="{FF2B5EF4-FFF2-40B4-BE49-F238E27FC236}">
                      <a16:creationId xmlns:a16="http://schemas.microsoft.com/office/drawing/2014/main" id="{76DF7BD3-201B-AE4F-909F-AB196C0CDB0D}"/>
                    </a:ext>
                  </a:extLst>
                </p:cNvPr>
                <p:cNvCxnSpPr>
                  <a:stCxn id="426" idx="2"/>
                </p:cNvCxnSpPr>
                <p:nvPr/>
              </p:nvCxnSpPr>
              <p:spPr>
                <a:xfrm flipH="1" flipV="1">
                  <a:off x="3147751" y="4003303"/>
                  <a:ext cx="1588" cy="238602"/>
                </a:xfrm>
                <a:prstGeom prst="line">
                  <a:avLst/>
                </a:prstGeom>
                <a:noFill/>
                <a:ln w="3175" cap="flat" cmpd="sng" algn="ctr">
                  <a:solidFill>
                    <a:srgbClr val="000000"/>
                  </a:solidFill>
                  <a:prstDash val="solid"/>
                </a:ln>
                <a:effectLst/>
              </p:spPr>
            </p:cxnSp>
          </p:grpSp>
        </p:grpSp>
      </p:grpSp>
      <p:grpSp>
        <p:nvGrpSpPr>
          <p:cNvPr id="442" name="Group 441">
            <a:extLst>
              <a:ext uri="{FF2B5EF4-FFF2-40B4-BE49-F238E27FC236}">
                <a16:creationId xmlns:a16="http://schemas.microsoft.com/office/drawing/2014/main" id="{DC317182-2E9B-354F-9E6B-904AD53D9670}"/>
              </a:ext>
            </a:extLst>
          </p:cNvPr>
          <p:cNvGrpSpPr>
            <a:grpSpLocks/>
          </p:cNvGrpSpPr>
          <p:nvPr/>
        </p:nvGrpSpPr>
        <p:grpSpPr bwMode="auto">
          <a:xfrm>
            <a:off x="3873085" y="2922657"/>
            <a:ext cx="4437063" cy="1577975"/>
            <a:chOff x="-4267279" y="3655204"/>
            <a:chExt cx="4437063" cy="1578510"/>
          </a:xfrm>
        </p:grpSpPr>
        <p:cxnSp>
          <p:nvCxnSpPr>
            <p:cNvPr id="443" name="Straight Arrow Connector 442">
              <a:extLst>
                <a:ext uri="{FF2B5EF4-FFF2-40B4-BE49-F238E27FC236}">
                  <a16:creationId xmlns:a16="http://schemas.microsoft.com/office/drawing/2014/main" id="{AEBEBCEA-9DEC-FC46-95E5-83FE63BD526A}"/>
                </a:ext>
              </a:extLst>
            </p:cNvPr>
            <p:cNvCxnSpPr/>
            <p:nvPr/>
          </p:nvCxnSpPr>
          <p:spPr bwMode="auto">
            <a:xfrm>
              <a:off x="-4267279" y="4047450"/>
              <a:ext cx="0" cy="422418"/>
            </a:xfrm>
            <a:prstGeom prst="straightConnector1">
              <a:avLst/>
            </a:prstGeom>
            <a:noFill/>
            <a:ln w="12700" cap="flat" cmpd="sng" algn="ctr">
              <a:solidFill>
                <a:srgbClr val="CC0000"/>
              </a:solidFill>
              <a:prstDash val="solid"/>
              <a:tailEnd type="triangle"/>
            </a:ln>
            <a:effectLst/>
          </p:spPr>
        </p:cxnSp>
        <p:cxnSp>
          <p:nvCxnSpPr>
            <p:cNvPr id="444" name="Straight Arrow Connector 443">
              <a:extLst>
                <a:ext uri="{FF2B5EF4-FFF2-40B4-BE49-F238E27FC236}">
                  <a16:creationId xmlns:a16="http://schemas.microsoft.com/office/drawing/2014/main" id="{8ADE9CEC-EEA0-A54D-AC1A-85CC293083F6}"/>
                </a:ext>
              </a:extLst>
            </p:cNvPr>
            <p:cNvCxnSpPr>
              <a:cxnSpLocks noChangeShapeType="1"/>
            </p:cNvCxnSpPr>
            <p:nvPr/>
          </p:nvCxnSpPr>
          <p:spPr bwMode="auto">
            <a:xfrm flipH="1">
              <a:off x="-2808366" y="4361882"/>
              <a:ext cx="0" cy="871832"/>
            </a:xfrm>
            <a:prstGeom prst="straightConnector1">
              <a:avLst/>
            </a:prstGeom>
            <a:noFill/>
            <a:ln w="6350">
              <a:solidFill>
                <a:srgbClr val="CC0000"/>
              </a:solidFill>
              <a:round/>
              <a:headEnd/>
              <a:tailEnd type="triangle"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445" name="Straight Arrow Connector 444">
              <a:extLst>
                <a:ext uri="{FF2B5EF4-FFF2-40B4-BE49-F238E27FC236}">
                  <a16:creationId xmlns:a16="http://schemas.microsoft.com/office/drawing/2014/main" id="{6391DEC8-23F8-A847-ACF3-AD06E6E59A69}"/>
                </a:ext>
              </a:extLst>
            </p:cNvPr>
            <p:cNvCxnSpPr>
              <a:cxnSpLocks noChangeShapeType="1"/>
            </p:cNvCxnSpPr>
            <p:nvPr/>
          </p:nvCxnSpPr>
          <p:spPr bwMode="auto">
            <a:xfrm>
              <a:off x="-2006679" y="3655204"/>
              <a:ext cx="6350" cy="1576922"/>
            </a:xfrm>
            <a:prstGeom prst="straightConnector1">
              <a:avLst/>
            </a:prstGeom>
            <a:noFill/>
            <a:ln w="6350">
              <a:solidFill>
                <a:srgbClr val="CC0000"/>
              </a:solidFill>
              <a:round/>
              <a:headEnd/>
              <a:tailEnd type="triangle"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446" name="Straight Arrow Connector 445">
              <a:extLst>
                <a:ext uri="{FF2B5EF4-FFF2-40B4-BE49-F238E27FC236}">
                  <a16:creationId xmlns:a16="http://schemas.microsoft.com/office/drawing/2014/main" id="{C40B4987-DD61-E544-9ED1-243F1836BF7B}"/>
                </a:ext>
              </a:extLst>
            </p:cNvPr>
            <p:cNvCxnSpPr>
              <a:cxnSpLocks noChangeShapeType="1"/>
            </p:cNvCxnSpPr>
            <p:nvPr/>
          </p:nvCxnSpPr>
          <p:spPr bwMode="auto">
            <a:xfrm>
              <a:off x="-823991" y="4326945"/>
              <a:ext cx="6350" cy="905182"/>
            </a:xfrm>
            <a:prstGeom prst="straightConnector1">
              <a:avLst/>
            </a:prstGeom>
            <a:noFill/>
            <a:ln w="6350">
              <a:solidFill>
                <a:srgbClr val="CC0000"/>
              </a:solidFill>
              <a:round/>
              <a:headEnd/>
              <a:tailEnd type="triangle"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447" name="Straight Arrow Connector 446">
              <a:extLst>
                <a:ext uri="{FF2B5EF4-FFF2-40B4-BE49-F238E27FC236}">
                  <a16:creationId xmlns:a16="http://schemas.microsoft.com/office/drawing/2014/main" id="{B6FD6F72-9B1A-9E49-BC03-FF4EB3F432F8}"/>
                </a:ext>
              </a:extLst>
            </p:cNvPr>
            <p:cNvCxnSpPr>
              <a:cxnSpLocks noChangeShapeType="1"/>
            </p:cNvCxnSpPr>
            <p:nvPr/>
          </p:nvCxnSpPr>
          <p:spPr bwMode="auto">
            <a:xfrm flipH="1">
              <a:off x="166609" y="3798127"/>
              <a:ext cx="3175" cy="1399062"/>
            </a:xfrm>
            <a:prstGeom prst="straightConnector1">
              <a:avLst/>
            </a:prstGeom>
            <a:noFill/>
            <a:ln w="6350">
              <a:solidFill>
                <a:srgbClr val="CC0000"/>
              </a:solidFill>
              <a:round/>
              <a:headEnd/>
              <a:tailEnd type="triangle"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grpSp>
      <p:cxnSp>
        <p:nvCxnSpPr>
          <p:cNvPr id="448" name="Straight Connector 447">
            <a:extLst>
              <a:ext uri="{FF2B5EF4-FFF2-40B4-BE49-F238E27FC236}">
                <a16:creationId xmlns:a16="http://schemas.microsoft.com/office/drawing/2014/main" id="{EBF459C0-AF75-AC4B-82FD-7B57E1803EDC}"/>
              </a:ext>
            </a:extLst>
          </p:cNvPr>
          <p:cNvCxnSpPr/>
          <p:nvPr/>
        </p:nvCxnSpPr>
        <p:spPr>
          <a:xfrm flipH="1">
            <a:off x="2872960" y="5842070"/>
            <a:ext cx="1508125" cy="1587"/>
          </a:xfrm>
          <a:prstGeom prst="line">
            <a:avLst/>
          </a:prstGeom>
          <a:noFill/>
          <a:ln w="9525" cap="flat" cmpd="sng" algn="ctr">
            <a:solidFill>
              <a:srgbClr val="000000"/>
            </a:solidFill>
            <a:prstDash val="solid"/>
          </a:ln>
          <a:effectLst/>
        </p:spPr>
      </p:cxnSp>
      <p:sp>
        <p:nvSpPr>
          <p:cNvPr id="449" name="TextBox 265">
            <a:extLst>
              <a:ext uri="{FF2B5EF4-FFF2-40B4-BE49-F238E27FC236}">
                <a16:creationId xmlns:a16="http://schemas.microsoft.com/office/drawing/2014/main" id="{8D6CC213-50D8-D143-AB2E-8A70AD0BD3DA}"/>
              </a:ext>
            </a:extLst>
          </p:cNvPr>
          <p:cNvSpPr txBox="1">
            <a:spLocks noChangeArrowheads="1"/>
          </p:cNvSpPr>
          <p:nvPr/>
        </p:nvSpPr>
        <p:spPr bwMode="auto">
          <a:xfrm>
            <a:off x="4789073" y="5513457"/>
            <a:ext cx="2635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1</a:t>
            </a:r>
          </a:p>
        </p:txBody>
      </p:sp>
      <p:sp>
        <p:nvSpPr>
          <p:cNvPr id="450" name="TextBox 281">
            <a:extLst>
              <a:ext uri="{FF2B5EF4-FFF2-40B4-BE49-F238E27FC236}">
                <a16:creationId xmlns:a16="http://schemas.microsoft.com/office/drawing/2014/main" id="{FD871173-63C8-004A-B893-95B0B94D0C38}"/>
              </a:ext>
            </a:extLst>
          </p:cNvPr>
          <p:cNvSpPr txBox="1">
            <a:spLocks noChangeArrowheads="1"/>
          </p:cNvSpPr>
          <p:nvPr/>
        </p:nvSpPr>
        <p:spPr bwMode="auto">
          <a:xfrm>
            <a:off x="4963698" y="5800795"/>
            <a:ext cx="2635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a:t>
            </a:r>
          </a:p>
        </p:txBody>
      </p:sp>
      <p:grpSp>
        <p:nvGrpSpPr>
          <p:cNvPr id="451" name="Group 5">
            <a:extLst>
              <a:ext uri="{FF2B5EF4-FFF2-40B4-BE49-F238E27FC236}">
                <a16:creationId xmlns:a16="http://schemas.microsoft.com/office/drawing/2014/main" id="{57C14B28-467E-9240-8CC3-03FBD986B649}"/>
              </a:ext>
            </a:extLst>
          </p:cNvPr>
          <p:cNvGrpSpPr>
            <a:grpSpLocks/>
          </p:cNvGrpSpPr>
          <p:nvPr/>
        </p:nvGrpSpPr>
        <p:grpSpPr bwMode="auto">
          <a:xfrm>
            <a:off x="2528473" y="5276920"/>
            <a:ext cx="1616075" cy="487362"/>
            <a:chOff x="-4079003" y="2717403"/>
            <a:chExt cx="1616718" cy="488475"/>
          </a:xfrm>
        </p:grpSpPr>
        <p:sp>
          <p:nvSpPr>
            <p:cNvPr id="453" name="Rectangle 98">
              <a:extLst>
                <a:ext uri="{FF2B5EF4-FFF2-40B4-BE49-F238E27FC236}">
                  <a16:creationId xmlns:a16="http://schemas.microsoft.com/office/drawing/2014/main" id="{693A8054-41EF-F147-A07F-2F6F499255AB}"/>
                </a:ext>
              </a:extLst>
            </p:cNvPr>
            <p:cNvSpPr>
              <a:spLocks noChangeArrowheads="1"/>
            </p:cNvSpPr>
            <p:nvPr/>
          </p:nvSpPr>
          <p:spPr bwMode="auto">
            <a:xfrm>
              <a:off x="-4079003" y="2985994"/>
              <a:ext cx="1281675" cy="208750"/>
            </a:xfrm>
            <a:prstGeom prst="rect">
              <a:avLst/>
            </a:prstGeom>
            <a:solidFill>
              <a:srgbClr val="3333CC"/>
            </a:solidFill>
            <a:ln w="9525">
              <a:solidFill>
                <a:srgbClr val="000000"/>
              </a:solidFill>
              <a:miter lim="800000"/>
              <a:headEnd/>
              <a:tailEnd/>
            </a:ln>
            <a:effectLst>
              <a:outerShdw blurRad="50800" dist="38100" dir="18900000" algn="b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54" name="Line 99">
              <a:extLst>
                <a:ext uri="{FF2B5EF4-FFF2-40B4-BE49-F238E27FC236}">
                  <a16:creationId xmlns:a16="http://schemas.microsoft.com/office/drawing/2014/main" id="{F72989E1-2AE2-724E-BB5A-C3EDBBB6AF66}"/>
                </a:ext>
              </a:extLst>
            </p:cNvPr>
            <p:cNvSpPr>
              <a:spLocks noChangeShapeType="1"/>
            </p:cNvSpPr>
            <p:nvPr/>
          </p:nvSpPr>
          <p:spPr bwMode="auto">
            <a:xfrm>
              <a:off x="-2933828" y="3101502"/>
              <a:ext cx="471543" cy="0"/>
            </a:xfrm>
            <a:prstGeom prst="line">
              <a:avLst/>
            </a:prstGeom>
            <a:noFill/>
            <a:ln w="9525">
              <a:solidFill>
                <a:srgbClr val="3333CC"/>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55" name="Rectangle 104">
              <a:extLst>
                <a:ext uri="{FF2B5EF4-FFF2-40B4-BE49-F238E27FC236}">
                  <a16:creationId xmlns:a16="http://schemas.microsoft.com/office/drawing/2014/main" id="{5AC95A09-8057-7147-9F57-6EFF2A5E5336}"/>
                </a:ext>
              </a:extLst>
            </p:cNvPr>
            <p:cNvSpPr>
              <a:spLocks noChangeArrowheads="1"/>
            </p:cNvSpPr>
            <p:nvPr/>
          </p:nvSpPr>
          <p:spPr bwMode="auto">
            <a:xfrm>
              <a:off x="-3377007" y="2988777"/>
              <a:ext cx="476861" cy="210142"/>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56" name="Text Box 105">
              <a:extLst>
                <a:ext uri="{FF2B5EF4-FFF2-40B4-BE49-F238E27FC236}">
                  <a16:creationId xmlns:a16="http://schemas.microsoft.com/office/drawing/2014/main" id="{47FDF11B-1F9E-D148-996F-69ECC9F11F21}"/>
                </a:ext>
              </a:extLst>
            </p:cNvPr>
            <p:cNvSpPr txBox="1">
              <a:spLocks noChangeArrowheads="1"/>
            </p:cNvSpPr>
            <p:nvPr/>
          </p:nvSpPr>
          <p:spPr bwMode="auto">
            <a:xfrm>
              <a:off x="-3430189" y="2965119"/>
              <a:ext cx="581451" cy="2407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0111</a:t>
              </a:r>
            </a:p>
          </p:txBody>
        </p:sp>
        <p:sp>
          <p:nvSpPr>
            <p:cNvPr id="457" name="Line 119">
              <a:extLst>
                <a:ext uri="{FF2B5EF4-FFF2-40B4-BE49-F238E27FC236}">
                  <a16:creationId xmlns:a16="http://schemas.microsoft.com/office/drawing/2014/main" id="{CD73CAA3-C367-7049-8128-3C09B270BBE7}"/>
                </a:ext>
              </a:extLst>
            </p:cNvPr>
            <p:cNvSpPr>
              <a:spLocks noChangeShapeType="1"/>
            </p:cNvSpPr>
            <p:nvPr/>
          </p:nvSpPr>
          <p:spPr bwMode="auto">
            <a:xfrm>
              <a:off x="-3621642" y="2717403"/>
              <a:ext cx="405953" cy="3006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458" name="Freeform 120">
            <a:extLst>
              <a:ext uri="{FF2B5EF4-FFF2-40B4-BE49-F238E27FC236}">
                <a16:creationId xmlns:a16="http://schemas.microsoft.com/office/drawing/2014/main" id="{9B17F469-9813-DD46-ADCC-A6A37DCBE4CD}"/>
              </a:ext>
            </a:extLst>
          </p:cNvPr>
          <p:cNvSpPr>
            <a:spLocks/>
          </p:cNvSpPr>
          <p:nvPr/>
        </p:nvSpPr>
        <p:spPr bwMode="auto">
          <a:xfrm>
            <a:off x="4084223" y="5708720"/>
            <a:ext cx="982662" cy="233362"/>
          </a:xfrm>
          <a:custGeom>
            <a:avLst/>
            <a:gdLst>
              <a:gd name="T0" fmla="*/ 0 w 554"/>
              <a:gd name="T1" fmla="*/ 2147483647 h 167"/>
              <a:gd name="T2" fmla="*/ 2147483647 w 554"/>
              <a:gd name="T3" fmla="*/ 2147483647 h 167"/>
              <a:gd name="T4" fmla="*/ 2147483647 w 554"/>
              <a:gd name="T5" fmla="*/ 2147483647 h 167"/>
              <a:gd name="T6" fmla="*/ 0 60000 65536"/>
              <a:gd name="T7" fmla="*/ 0 60000 65536"/>
              <a:gd name="T8" fmla="*/ 0 60000 65536"/>
              <a:gd name="T9" fmla="*/ 0 w 554"/>
              <a:gd name="T10" fmla="*/ 0 h 167"/>
              <a:gd name="T11" fmla="*/ 554 w 554"/>
              <a:gd name="T12" fmla="*/ 167 h 167"/>
            </a:gdLst>
            <a:ahLst/>
            <a:cxnLst>
              <a:cxn ang="T6">
                <a:pos x="T0" y="T1"/>
              </a:cxn>
              <a:cxn ang="T7">
                <a:pos x="T2" y="T3"/>
              </a:cxn>
              <a:cxn ang="T8">
                <a:pos x="T4" y="T5"/>
              </a:cxn>
            </a:cxnLst>
            <a:rect l="T9" t="T10" r="T11" b="T12"/>
            <a:pathLst>
              <a:path w="554" h="167">
                <a:moveTo>
                  <a:pt x="0" y="10"/>
                </a:moveTo>
                <a:cubicBezTo>
                  <a:pt x="102" y="0"/>
                  <a:pt x="240" y="5"/>
                  <a:pt x="324" y="26"/>
                </a:cubicBezTo>
                <a:cubicBezTo>
                  <a:pt x="416" y="52"/>
                  <a:pt x="502" y="120"/>
                  <a:pt x="554" y="167"/>
                </a:cubicBezTo>
              </a:path>
            </a:pathLst>
          </a:custGeom>
          <a:noFill/>
          <a:ln w="57150" cmpd="sng">
            <a:solidFill>
              <a:srgbClr val="FF33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459" name="Group 357">
            <a:extLst>
              <a:ext uri="{FF2B5EF4-FFF2-40B4-BE49-F238E27FC236}">
                <a16:creationId xmlns:a16="http://schemas.microsoft.com/office/drawing/2014/main" id="{F5E5FC5C-1765-2446-9583-0A67B919000D}"/>
              </a:ext>
            </a:extLst>
          </p:cNvPr>
          <p:cNvGrpSpPr>
            <a:grpSpLocks/>
          </p:cNvGrpSpPr>
          <p:nvPr/>
        </p:nvGrpSpPr>
        <p:grpSpPr bwMode="auto">
          <a:xfrm>
            <a:off x="4304885" y="5699195"/>
            <a:ext cx="565150" cy="293687"/>
            <a:chOff x="1871277" y="1576300"/>
            <a:chExt cx="1128371" cy="437861"/>
          </a:xfrm>
        </p:grpSpPr>
        <p:sp>
          <p:nvSpPr>
            <p:cNvPr id="460" name="Oval 459">
              <a:extLst>
                <a:ext uri="{FF2B5EF4-FFF2-40B4-BE49-F238E27FC236}">
                  <a16:creationId xmlns:a16="http://schemas.microsoft.com/office/drawing/2014/main" id="{BE27647C-3DCE-C848-8559-90456AA1A4C1}"/>
                </a:ext>
              </a:extLst>
            </p:cNvPr>
            <p:cNvSpPr>
              <a:spLocks noChangeArrowheads="1"/>
            </p:cNvSpPr>
            <p:nvPr/>
          </p:nvSpPr>
          <p:spPr bwMode="auto">
            <a:xfrm flipV="1">
              <a:off x="1874448" y="1694641"/>
              <a:ext cx="1125200" cy="319520"/>
            </a:xfrm>
            <a:prstGeom prst="ellipse">
              <a:avLst/>
            </a:prstGeom>
            <a:gradFill rotWithShape="1">
              <a:gsLst>
                <a:gs pos="0">
                  <a:srgbClr val="262699"/>
                </a:gs>
                <a:gs pos="53000">
                  <a:srgbClr val="8585E0"/>
                </a:gs>
                <a:gs pos="100000">
                  <a:srgbClr val="262699"/>
                </a:gs>
              </a:gsLst>
              <a:lin ang="0" scaled="1"/>
            </a:gra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461" name="Rectangle 460">
              <a:extLst>
                <a:ext uri="{FF2B5EF4-FFF2-40B4-BE49-F238E27FC236}">
                  <a16:creationId xmlns:a16="http://schemas.microsoft.com/office/drawing/2014/main" id="{59B28033-FF2E-0D49-AE8B-150A3DAC870E}"/>
                </a:ext>
              </a:extLst>
            </p:cNvPr>
            <p:cNvSpPr/>
            <p:nvPr/>
          </p:nvSpPr>
          <p:spPr bwMode="auto">
            <a:xfrm>
              <a:off x="1871277" y="1739610"/>
              <a:ext cx="1128371" cy="11597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462" name="Oval 461">
              <a:extLst>
                <a:ext uri="{FF2B5EF4-FFF2-40B4-BE49-F238E27FC236}">
                  <a16:creationId xmlns:a16="http://schemas.microsoft.com/office/drawing/2014/main" id="{90E87BE2-8DD5-F949-9609-CEE42558EC64}"/>
                </a:ext>
              </a:extLst>
            </p:cNvPr>
            <p:cNvSpPr>
              <a:spLocks noChangeArrowheads="1"/>
            </p:cNvSpPr>
            <p:nvPr/>
          </p:nvSpPr>
          <p:spPr bwMode="auto">
            <a:xfrm flipV="1">
              <a:off x="1871277" y="1576300"/>
              <a:ext cx="1125202" cy="319520"/>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463" name="Freeform 462">
              <a:extLst>
                <a:ext uri="{FF2B5EF4-FFF2-40B4-BE49-F238E27FC236}">
                  <a16:creationId xmlns:a16="http://schemas.microsoft.com/office/drawing/2014/main" id="{E67E4AB2-89E6-9547-93D2-34CED5D46ECE}"/>
                </a:ext>
              </a:extLst>
            </p:cNvPr>
            <p:cNvSpPr/>
            <p:nvPr/>
          </p:nvSpPr>
          <p:spPr bwMode="auto">
            <a:xfrm>
              <a:off x="2159710" y="1673339"/>
              <a:ext cx="548337" cy="160944"/>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464" name="Freeform 463">
              <a:extLst>
                <a:ext uri="{FF2B5EF4-FFF2-40B4-BE49-F238E27FC236}">
                  <a16:creationId xmlns:a16="http://schemas.microsoft.com/office/drawing/2014/main" id="{E0013E89-2E09-C94F-888A-0764BFC4C3DF}"/>
                </a:ext>
              </a:extLst>
            </p:cNvPr>
            <p:cNvSpPr>
              <a:spLocks/>
            </p:cNvSpPr>
            <p:nvPr/>
          </p:nvSpPr>
          <p:spPr bwMode="auto">
            <a:xfrm>
              <a:off x="2102657" y="1633104"/>
              <a:ext cx="662442" cy="111240"/>
            </a:xfrm>
            <a:custGeom>
              <a:avLst/>
              <a:gdLst>
                <a:gd name="T0" fmla="*/ 0 w 3723451"/>
                <a:gd name="T1" fmla="*/ 27215 h 932950"/>
                <a:gd name="T2" fmla="*/ 116561 w 3723451"/>
                <a:gd name="T3" fmla="*/ 321 h 932950"/>
                <a:gd name="T4" fmla="*/ 330163 w 3723451"/>
                <a:gd name="T5" fmla="*/ 62069 h 932950"/>
                <a:gd name="T6" fmla="*/ 533941 w 3723451"/>
                <a:gd name="T7" fmla="*/ 0 h 932950"/>
                <a:gd name="T8" fmla="*/ 662442 w 3723451"/>
                <a:gd name="T9" fmla="*/ 24699 h 932950"/>
                <a:gd name="T10" fmla="*/ 566838 w 3723451"/>
                <a:gd name="T11" fmla="*/ 55071 h 932950"/>
                <a:gd name="T12" fmla="*/ 536057 w 3723451"/>
                <a:gd name="T13" fmla="*/ 46883 h 932950"/>
                <a:gd name="T14" fmla="*/ 333916 w 3723451"/>
                <a:gd name="T15" fmla="*/ 111240 h 932950"/>
                <a:gd name="T16" fmla="*/ 126604 w 3723451"/>
                <a:gd name="T17" fmla="*/ 49250 h 932950"/>
                <a:gd name="T18" fmla="*/ 93085 w 3723451"/>
                <a:gd name="T19" fmla="*/ 55941 h 932950"/>
                <a:gd name="T20" fmla="*/ 0 w 3723451"/>
                <a:gd name="T21" fmla="*/ 2721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65" name="Freeform 464">
              <a:extLst>
                <a:ext uri="{FF2B5EF4-FFF2-40B4-BE49-F238E27FC236}">
                  <a16:creationId xmlns:a16="http://schemas.microsoft.com/office/drawing/2014/main" id="{D4D31051-3F76-8D4A-A94B-F0DCA0AFF250}"/>
                </a:ext>
              </a:extLst>
            </p:cNvPr>
            <p:cNvSpPr>
              <a:spLocks/>
            </p:cNvSpPr>
            <p:nvPr/>
          </p:nvSpPr>
          <p:spPr bwMode="auto">
            <a:xfrm>
              <a:off x="2536889" y="1727776"/>
              <a:ext cx="244059" cy="97039"/>
            </a:xfrm>
            <a:custGeom>
              <a:avLst/>
              <a:gdLst>
                <a:gd name="T0" fmla="*/ 0 w 1366596"/>
                <a:gd name="T1" fmla="*/ 0 h 809868"/>
                <a:gd name="T2" fmla="*/ 244059 w 1366596"/>
                <a:gd name="T3" fmla="*/ 74985 h 809868"/>
                <a:gd name="T4" fmla="*/ 154488 w 1366596"/>
                <a:gd name="T5" fmla="*/ 97039 h 809868"/>
                <a:gd name="T6" fmla="*/ 822 w 1366596"/>
                <a:gd name="T7" fmla="*/ 51276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66" name="Freeform 465">
              <a:extLst>
                <a:ext uri="{FF2B5EF4-FFF2-40B4-BE49-F238E27FC236}">
                  <a16:creationId xmlns:a16="http://schemas.microsoft.com/office/drawing/2014/main" id="{DFC93EA6-DE5D-3E40-831C-1084B477EA4E}"/>
                </a:ext>
              </a:extLst>
            </p:cNvPr>
            <p:cNvSpPr>
              <a:spLocks/>
            </p:cNvSpPr>
            <p:nvPr/>
          </p:nvSpPr>
          <p:spPr bwMode="auto">
            <a:xfrm>
              <a:off x="2089979" y="1730143"/>
              <a:ext cx="240888" cy="97040"/>
            </a:xfrm>
            <a:custGeom>
              <a:avLst/>
              <a:gdLst>
                <a:gd name="T0" fmla="*/ 237599 w 1348191"/>
                <a:gd name="T1" fmla="*/ 0 h 791462"/>
                <a:gd name="T2" fmla="*/ 240888 w 1348191"/>
                <a:gd name="T3" fmla="*/ 46827 h 791462"/>
                <a:gd name="T4" fmla="*/ 87147 w 1348191"/>
                <a:gd name="T5" fmla="*/ 97040 h 791462"/>
                <a:gd name="T6" fmla="*/ 0 w 1348191"/>
                <a:gd name="T7" fmla="*/ 75037 h 791462"/>
                <a:gd name="T8" fmla="*/ 237599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467" name="Straight Connector 466">
              <a:extLst>
                <a:ext uri="{FF2B5EF4-FFF2-40B4-BE49-F238E27FC236}">
                  <a16:creationId xmlns:a16="http://schemas.microsoft.com/office/drawing/2014/main" id="{4C149BB2-DFC7-984A-98E9-3C4AA2DDC501}"/>
                </a:ext>
              </a:extLst>
            </p:cNvPr>
            <p:cNvCxnSpPr>
              <a:cxnSpLocks noChangeShapeType="1"/>
              <a:endCxn id="462" idx="2"/>
            </p:cNvCxnSpPr>
            <p:nvPr/>
          </p:nvCxnSpPr>
          <p:spPr bwMode="auto">
            <a:xfrm flipH="1" flipV="1">
              <a:off x="1871277" y="1737244"/>
              <a:ext cx="3171" cy="123075"/>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468" name="Straight Connector 467">
              <a:extLst>
                <a:ext uri="{FF2B5EF4-FFF2-40B4-BE49-F238E27FC236}">
                  <a16:creationId xmlns:a16="http://schemas.microsoft.com/office/drawing/2014/main" id="{7AD8C9C3-3ED3-FC4C-9678-8E0AF3B54004}"/>
                </a:ext>
              </a:extLst>
            </p:cNvPr>
            <p:cNvCxnSpPr>
              <a:cxnSpLocks noChangeShapeType="1"/>
            </p:cNvCxnSpPr>
            <p:nvPr/>
          </p:nvCxnSpPr>
          <p:spPr bwMode="auto">
            <a:xfrm flipH="1" flipV="1">
              <a:off x="2996479" y="1734876"/>
              <a:ext cx="3169" cy="123075"/>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sp>
        <p:nvSpPr>
          <p:cNvPr id="469" name="TextBox 6">
            <a:extLst>
              <a:ext uri="{FF2B5EF4-FFF2-40B4-BE49-F238E27FC236}">
                <a16:creationId xmlns:a16="http://schemas.microsoft.com/office/drawing/2014/main" id="{EED866B1-9598-C54F-A0E0-D641030E1752}"/>
              </a:ext>
            </a:extLst>
          </p:cNvPr>
          <p:cNvSpPr txBox="1">
            <a:spLocks noChangeArrowheads="1"/>
          </p:cNvSpPr>
          <p:nvPr/>
        </p:nvSpPr>
        <p:spPr bwMode="auto">
          <a:xfrm>
            <a:off x="1787110" y="4943545"/>
            <a:ext cx="19923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values in arriving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packet header</a:t>
            </a: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70" name="TextBox 282">
            <a:extLst>
              <a:ext uri="{FF2B5EF4-FFF2-40B4-BE49-F238E27FC236}">
                <a16:creationId xmlns:a16="http://schemas.microsoft.com/office/drawing/2014/main" id="{CE2B3699-263C-CA42-8354-6E8A61868F04}"/>
              </a:ext>
            </a:extLst>
          </p:cNvPr>
          <p:cNvSpPr txBox="1">
            <a:spLocks noChangeArrowheads="1"/>
          </p:cNvSpPr>
          <p:nvPr/>
        </p:nvSpPr>
        <p:spPr bwMode="auto">
          <a:xfrm>
            <a:off x="4658898" y="5902395"/>
            <a:ext cx="261937"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3</a:t>
            </a:r>
          </a:p>
        </p:txBody>
      </p:sp>
    </p:spTree>
    <p:extLst>
      <p:ext uri="{BB962C8B-B14F-4D97-AF65-F5344CB8AC3E}">
        <p14:creationId xmlns:p14="http://schemas.microsoft.com/office/powerpoint/2010/main" val="1612415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87"/>
                                        </p:tgtEl>
                                        <p:attrNameLst>
                                          <p:attrName>style.visibility</p:attrName>
                                        </p:attrNameLst>
                                      </p:cBhvr>
                                      <p:to>
                                        <p:strVal val="visible"/>
                                      </p:to>
                                    </p:set>
                                    <p:animEffect transition="in" filter="wipe(down)">
                                      <p:cBhvr>
                                        <p:cTn id="7" dur="1000"/>
                                        <p:tgtEl>
                                          <p:spTgt spid="28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19"/>
                                        </p:tgtEl>
                                        <p:attrNameLst>
                                          <p:attrName>style.visibility</p:attrName>
                                        </p:attrNameLst>
                                      </p:cBhvr>
                                      <p:to>
                                        <p:strVal val="visible"/>
                                      </p:to>
                                    </p:set>
                                    <p:animEffect transition="in" filter="dissolve">
                                      <p:cBhvr>
                                        <p:cTn id="12" dur="500"/>
                                        <p:tgtEl>
                                          <p:spTgt spid="41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00"/>
                                        </p:tgtEl>
                                        <p:attrNameLst>
                                          <p:attrName>style.visibility</p:attrName>
                                        </p:attrNameLst>
                                      </p:cBhvr>
                                      <p:to>
                                        <p:strVal val="visible"/>
                                      </p:to>
                                    </p:set>
                                    <p:animEffect transition="in" filter="dissolve">
                                      <p:cBhvr>
                                        <p:cTn id="17" dur="500"/>
                                        <p:tgtEl>
                                          <p:spTgt spid="40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442"/>
                                        </p:tgtEl>
                                        <p:attrNameLst>
                                          <p:attrName>style.visibility</p:attrName>
                                        </p:attrNameLst>
                                      </p:cBhvr>
                                      <p:to>
                                        <p:strVal val="visible"/>
                                      </p:to>
                                    </p:set>
                                    <p:animEffect transition="in" filter="wipe(up)">
                                      <p:cBhvr>
                                        <p:cTn id="22" dur="500"/>
                                        <p:tgtEl>
                                          <p:spTgt spid="442"/>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415"/>
                                        </p:tgtEl>
                                        <p:attrNameLst>
                                          <p:attrName>style.visibility</p:attrName>
                                        </p:attrNameLst>
                                      </p:cBhvr>
                                      <p:to>
                                        <p:strVal val="visible"/>
                                      </p:to>
                                    </p:set>
                                    <p:animEffect transition="in" filter="dissolve">
                                      <p:cBhvr>
                                        <p:cTn id="27" dur="500"/>
                                        <p:tgtEl>
                                          <p:spTgt spid="4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6236E45-D353-3946-A538-2B64275829F3}"/>
              </a:ext>
            </a:extLst>
          </p:cNvPr>
          <p:cNvSpPr>
            <a:spLocks noGrp="1"/>
          </p:cNvSpPr>
          <p:nvPr>
            <p:ph type="title"/>
          </p:nvPr>
        </p:nvSpPr>
        <p:spPr>
          <a:xfrm>
            <a:off x="838200" y="311144"/>
            <a:ext cx="10515600" cy="894622"/>
          </a:xfrm>
        </p:spPr>
        <p:txBody>
          <a:bodyPr/>
          <a:lstStyle/>
          <a:p>
            <a:r>
              <a:rPr lang="en-US" altLang="en-US" dirty="0">
                <a:ea typeface="ＭＳ Ｐゴシック" panose="020B0600070205080204" pitchFamily="34" charset="-128"/>
              </a:rPr>
              <a:t>Router interfaces</a:t>
            </a:r>
            <a:endParaRPr lang="en-US" dirty="0"/>
          </a:p>
        </p:txBody>
      </p:sp>
      <p:sp>
        <p:nvSpPr>
          <p:cNvPr id="72" name="Freeform 140">
            <a:extLst>
              <a:ext uri="{FF2B5EF4-FFF2-40B4-BE49-F238E27FC236}">
                <a16:creationId xmlns:a16="http://schemas.microsoft.com/office/drawing/2014/main" id="{3A8F319D-9F74-944C-9EB6-024B82E69F2A}"/>
              </a:ext>
            </a:extLst>
          </p:cNvPr>
          <p:cNvSpPr>
            <a:spLocks/>
          </p:cNvSpPr>
          <p:nvPr/>
        </p:nvSpPr>
        <p:spPr bwMode="auto">
          <a:xfrm rot="16200000">
            <a:off x="8946356" y="3046530"/>
            <a:ext cx="846137" cy="1593850"/>
          </a:xfrm>
          <a:custGeom>
            <a:avLst/>
            <a:gdLst>
              <a:gd name="T0" fmla="*/ 2147483647 w 10315"/>
              <a:gd name="T1" fmla="*/ 2147483647 h 10000"/>
              <a:gd name="T2" fmla="*/ 2147483647 w 10315"/>
              <a:gd name="T3" fmla="*/ 2147483647 h 10000"/>
              <a:gd name="T4" fmla="*/ 2147483647 w 10315"/>
              <a:gd name="T5" fmla="*/ 2147483647 h 10000"/>
              <a:gd name="T6" fmla="*/ 2147483647 w 10315"/>
              <a:gd name="T7" fmla="*/ 2147483647 h 10000"/>
              <a:gd name="T8" fmla="*/ 2147483647 w 10315"/>
              <a:gd name="T9" fmla="*/ 2147483647 h 10000"/>
              <a:gd name="T10" fmla="*/ 2147483647 w 10315"/>
              <a:gd name="T11" fmla="*/ 2147483647 h 10000"/>
              <a:gd name="T12" fmla="*/ 2147483647 w 10315"/>
              <a:gd name="T13" fmla="*/ 2147483647 h 10000"/>
              <a:gd name="T14" fmla="*/ 2147483647 w 10315"/>
              <a:gd name="T15" fmla="*/ 2147483647 h 10000"/>
              <a:gd name="T16" fmla="*/ 2147483647 w 10315"/>
              <a:gd name="T17" fmla="*/ 2147483647 h 10000"/>
              <a:gd name="T18" fmla="*/ 2147483647 w 10315"/>
              <a:gd name="T19" fmla="*/ 2147483647 h 10000"/>
              <a:gd name="T20" fmla="*/ 2147483647 w 10315"/>
              <a:gd name="T21" fmla="*/ 2147483647 h 10000"/>
              <a:gd name="T22" fmla="*/ 2147483647 w 10315"/>
              <a:gd name="T23" fmla="*/ 2147483647 h 10000"/>
              <a:gd name="T24" fmla="*/ 2147483647 w 10315"/>
              <a:gd name="T25" fmla="*/ 2147483647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315"/>
              <a:gd name="T40" fmla="*/ 0 h 10000"/>
              <a:gd name="T41" fmla="*/ 10315 w 10315"/>
              <a:gd name="T42" fmla="*/ 10000 h 100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315" h="10000">
                <a:moveTo>
                  <a:pt x="9674" y="4488"/>
                </a:moveTo>
                <a:cubicBezTo>
                  <a:pt x="8651" y="4175"/>
                  <a:pt x="4901" y="4405"/>
                  <a:pt x="3754" y="3833"/>
                </a:cubicBezTo>
                <a:cubicBezTo>
                  <a:pt x="2607" y="3261"/>
                  <a:pt x="4015" y="1645"/>
                  <a:pt x="3411" y="1026"/>
                </a:cubicBezTo>
                <a:cubicBezTo>
                  <a:pt x="2808" y="408"/>
                  <a:pt x="591" y="-284"/>
                  <a:pt x="130" y="122"/>
                </a:cubicBezTo>
                <a:cubicBezTo>
                  <a:pt x="-330" y="529"/>
                  <a:pt x="566" y="2588"/>
                  <a:pt x="648" y="3468"/>
                </a:cubicBezTo>
                <a:cubicBezTo>
                  <a:pt x="730" y="4349"/>
                  <a:pt x="648" y="4790"/>
                  <a:pt x="622" y="5408"/>
                </a:cubicBezTo>
                <a:cubicBezTo>
                  <a:pt x="595" y="6026"/>
                  <a:pt x="516" y="6617"/>
                  <a:pt x="489" y="7180"/>
                </a:cubicBezTo>
                <a:cubicBezTo>
                  <a:pt x="463" y="7741"/>
                  <a:pt x="286" y="8378"/>
                  <a:pt x="436" y="8809"/>
                </a:cubicBezTo>
                <a:cubicBezTo>
                  <a:pt x="587" y="9239"/>
                  <a:pt x="892" y="9655"/>
                  <a:pt x="1416" y="9793"/>
                </a:cubicBezTo>
                <a:cubicBezTo>
                  <a:pt x="1940" y="9932"/>
                  <a:pt x="3153" y="10248"/>
                  <a:pt x="3581" y="9642"/>
                </a:cubicBezTo>
                <a:cubicBezTo>
                  <a:pt x="4008" y="9037"/>
                  <a:pt x="3138" y="6667"/>
                  <a:pt x="3986" y="6162"/>
                </a:cubicBezTo>
                <a:cubicBezTo>
                  <a:pt x="4832" y="5655"/>
                  <a:pt x="9131" y="5984"/>
                  <a:pt x="9890" y="5711"/>
                </a:cubicBezTo>
                <a:cubicBezTo>
                  <a:pt x="10388" y="5225"/>
                  <a:pt x="10598" y="5393"/>
                  <a:pt x="9674" y="4488"/>
                </a:cubicBezTo>
                <a:close/>
              </a:path>
            </a:pathLst>
          </a:custGeom>
          <a:solidFill>
            <a:srgbClr val="9CE0FA"/>
          </a:solidFill>
          <a:ln>
            <a:noFill/>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endParaRPr>
          </a:p>
        </p:txBody>
      </p:sp>
      <p:sp>
        <p:nvSpPr>
          <p:cNvPr id="73" name="Freeform 140">
            <a:extLst>
              <a:ext uri="{FF2B5EF4-FFF2-40B4-BE49-F238E27FC236}">
                <a16:creationId xmlns:a16="http://schemas.microsoft.com/office/drawing/2014/main" id="{624F0496-7420-2147-A497-D1252EA7020B}"/>
              </a:ext>
            </a:extLst>
          </p:cNvPr>
          <p:cNvSpPr>
            <a:spLocks/>
          </p:cNvSpPr>
          <p:nvPr/>
        </p:nvSpPr>
        <p:spPr bwMode="auto">
          <a:xfrm rot="10800000">
            <a:off x="9944100" y="1720173"/>
            <a:ext cx="846138" cy="1593850"/>
          </a:xfrm>
          <a:custGeom>
            <a:avLst/>
            <a:gdLst>
              <a:gd name="T0" fmla="*/ 2147483647 w 10315"/>
              <a:gd name="T1" fmla="*/ 2147483647 h 10000"/>
              <a:gd name="T2" fmla="*/ 2147483647 w 10315"/>
              <a:gd name="T3" fmla="*/ 2147483647 h 10000"/>
              <a:gd name="T4" fmla="*/ 2147483647 w 10315"/>
              <a:gd name="T5" fmla="*/ 2147483647 h 10000"/>
              <a:gd name="T6" fmla="*/ 2147483647 w 10315"/>
              <a:gd name="T7" fmla="*/ 2147483647 h 10000"/>
              <a:gd name="T8" fmla="*/ 2147483647 w 10315"/>
              <a:gd name="T9" fmla="*/ 2147483647 h 10000"/>
              <a:gd name="T10" fmla="*/ 2147483647 w 10315"/>
              <a:gd name="T11" fmla="*/ 2147483647 h 10000"/>
              <a:gd name="T12" fmla="*/ 2147483647 w 10315"/>
              <a:gd name="T13" fmla="*/ 2147483647 h 10000"/>
              <a:gd name="T14" fmla="*/ 2147483647 w 10315"/>
              <a:gd name="T15" fmla="*/ 2147483647 h 10000"/>
              <a:gd name="T16" fmla="*/ 2147483647 w 10315"/>
              <a:gd name="T17" fmla="*/ 2147483647 h 10000"/>
              <a:gd name="T18" fmla="*/ 2147483647 w 10315"/>
              <a:gd name="T19" fmla="*/ 2147483647 h 10000"/>
              <a:gd name="T20" fmla="*/ 2147483647 w 10315"/>
              <a:gd name="T21" fmla="*/ 2147483647 h 10000"/>
              <a:gd name="T22" fmla="*/ 2147483647 w 10315"/>
              <a:gd name="T23" fmla="*/ 2147483647 h 10000"/>
              <a:gd name="T24" fmla="*/ 2147483647 w 10315"/>
              <a:gd name="T25" fmla="*/ 2147483647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315"/>
              <a:gd name="T40" fmla="*/ 0 h 10000"/>
              <a:gd name="T41" fmla="*/ 10315 w 10315"/>
              <a:gd name="T42" fmla="*/ 10000 h 100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315" h="10000">
                <a:moveTo>
                  <a:pt x="9674" y="4488"/>
                </a:moveTo>
                <a:cubicBezTo>
                  <a:pt x="8651" y="4175"/>
                  <a:pt x="4901" y="4405"/>
                  <a:pt x="3754" y="3833"/>
                </a:cubicBezTo>
                <a:cubicBezTo>
                  <a:pt x="2607" y="3261"/>
                  <a:pt x="4015" y="1645"/>
                  <a:pt x="3411" y="1026"/>
                </a:cubicBezTo>
                <a:cubicBezTo>
                  <a:pt x="2808" y="408"/>
                  <a:pt x="591" y="-284"/>
                  <a:pt x="130" y="122"/>
                </a:cubicBezTo>
                <a:cubicBezTo>
                  <a:pt x="-330" y="529"/>
                  <a:pt x="566" y="2588"/>
                  <a:pt x="648" y="3468"/>
                </a:cubicBezTo>
                <a:cubicBezTo>
                  <a:pt x="730" y="4349"/>
                  <a:pt x="648" y="4790"/>
                  <a:pt x="622" y="5408"/>
                </a:cubicBezTo>
                <a:cubicBezTo>
                  <a:pt x="595" y="6026"/>
                  <a:pt x="516" y="6617"/>
                  <a:pt x="489" y="7180"/>
                </a:cubicBezTo>
                <a:cubicBezTo>
                  <a:pt x="463" y="7741"/>
                  <a:pt x="286" y="8378"/>
                  <a:pt x="436" y="8809"/>
                </a:cubicBezTo>
                <a:cubicBezTo>
                  <a:pt x="587" y="9239"/>
                  <a:pt x="892" y="9655"/>
                  <a:pt x="1416" y="9793"/>
                </a:cubicBezTo>
                <a:cubicBezTo>
                  <a:pt x="1940" y="9932"/>
                  <a:pt x="3153" y="10248"/>
                  <a:pt x="3581" y="9642"/>
                </a:cubicBezTo>
                <a:cubicBezTo>
                  <a:pt x="4008" y="9037"/>
                  <a:pt x="3138" y="6667"/>
                  <a:pt x="3986" y="6162"/>
                </a:cubicBezTo>
                <a:cubicBezTo>
                  <a:pt x="4832" y="5655"/>
                  <a:pt x="9131" y="5984"/>
                  <a:pt x="9890" y="5711"/>
                </a:cubicBezTo>
                <a:cubicBezTo>
                  <a:pt x="10388" y="5225"/>
                  <a:pt x="10598" y="5393"/>
                  <a:pt x="9674" y="4488"/>
                </a:cubicBezTo>
                <a:close/>
              </a:path>
            </a:pathLst>
          </a:custGeom>
          <a:solidFill>
            <a:srgbClr val="9CE0FA"/>
          </a:solidFill>
          <a:ln>
            <a:noFill/>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endParaRPr>
          </a:p>
        </p:txBody>
      </p:sp>
      <p:sp>
        <p:nvSpPr>
          <p:cNvPr id="74" name="Freeform 140">
            <a:extLst>
              <a:ext uri="{FF2B5EF4-FFF2-40B4-BE49-F238E27FC236}">
                <a16:creationId xmlns:a16="http://schemas.microsoft.com/office/drawing/2014/main" id="{F5A46523-A2FE-EB43-8849-332D81F5BCF4}"/>
              </a:ext>
            </a:extLst>
          </p:cNvPr>
          <p:cNvSpPr>
            <a:spLocks/>
          </p:cNvSpPr>
          <p:nvPr/>
        </p:nvSpPr>
        <p:spPr bwMode="auto">
          <a:xfrm>
            <a:off x="7908925" y="1302661"/>
            <a:ext cx="1038225" cy="1927225"/>
          </a:xfrm>
          <a:custGeom>
            <a:avLst/>
            <a:gdLst>
              <a:gd name="T0" fmla="*/ 2147483647 w 1223"/>
              <a:gd name="T1" fmla="*/ 2147483647 h 1291"/>
              <a:gd name="T2" fmla="*/ 2147483647 w 1223"/>
              <a:gd name="T3" fmla="*/ 2147483647 h 1291"/>
              <a:gd name="T4" fmla="*/ 2147483647 w 1223"/>
              <a:gd name="T5" fmla="*/ 2147483647 h 1291"/>
              <a:gd name="T6" fmla="*/ 2147483647 w 1223"/>
              <a:gd name="T7" fmla="*/ 2147483647 h 1291"/>
              <a:gd name="T8" fmla="*/ 2147483647 w 1223"/>
              <a:gd name="T9" fmla="*/ 2147483647 h 1291"/>
              <a:gd name="T10" fmla="*/ 2147483647 w 1223"/>
              <a:gd name="T11" fmla="*/ 2147483647 h 1291"/>
              <a:gd name="T12" fmla="*/ 2147483647 w 1223"/>
              <a:gd name="T13" fmla="*/ 2147483647 h 1291"/>
              <a:gd name="T14" fmla="*/ 2147483647 w 1223"/>
              <a:gd name="T15" fmla="*/ 2147483647 h 1291"/>
              <a:gd name="T16" fmla="*/ 2147483647 w 1223"/>
              <a:gd name="T17" fmla="*/ 2147483647 h 1291"/>
              <a:gd name="T18" fmla="*/ 2147483647 w 1223"/>
              <a:gd name="T19" fmla="*/ 2147483647 h 1291"/>
              <a:gd name="T20" fmla="*/ 2147483647 w 1223"/>
              <a:gd name="T21" fmla="*/ 2147483647 h 1291"/>
              <a:gd name="T22" fmla="*/ 2147483647 w 1223"/>
              <a:gd name="T23" fmla="*/ 2147483647 h 1291"/>
              <a:gd name="T24" fmla="*/ 2147483647 w 1223"/>
              <a:gd name="T25" fmla="*/ 2147483647 h 1291"/>
              <a:gd name="T26" fmla="*/ 2147483647 w 1223"/>
              <a:gd name="T27" fmla="*/ 2147483647 h 129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223"/>
              <a:gd name="T43" fmla="*/ 0 h 1291"/>
              <a:gd name="T44" fmla="*/ 1223 w 1223"/>
              <a:gd name="T45" fmla="*/ 1291 h 129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223" h="1291">
                <a:moveTo>
                  <a:pt x="1201" y="756"/>
                </a:moveTo>
                <a:cubicBezTo>
                  <a:pt x="1180" y="640"/>
                  <a:pt x="798" y="744"/>
                  <a:pt x="702" y="670"/>
                </a:cubicBezTo>
                <a:cubicBezTo>
                  <a:pt x="603" y="561"/>
                  <a:pt x="669" y="206"/>
                  <a:pt x="608" y="103"/>
                </a:cubicBezTo>
                <a:cubicBezTo>
                  <a:pt x="547" y="0"/>
                  <a:pt x="425" y="55"/>
                  <a:pt x="335" y="52"/>
                </a:cubicBezTo>
                <a:cubicBezTo>
                  <a:pt x="245" y="49"/>
                  <a:pt x="114" y="0"/>
                  <a:pt x="65" y="82"/>
                </a:cubicBezTo>
                <a:cubicBezTo>
                  <a:pt x="16" y="164"/>
                  <a:pt x="45" y="433"/>
                  <a:pt x="41" y="544"/>
                </a:cubicBezTo>
                <a:cubicBezTo>
                  <a:pt x="37" y="655"/>
                  <a:pt x="41" y="685"/>
                  <a:pt x="38" y="751"/>
                </a:cubicBezTo>
                <a:cubicBezTo>
                  <a:pt x="35" y="817"/>
                  <a:pt x="26" y="880"/>
                  <a:pt x="23" y="940"/>
                </a:cubicBezTo>
                <a:cubicBezTo>
                  <a:pt x="20" y="1000"/>
                  <a:pt x="0" y="1068"/>
                  <a:pt x="17" y="1114"/>
                </a:cubicBezTo>
                <a:cubicBezTo>
                  <a:pt x="34" y="1160"/>
                  <a:pt x="31" y="1198"/>
                  <a:pt x="128" y="1219"/>
                </a:cubicBezTo>
                <a:cubicBezTo>
                  <a:pt x="225" y="1240"/>
                  <a:pt x="509" y="1291"/>
                  <a:pt x="602" y="1243"/>
                </a:cubicBezTo>
                <a:cubicBezTo>
                  <a:pt x="695" y="1195"/>
                  <a:pt x="590" y="984"/>
                  <a:pt x="686" y="930"/>
                </a:cubicBezTo>
                <a:cubicBezTo>
                  <a:pt x="782" y="876"/>
                  <a:pt x="1091" y="945"/>
                  <a:pt x="1177" y="916"/>
                </a:cubicBezTo>
                <a:cubicBezTo>
                  <a:pt x="1208" y="864"/>
                  <a:pt x="1223" y="871"/>
                  <a:pt x="1201" y="756"/>
                </a:cubicBezTo>
                <a:close/>
              </a:path>
            </a:pathLst>
          </a:custGeom>
          <a:solidFill>
            <a:srgbClr val="9CE0FA"/>
          </a:solidFill>
          <a:ln>
            <a:noFill/>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endParaRPr>
          </a:p>
        </p:txBody>
      </p:sp>
      <p:sp>
        <p:nvSpPr>
          <p:cNvPr id="75" name="Text Box 26">
            <a:extLst>
              <a:ext uri="{FF2B5EF4-FFF2-40B4-BE49-F238E27FC236}">
                <a16:creationId xmlns:a16="http://schemas.microsoft.com/office/drawing/2014/main" id="{52559523-8E51-E745-84E2-F95862F13314}"/>
              </a:ext>
            </a:extLst>
          </p:cNvPr>
          <p:cNvSpPr txBox="1">
            <a:spLocks noChangeArrowheads="1"/>
          </p:cNvSpPr>
          <p:nvPr/>
        </p:nvSpPr>
        <p:spPr bwMode="auto">
          <a:xfrm>
            <a:off x="7291388" y="1132798"/>
            <a:ext cx="76174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223.1.1.1</a:t>
            </a:r>
          </a:p>
        </p:txBody>
      </p:sp>
      <p:grpSp>
        <p:nvGrpSpPr>
          <p:cNvPr id="76" name="Group 27">
            <a:extLst>
              <a:ext uri="{FF2B5EF4-FFF2-40B4-BE49-F238E27FC236}">
                <a16:creationId xmlns:a16="http://schemas.microsoft.com/office/drawing/2014/main" id="{2A18DB91-39D9-E244-B5AB-473130FADF77}"/>
              </a:ext>
            </a:extLst>
          </p:cNvPr>
          <p:cNvGrpSpPr>
            <a:grpSpLocks/>
          </p:cNvGrpSpPr>
          <p:nvPr/>
        </p:nvGrpSpPr>
        <p:grpSpPr bwMode="auto">
          <a:xfrm>
            <a:off x="6557963" y="2093236"/>
            <a:ext cx="920750" cy="276225"/>
            <a:chOff x="3251" y="608"/>
            <a:chExt cx="580" cy="174"/>
          </a:xfrm>
        </p:grpSpPr>
        <p:sp>
          <p:nvSpPr>
            <p:cNvPr id="77" name="Rectangle 28">
              <a:extLst>
                <a:ext uri="{FF2B5EF4-FFF2-40B4-BE49-F238E27FC236}">
                  <a16:creationId xmlns:a16="http://schemas.microsoft.com/office/drawing/2014/main" id="{189CA005-145E-8943-BBD3-B29300620208}"/>
                </a:ext>
              </a:extLst>
            </p:cNvPr>
            <p:cNvSpPr>
              <a:spLocks noChangeArrowheads="1"/>
            </p:cNvSpPr>
            <p:nvPr/>
          </p:nvSpPr>
          <p:spPr bwMode="auto">
            <a:xfrm>
              <a:off x="3306" y="657"/>
              <a:ext cx="525" cy="11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p:txBody>
        </p:sp>
        <p:sp>
          <p:nvSpPr>
            <p:cNvPr id="78" name="Text Box 29">
              <a:extLst>
                <a:ext uri="{FF2B5EF4-FFF2-40B4-BE49-F238E27FC236}">
                  <a16:creationId xmlns:a16="http://schemas.microsoft.com/office/drawing/2014/main" id="{BA441ECA-99C1-8049-8D70-2692D3B32022}"/>
                </a:ext>
              </a:extLst>
            </p:cNvPr>
            <p:cNvSpPr txBox="1">
              <a:spLocks noChangeArrowheads="1"/>
            </p:cNvSpPr>
            <p:nvPr/>
          </p:nvSpPr>
          <p:spPr bwMode="auto">
            <a:xfrm>
              <a:off x="3251" y="608"/>
              <a:ext cx="48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223.1.1.2</a:t>
              </a:r>
            </a:p>
          </p:txBody>
        </p:sp>
      </p:grpSp>
      <p:sp>
        <p:nvSpPr>
          <p:cNvPr id="79" name="Text Box 30">
            <a:extLst>
              <a:ext uri="{FF2B5EF4-FFF2-40B4-BE49-F238E27FC236}">
                <a16:creationId xmlns:a16="http://schemas.microsoft.com/office/drawing/2014/main" id="{02D7B601-F8DE-844D-AD24-51A8D9C2A0F3}"/>
              </a:ext>
            </a:extLst>
          </p:cNvPr>
          <p:cNvSpPr txBox="1">
            <a:spLocks noChangeArrowheads="1"/>
          </p:cNvSpPr>
          <p:nvPr/>
        </p:nvSpPr>
        <p:spPr bwMode="auto">
          <a:xfrm>
            <a:off x="7396163" y="3088598"/>
            <a:ext cx="76174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223.1.1.3</a:t>
            </a:r>
          </a:p>
        </p:txBody>
      </p:sp>
      <p:sp>
        <p:nvSpPr>
          <p:cNvPr id="80" name="Text Box 31">
            <a:extLst>
              <a:ext uri="{FF2B5EF4-FFF2-40B4-BE49-F238E27FC236}">
                <a16:creationId xmlns:a16="http://schemas.microsoft.com/office/drawing/2014/main" id="{BCADDA8C-EA1C-904B-8DA4-6A72A1241FC1}"/>
              </a:ext>
            </a:extLst>
          </p:cNvPr>
          <p:cNvSpPr txBox="1">
            <a:spLocks noChangeArrowheads="1"/>
          </p:cNvSpPr>
          <p:nvPr/>
        </p:nvSpPr>
        <p:spPr bwMode="auto">
          <a:xfrm>
            <a:off x="8365672" y="2275798"/>
            <a:ext cx="76174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223.1.1.4</a:t>
            </a:r>
          </a:p>
        </p:txBody>
      </p:sp>
      <p:sp>
        <p:nvSpPr>
          <p:cNvPr id="82" name="Text Box 33">
            <a:extLst>
              <a:ext uri="{FF2B5EF4-FFF2-40B4-BE49-F238E27FC236}">
                <a16:creationId xmlns:a16="http://schemas.microsoft.com/office/drawing/2014/main" id="{AE31EC96-C105-D14D-8C04-3BD61FB4C664}"/>
              </a:ext>
            </a:extLst>
          </p:cNvPr>
          <p:cNvSpPr txBox="1">
            <a:spLocks noChangeArrowheads="1"/>
          </p:cNvSpPr>
          <p:nvPr/>
        </p:nvSpPr>
        <p:spPr bwMode="auto">
          <a:xfrm>
            <a:off x="9578749" y="2277157"/>
            <a:ext cx="76174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223.1.2.9</a:t>
            </a:r>
          </a:p>
        </p:txBody>
      </p:sp>
      <p:sp>
        <p:nvSpPr>
          <p:cNvPr id="86" name="Text Box 41">
            <a:extLst>
              <a:ext uri="{FF2B5EF4-FFF2-40B4-BE49-F238E27FC236}">
                <a16:creationId xmlns:a16="http://schemas.microsoft.com/office/drawing/2014/main" id="{145B44AE-DC22-5544-86B9-CB3075DF61E4}"/>
              </a:ext>
            </a:extLst>
          </p:cNvPr>
          <p:cNvSpPr txBox="1">
            <a:spLocks noChangeArrowheads="1"/>
          </p:cNvSpPr>
          <p:nvPr/>
        </p:nvSpPr>
        <p:spPr bwMode="auto">
          <a:xfrm>
            <a:off x="10148207" y="3220134"/>
            <a:ext cx="76174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223.1.2.2</a:t>
            </a:r>
          </a:p>
        </p:txBody>
      </p:sp>
      <p:sp>
        <p:nvSpPr>
          <p:cNvPr id="87" name="Text Box 44">
            <a:extLst>
              <a:ext uri="{FF2B5EF4-FFF2-40B4-BE49-F238E27FC236}">
                <a16:creationId xmlns:a16="http://schemas.microsoft.com/office/drawing/2014/main" id="{6AF41440-BFCD-7D40-8F46-791DB74E22B0}"/>
              </a:ext>
            </a:extLst>
          </p:cNvPr>
          <p:cNvSpPr txBox="1">
            <a:spLocks noChangeArrowheads="1"/>
          </p:cNvSpPr>
          <p:nvPr/>
        </p:nvSpPr>
        <p:spPr bwMode="auto">
          <a:xfrm>
            <a:off x="10107612" y="1703391"/>
            <a:ext cx="76174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223.1.2.1</a:t>
            </a:r>
          </a:p>
        </p:txBody>
      </p:sp>
      <p:sp>
        <p:nvSpPr>
          <p:cNvPr id="88" name="Line 45">
            <a:extLst>
              <a:ext uri="{FF2B5EF4-FFF2-40B4-BE49-F238E27FC236}">
                <a16:creationId xmlns:a16="http://schemas.microsoft.com/office/drawing/2014/main" id="{773ED556-22D0-4A49-A6DD-CE13868A640B}"/>
              </a:ext>
            </a:extLst>
          </p:cNvPr>
          <p:cNvSpPr>
            <a:spLocks noChangeShapeType="1"/>
          </p:cNvSpPr>
          <p:nvPr/>
        </p:nvSpPr>
        <p:spPr bwMode="auto">
          <a:xfrm>
            <a:off x="9359900" y="2735036"/>
            <a:ext cx="0" cy="87902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endParaRPr>
          </a:p>
        </p:txBody>
      </p:sp>
      <p:sp>
        <p:nvSpPr>
          <p:cNvPr id="91" name="Text Box 53">
            <a:extLst>
              <a:ext uri="{FF2B5EF4-FFF2-40B4-BE49-F238E27FC236}">
                <a16:creationId xmlns:a16="http://schemas.microsoft.com/office/drawing/2014/main" id="{3808F6CD-9581-5747-8EAE-2804DA86442D}"/>
              </a:ext>
            </a:extLst>
          </p:cNvPr>
          <p:cNvSpPr txBox="1">
            <a:spLocks noChangeArrowheads="1"/>
          </p:cNvSpPr>
          <p:nvPr/>
        </p:nvSpPr>
        <p:spPr bwMode="auto">
          <a:xfrm>
            <a:off x="9955213" y="4195086"/>
            <a:ext cx="76174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223.1.3.2</a:t>
            </a:r>
          </a:p>
        </p:txBody>
      </p:sp>
      <p:sp>
        <p:nvSpPr>
          <p:cNvPr id="92" name="Text Box 56">
            <a:extLst>
              <a:ext uri="{FF2B5EF4-FFF2-40B4-BE49-F238E27FC236}">
                <a16:creationId xmlns:a16="http://schemas.microsoft.com/office/drawing/2014/main" id="{F622C914-8BCA-2845-A02E-216107E4994C}"/>
              </a:ext>
            </a:extLst>
          </p:cNvPr>
          <p:cNvSpPr txBox="1">
            <a:spLocks noChangeArrowheads="1"/>
          </p:cNvSpPr>
          <p:nvPr/>
        </p:nvSpPr>
        <p:spPr bwMode="auto">
          <a:xfrm>
            <a:off x="8712200" y="4199848"/>
            <a:ext cx="76174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223.1.3.1</a:t>
            </a:r>
          </a:p>
        </p:txBody>
      </p:sp>
      <p:grpSp>
        <p:nvGrpSpPr>
          <p:cNvPr id="93" name="Group 57">
            <a:extLst>
              <a:ext uri="{FF2B5EF4-FFF2-40B4-BE49-F238E27FC236}">
                <a16:creationId xmlns:a16="http://schemas.microsoft.com/office/drawing/2014/main" id="{D5377E55-C016-994A-953D-A9C5387C24E5}"/>
              </a:ext>
            </a:extLst>
          </p:cNvPr>
          <p:cNvGrpSpPr>
            <a:grpSpLocks/>
          </p:cNvGrpSpPr>
          <p:nvPr/>
        </p:nvGrpSpPr>
        <p:grpSpPr bwMode="auto">
          <a:xfrm>
            <a:off x="8885238" y="2996523"/>
            <a:ext cx="906462" cy="276225"/>
            <a:chOff x="4550" y="1257"/>
            <a:chExt cx="571" cy="174"/>
          </a:xfrm>
        </p:grpSpPr>
        <p:sp>
          <p:nvSpPr>
            <p:cNvPr id="94" name="Rectangle 58">
              <a:extLst>
                <a:ext uri="{FF2B5EF4-FFF2-40B4-BE49-F238E27FC236}">
                  <a16:creationId xmlns:a16="http://schemas.microsoft.com/office/drawing/2014/main" id="{670C8D72-BBFA-B140-9080-38230AA13996}"/>
                </a:ext>
              </a:extLst>
            </p:cNvPr>
            <p:cNvSpPr>
              <a:spLocks noChangeArrowheads="1"/>
            </p:cNvSpPr>
            <p:nvPr/>
          </p:nvSpPr>
          <p:spPr bwMode="auto">
            <a:xfrm>
              <a:off x="4587" y="1284"/>
              <a:ext cx="534" cy="11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p:txBody>
        </p:sp>
        <p:sp>
          <p:nvSpPr>
            <p:cNvPr id="95" name="Text Box 59">
              <a:extLst>
                <a:ext uri="{FF2B5EF4-FFF2-40B4-BE49-F238E27FC236}">
                  <a16:creationId xmlns:a16="http://schemas.microsoft.com/office/drawing/2014/main" id="{5713FF42-7904-ED48-91F6-585EA4E69AF8}"/>
                </a:ext>
              </a:extLst>
            </p:cNvPr>
            <p:cNvSpPr txBox="1">
              <a:spLocks noChangeArrowheads="1"/>
            </p:cNvSpPr>
            <p:nvPr/>
          </p:nvSpPr>
          <p:spPr bwMode="auto">
            <a:xfrm>
              <a:off x="4550" y="1257"/>
              <a:ext cx="528"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223.1.3.27</a:t>
              </a:r>
            </a:p>
          </p:txBody>
        </p:sp>
      </p:grpSp>
      <p:grpSp>
        <p:nvGrpSpPr>
          <p:cNvPr id="105" name="Group 73">
            <a:extLst>
              <a:ext uri="{FF2B5EF4-FFF2-40B4-BE49-F238E27FC236}">
                <a16:creationId xmlns:a16="http://schemas.microsoft.com/office/drawing/2014/main" id="{BEA334FB-481B-E049-A8E8-9D0AC1C04FEA}"/>
              </a:ext>
            </a:extLst>
          </p:cNvPr>
          <p:cNvGrpSpPr>
            <a:grpSpLocks/>
          </p:cNvGrpSpPr>
          <p:nvPr/>
        </p:nvGrpSpPr>
        <p:grpSpPr bwMode="auto">
          <a:xfrm>
            <a:off x="7116763" y="1378861"/>
            <a:ext cx="641350" cy="558800"/>
            <a:chOff x="-44" y="1473"/>
            <a:chExt cx="981" cy="1105"/>
          </a:xfrm>
        </p:grpSpPr>
        <p:pic>
          <p:nvPicPr>
            <p:cNvPr id="106" name="Picture 74" descr="desktop_computer_stylized_medium">
              <a:extLst>
                <a:ext uri="{FF2B5EF4-FFF2-40B4-BE49-F238E27FC236}">
                  <a16:creationId xmlns:a16="http://schemas.microsoft.com/office/drawing/2014/main" id="{0FB216A8-4F98-AA46-B532-32518B83E6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7" name="Freeform 75">
              <a:extLst>
                <a:ext uri="{FF2B5EF4-FFF2-40B4-BE49-F238E27FC236}">
                  <a16:creationId xmlns:a16="http://schemas.microsoft.com/office/drawing/2014/main" id="{871AC4D7-8642-7D44-9317-417B5F8F8597}"/>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endParaRPr>
            </a:p>
          </p:txBody>
        </p:sp>
      </p:grpSp>
      <p:grpSp>
        <p:nvGrpSpPr>
          <p:cNvPr id="108" name="Group 80">
            <a:extLst>
              <a:ext uri="{FF2B5EF4-FFF2-40B4-BE49-F238E27FC236}">
                <a16:creationId xmlns:a16="http://schemas.microsoft.com/office/drawing/2014/main" id="{0EF95EC3-C2D4-9E4C-9521-F92B5B88AB29}"/>
              </a:ext>
            </a:extLst>
          </p:cNvPr>
          <p:cNvGrpSpPr>
            <a:grpSpLocks/>
          </p:cNvGrpSpPr>
          <p:nvPr/>
        </p:nvGrpSpPr>
        <p:grpSpPr bwMode="auto">
          <a:xfrm>
            <a:off x="7112000" y="1977348"/>
            <a:ext cx="641350" cy="558800"/>
            <a:chOff x="-44" y="1473"/>
            <a:chExt cx="981" cy="1105"/>
          </a:xfrm>
        </p:grpSpPr>
        <p:pic>
          <p:nvPicPr>
            <p:cNvPr id="109" name="Picture 81" descr="desktop_computer_stylized_medium">
              <a:extLst>
                <a:ext uri="{FF2B5EF4-FFF2-40B4-BE49-F238E27FC236}">
                  <a16:creationId xmlns:a16="http://schemas.microsoft.com/office/drawing/2014/main" id="{BE8FC295-C7B7-C84A-9639-AAA684958A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0" name="Freeform 82">
              <a:extLst>
                <a:ext uri="{FF2B5EF4-FFF2-40B4-BE49-F238E27FC236}">
                  <a16:creationId xmlns:a16="http://schemas.microsoft.com/office/drawing/2014/main" id="{31D155CD-E402-954B-8FA1-5955CB05859C}"/>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endParaRPr>
            </a:p>
          </p:txBody>
        </p:sp>
      </p:grpSp>
      <p:grpSp>
        <p:nvGrpSpPr>
          <p:cNvPr id="111" name="Group 83">
            <a:extLst>
              <a:ext uri="{FF2B5EF4-FFF2-40B4-BE49-F238E27FC236}">
                <a16:creationId xmlns:a16="http://schemas.microsoft.com/office/drawing/2014/main" id="{BF765BCF-419D-4F4C-A66F-45A7F9698141}"/>
              </a:ext>
            </a:extLst>
          </p:cNvPr>
          <p:cNvGrpSpPr>
            <a:grpSpLocks/>
          </p:cNvGrpSpPr>
          <p:nvPr/>
        </p:nvGrpSpPr>
        <p:grpSpPr bwMode="auto">
          <a:xfrm>
            <a:off x="7140575" y="2586948"/>
            <a:ext cx="641350" cy="558800"/>
            <a:chOff x="-44" y="1473"/>
            <a:chExt cx="981" cy="1105"/>
          </a:xfrm>
        </p:grpSpPr>
        <p:pic>
          <p:nvPicPr>
            <p:cNvPr id="112" name="Picture 84" descr="desktop_computer_stylized_medium">
              <a:extLst>
                <a:ext uri="{FF2B5EF4-FFF2-40B4-BE49-F238E27FC236}">
                  <a16:creationId xmlns:a16="http://schemas.microsoft.com/office/drawing/2014/main" id="{84119354-B347-3240-8A47-9B56540D78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 name="Freeform 85">
              <a:extLst>
                <a:ext uri="{FF2B5EF4-FFF2-40B4-BE49-F238E27FC236}">
                  <a16:creationId xmlns:a16="http://schemas.microsoft.com/office/drawing/2014/main" id="{8CC47AE7-EF7A-D54F-96D6-26C222D4F8DE}"/>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endParaRPr>
            </a:p>
          </p:txBody>
        </p:sp>
      </p:grpSp>
      <p:grpSp>
        <p:nvGrpSpPr>
          <p:cNvPr id="114" name="Group 87">
            <a:extLst>
              <a:ext uri="{FF2B5EF4-FFF2-40B4-BE49-F238E27FC236}">
                <a16:creationId xmlns:a16="http://schemas.microsoft.com/office/drawing/2014/main" id="{9C4422EF-C252-1145-92D8-74A11BEA28DA}"/>
              </a:ext>
            </a:extLst>
          </p:cNvPr>
          <p:cNvGrpSpPr>
            <a:grpSpLocks/>
          </p:cNvGrpSpPr>
          <p:nvPr/>
        </p:nvGrpSpPr>
        <p:grpSpPr bwMode="auto">
          <a:xfrm flipH="1">
            <a:off x="10799763" y="1536023"/>
            <a:ext cx="641350" cy="558800"/>
            <a:chOff x="-44" y="1473"/>
            <a:chExt cx="981" cy="1105"/>
          </a:xfrm>
        </p:grpSpPr>
        <p:pic>
          <p:nvPicPr>
            <p:cNvPr id="115" name="Picture 88" descr="desktop_computer_stylized_medium">
              <a:extLst>
                <a:ext uri="{FF2B5EF4-FFF2-40B4-BE49-F238E27FC236}">
                  <a16:creationId xmlns:a16="http://schemas.microsoft.com/office/drawing/2014/main" id="{3A21162C-4ABF-5B4D-B741-3AA5F44ADB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6" name="Freeform 89">
              <a:extLst>
                <a:ext uri="{FF2B5EF4-FFF2-40B4-BE49-F238E27FC236}">
                  <a16:creationId xmlns:a16="http://schemas.microsoft.com/office/drawing/2014/main" id="{8790702D-4218-6844-AB6C-19506FCB0364}"/>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endParaRPr>
            </a:p>
          </p:txBody>
        </p:sp>
      </p:grpSp>
      <p:grpSp>
        <p:nvGrpSpPr>
          <p:cNvPr id="117" name="Group 90">
            <a:extLst>
              <a:ext uri="{FF2B5EF4-FFF2-40B4-BE49-F238E27FC236}">
                <a16:creationId xmlns:a16="http://schemas.microsoft.com/office/drawing/2014/main" id="{5150C92F-F48E-A84A-9BF4-E37FE6803536}"/>
              </a:ext>
            </a:extLst>
          </p:cNvPr>
          <p:cNvGrpSpPr>
            <a:grpSpLocks/>
          </p:cNvGrpSpPr>
          <p:nvPr/>
        </p:nvGrpSpPr>
        <p:grpSpPr bwMode="auto">
          <a:xfrm flipH="1">
            <a:off x="10814050" y="2815548"/>
            <a:ext cx="641350" cy="558800"/>
            <a:chOff x="-44" y="1473"/>
            <a:chExt cx="981" cy="1105"/>
          </a:xfrm>
        </p:grpSpPr>
        <p:pic>
          <p:nvPicPr>
            <p:cNvPr id="118" name="Picture 91" descr="desktop_computer_stylized_medium">
              <a:extLst>
                <a:ext uri="{FF2B5EF4-FFF2-40B4-BE49-F238E27FC236}">
                  <a16:creationId xmlns:a16="http://schemas.microsoft.com/office/drawing/2014/main" id="{EFC7BB82-D0BA-FF48-BCED-67929C19E4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9" name="Freeform 92">
              <a:extLst>
                <a:ext uri="{FF2B5EF4-FFF2-40B4-BE49-F238E27FC236}">
                  <a16:creationId xmlns:a16="http://schemas.microsoft.com/office/drawing/2014/main" id="{812216D8-CF55-8E49-93DB-7771EC121C72}"/>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endParaRPr>
            </a:p>
          </p:txBody>
        </p:sp>
      </p:grpSp>
      <p:grpSp>
        <p:nvGrpSpPr>
          <p:cNvPr id="120" name="Group 93">
            <a:extLst>
              <a:ext uri="{FF2B5EF4-FFF2-40B4-BE49-F238E27FC236}">
                <a16:creationId xmlns:a16="http://schemas.microsoft.com/office/drawing/2014/main" id="{737C2567-35F0-FD42-AC57-E3D8F89E42E8}"/>
              </a:ext>
            </a:extLst>
          </p:cNvPr>
          <p:cNvGrpSpPr>
            <a:grpSpLocks/>
          </p:cNvGrpSpPr>
          <p:nvPr/>
        </p:nvGrpSpPr>
        <p:grpSpPr bwMode="auto">
          <a:xfrm flipH="1">
            <a:off x="9715500" y="4339548"/>
            <a:ext cx="641350" cy="558800"/>
            <a:chOff x="-44" y="1473"/>
            <a:chExt cx="981" cy="1105"/>
          </a:xfrm>
        </p:grpSpPr>
        <p:pic>
          <p:nvPicPr>
            <p:cNvPr id="121" name="Picture 94" descr="desktop_computer_stylized_medium">
              <a:extLst>
                <a:ext uri="{FF2B5EF4-FFF2-40B4-BE49-F238E27FC236}">
                  <a16:creationId xmlns:a16="http://schemas.microsoft.com/office/drawing/2014/main" id="{1C8D42B4-68A5-5A41-9961-FA7E0721D1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 name="Freeform 95">
              <a:extLst>
                <a:ext uri="{FF2B5EF4-FFF2-40B4-BE49-F238E27FC236}">
                  <a16:creationId xmlns:a16="http://schemas.microsoft.com/office/drawing/2014/main" id="{F4363C98-80EE-9645-8C79-355EF0EF3BE9}"/>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endParaRPr>
            </a:p>
          </p:txBody>
        </p:sp>
      </p:grpSp>
      <p:grpSp>
        <p:nvGrpSpPr>
          <p:cNvPr id="123" name="Group 96">
            <a:extLst>
              <a:ext uri="{FF2B5EF4-FFF2-40B4-BE49-F238E27FC236}">
                <a16:creationId xmlns:a16="http://schemas.microsoft.com/office/drawing/2014/main" id="{32AAD107-7119-2240-A3B7-72F4CCB7B2BB}"/>
              </a:ext>
            </a:extLst>
          </p:cNvPr>
          <p:cNvGrpSpPr>
            <a:grpSpLocks/>
          </p:cNvGrpSpPr>
          <p:nvPr/>
        </p:nvGrpSpPr>
        <p:grpSpPr bwMode="auto">
          <a:xfrm flipH="1">
            <a:off x="8551863" y="4380823"/>
            <a:ext cx="641350" cy="558800"/>
            <a:chOff x="-44" y="1473"/>
            <a:chExt cx="981" cy="1105"/>
          </a:xfrm>
        </p:grpSpPr>
        <p:pic>
          <p:nvPicPr>
            <p:cNvPr id="124" name="Picture 97" descr="desktop_computer_stylized_medium">
              <a:extLst>
                <a:ext uri="{FF2B5EF4-FFF2-40B4-BE49-F238E27FC236}">
                  <a16:creationId xmlns:a16="http://schemas.microsoft.com/office/drawing/2014/main" id="{FCC6FBDB-2C4D-F445-9734-8B3341F221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5" name="Freeform 98">
              <a:extLst>
                <a:ext uri="{FF2B5EF4-FFF2-40B4-BE49-F238E27FC236}">
                  <a16:creationId xmlns:a16="http://schemas.microsoft.com/office/drawing/2014/main" id="{1A19AAE9-A155-8743-989B-46EA585FAA51}"/>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endParaRPr>
            </a:p>
          </p:txBody>
        </p:sp>
      </p:grpSp>
      <p:cxnSp>
        <p:nvCxnSpPr>
          <p:cNvPr id="139" name="Straight Connector 138">
            <a:extLst>
              <a:ext uri="{FF2B5EF4-FFF2-40B4-BE49-F238E27FC236}">
                <a16:creationId xmlns:a16="http://schemas.microsoft.com/office/drawing/2014/main" id="{DA0C9123-AD87-A346-AF7E-6DF9A3D0A7D6}"/>
              </a:ext>
            </a:extLst>
          </p:cNvPr>
          <p:cNvCxnSpPr/>
          <p:nvPr/>
        </p:nvCxnSpPr>
        <p:spPr>
          <a:xfrm>
            <a:off x="7697391" y="1785938"/>
            <a:ext cx="3429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647B10D1-844A-3F47-AF5F-3612AD0EAC49}"/>
              </a:ext>
            </a:extLst>
          </p:cNvPr>
          <p:cNvCxnSpPr/>
          <p:nvPr/>
        </p:nvCxnSpPr>
        <p:spPr>
          <a:xfrm>
            <a:off x="7698824" y="2384823"/>
            <a:ext cx="3429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BE275ECC-2545-5C4F-BE9E-6DF07FE50305}"/>
              </a:ext>
            </a:extLst>
          </p:cNvPr>
          <p:cNvCxnSpPr/>
          <p:nvPr/>
        </p:nvCxnSpPr>
        <p:spPr>
          <a:xfrm>
            <a:off x="7705979" y="2997995"/>
            <a:ext cx="3429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8B16B123-90E4-CC49-BAA4-2F46F7790CF4}"/>
              </a:ext>
            </a:extLst>
          </p:cNvPr>
          <p:cNvCxnSpPr>
            <a:cxnSpLocks/>
          </p:cNvCxnSpPr>
          <p:nvPr/>
        </p:nvCxnSpPr>
        <p:spPr>
          <a:xfrm>
            <a:off x="10629900" y="1942421"/>
            <a:ext cx="26108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CC116D14-B7A4-EB44-8E72-9EBE9B2F2631}"/>
              </a:ext>
            </a:extLst>
          </p:cNvPr>
          <p:cNvCxnSpPr>
            <a:cxnSpLocks/>
          </p:cNvCxnSpPr>
          <p:nvPr/>
        </p:nvCxnSpPr>
        <p:spPr>
          <a:xfrm>
            <a:off x="10631261" y="3221529"/>
            <a:ext cx="26108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7" name="Straight Connector 156">
            <a:extLst>
              <a:ext uri="{FF2B5EF4-FFF2-40B4-BE49-F238E27FC236}">
                <a16:creationId xmlns:a16="http://schemas.microsoft.com/office/drawing/2014/main" id="{9F4374DB-EDB7-BF47-BEE7-13F23178471B}"/>
              </a:ext>
            </a:extLst>
          </p:cNvPr>
          <p:cNvCxnSpPr/>
          <p:nvPr/>
        </p:nvCxnSpPr>
        <p:spPr>
          <a:xfrm>
            <a:off x="8740878" y="4181988"/>
            <a:ext cx="0" cy="23269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id="{CE831BA1-71F0-6F41-9CC0-1AD07FE637CF}"/>
              </a:ext>
            </a:extLst>
          </p:cNvPr>
          <p:cNvCxnSpPr/>
          <p:nvPr/>
        </p:nvCxnSpPr>
        <p:spPr>
          <a:xfrm>
            <a:off x="9886336" y="4144298"/>
            <a:ext cx="0" cy="23269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1" name="Rectangle 3">
            <a:extLst>
              <a:ext uri="{FF2B5EF4-FFF2-40B4-BE49-F238E27FC236}">
                <a16:creationId xmlns:a16="http://schemas.microsoft.com/office/drawing/2014/main" id="{6B160A08-0872-E943-930F-3549C899DA74}"/>
              </a:ext>
            </a:extLst>
          </p:cNvPr>
          <p:cNvSpPr txBox="1">
            <a:spLocks noChangeArrowheads="1"/>
          </p:cNvSpPr>
          <p:nvPr/>
        </p:nvSpPr>
        <p:spPr>
          <a:xfrm>
            <a:off x="879206" y="1475622"/>
            <a:ext cx="3496144" cy="1681163"/>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3225" marR="0" lvl="0" indent="-403225"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2800" b="0" i="0" u="none" strike="noStrike" kern="1200" cap="none" spc="0" normalizeH="0" baseline="0" noProof="0" dirty="0">
                <a:ln>
                  <a:noFill/>
                </a:ln>
                <a:solidFill>
                  <a:srgbClr val="CC0000"/>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rPr>
              <a:t>Q: how are interfaces actually connected?</a:t>
            </a:r>
          </a:p>
        </p:txBody>
      </p:sp>
      <p:grpSp>
        <p:nvGrpSpPr>
          <p:cNvPr id="83" name="Group 14">
            <a:extLst>
              <a:ext uri="{FF2B5EF4-FFF2-40B4-BE49-F238E27FC236}">
                <a16:creationId xmlns:a16="http://schemas.microsoft.com/office/drawing/2014/main" id="{181797ED-C1D3-9C46-AF50-05AA834190C9}"/>
              </a:ext>
            </a:extLst>
          </p:cNvPr>
          <p:cNvGrpSpPr>
            <a:grpSpLocks/>
          </p:cNvGrpSpPr>
          <p:nvPr/>
        </p:nvGrpSpPr>
        <p:grpSpPr bwMode="auto">
          <a:xfrm>
            <a:off x="4691921" y="2355418"/>
            <a:ext cx="3185855" cy="1323439"/>
            <a:chOff x="4692210" y="2354697"/>
            <a:chExt cx="3185636" cy="1323881"/>
          </a:xfrm>
        </p:grpSpPr>
        <p:sp>
          <p:nvSpPr>
            <p:cNvPr id="84" name="TextBox 10">
              <a:extLst>
                <a:ext uri="{FF2B5EF4-FFF2-40B4-BE49-F238E27FC236}">
                  <a16:creationId xmlns:a16="http://schemas.microsoft.com/office/drawing/2014/main" id="{C857A02E-9CF0-0148-BC47-41B31887BC0C}"/>
                </a:ext>
              </a:extLst>
            </p:cNvPr>
            <p:cNvSpPr txBox="1">
              <a:spLocks noChangeArrowheads="1"/>
            </p:cNvSpPr>
            <p:nvPr/>
          </p:nvSpPr>
          <p:spPr bwMode="auto">
            <a:xfrm>
              <a:off x="4692210" y="2354697"/>
              <a:ext cx="2548153" cy="1323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1" u="none" strike="noStrike" kern="1200" cap="none" spc="0" normalizeH="0" baseline="0" noProof="0" dirty="0">
                  <a:ln>
                    <a:noFill/>
                  </a:ln>
                  <a:solidFill>
                    <a:srgbClr val="CC0000"/>
                  </a:solidFill>
                  <a:effectLst/>
                  <a:uLnTx/>
                  <a:uFillTx/>
                  <a:latin typeface="Times New Roman" panose="02020603050405020304" pitchFamily="18" charset="0"/>
                  <a:cs typeface="Times New Roman" panose="02020603050405020304" pitchFamily="18" charset="0"/>
                </a:rPr>
                <a:t>A: </a:t>
              </a:r>
              <a:r>
                <a:rPr kumimoji="0" lang="en-US" alt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wired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Ethernet interfaces connected by Ethernet switches</a:t>
              </a:r>
            </a:p>
          </p:txBody>
        </p:sp>
        <p:cxnSp>
          <p:nvCxnSpPr>
            <p:cNvPr id="85" name="Straight Connector 12">
              <a:extLst>
                <a:ext uri="{FF2B5EF4-FFF2-40B4-BE49-F238E27FC236}">
                  <a16:creationId xmlns:a16="http://schemas.microsoft.com/office/drawing/2014/main" id="{51DB36B2-E6A1-484F-B772-F98C78EA95D3}"/>
                </a:ext>
              </a:extLst>
            </p:cNvPr>
            <p:cNvCxnSpPr>
              <a:cxnSpLocks noChangeShapeType="1"/>
            </p:cNvCxnSpPr>
            <p:nvPr/>
          </p:nvCxnSpPr>
          <p:spPr bwMode="auto">
            <a:xfrm flipH="1">
              <a:off x="5801407" y="2510599"/>
              <a:ext cx="2076439" cy="0"/>
            </a:xfrm>
            <a:prstGeom prst="line">
              <a:avLst/>
            </a:prstGeom>
            <a:noFill/>
            <a:ln w="9525">
              <a:solidFill>
                <a:srgbClr val="C00000"/>
              </a:solidFill>
              <a:round/>
              <a:headEnd/>
              <a:tailEnd/>
            </a:ln>
            <a:extLst>
              <a:ext uri="{909E8E84-426E-40DD-AFC4-6F175D3DCCD1}">
                <a14:hiddenFill xmlns:a14="http://schemas.microsoft.com/office/drawing/2010/main">
                  <a:noFill/>
                </a14:hiddenFill>
              </a:ext>
            </a:extLst>
          </p:spPr>
        </p:cxnSp>
      </p:grpSp>
      <p:grpSp>
        <p:nvGrpSpPr>
          <p:cNvPr id="89" name="Group 15">
            <a:extLst>
              <a:ext uri="{FF2B5EF4-FFF2-40B4-BE49-F238E27FC236}">
                <a16:creationId xmlns:a16="http://schemas.microsoft.com/office/drawing/2014/main" id="{4247575D-10FD-6943-A644-EC2D2B6B26A5}"/>
              </a:ext>
            </a:extLst>
          </p:cNvPr>
          <p:cNvGrpSpPr>
            <a:grpSpLocks/>
          </p:cNvGrpSpPr>
          <p:nvPr/>
        </p:nvGrpSpPr>
        <p:grpSpPr bwMode="auto">
          <a:xfrm>
            <a:off x="7689955" y="3656040"/>
            <a:ext cx="4167265" cy="2436076"/>
            <a:chOff x="5036498" y="3790332"/>
            <a:chExt cx="4168379" cy="2435958"/>
          </a:xfrm>
        </p:grpSpPr>
        <p:pic>
          <p:nvPicPr>
            <p:cNvPr id="90" name="Picture 777" descr="access_point_stylized_small">
              <a:extLst>
                <a:ext uri="{FF2B5EF4-FFF2-40B4-BE49-F238E27FC236}">
                  <a16:creationId xmlns:a16="http://schemas.microsoft.com/office/drawing/2014/main" id="{7FB858BD-D76C-3C42-9F58-7CAE9F9A28F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12411" y="3790332"/>
              <a:ext cx="587569" cy="486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6" name="TextBox 89">
              <a:extLst>
                <a:ext uri="{FF2B5EF4-FFF2-40B4-BE49-F238E27FC236}">
                  <a16:creationId xmlns:a16="http://schemas.microsoft.com/office/drawing/2014/main" id="{CBC18245-6191-C44B-A2ED-478F0C6B5BA5}"/>
                </a:ext>
              </a:extLst>
            </p:cNvPr>
            <p:cNvSpPr txBox="1">
              <a:spLocks noChangeArrowheads="1"/>
            </p:cNvSpPr>
            <p:nvPr/>
          </p:nvSpPr>
          <p:spPr bwMode="auto">
            <a:xfrm>
              <a:off x="5036498" y="5518438"/>
              <a:ext cx="4168379" cy="7078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1" u="none" strike="noStrike" kern="1200" cap="none" spc="0" normalizeH="0" baseline="0" noProof="0" dirty="0">
                  <a:ln>
                    <a:noFill/>
                  </a:ln>
                  <a:solidFill>
                    <a:srgbClr val="CC0000"/>
                  </a:solidFill>
                  <a:effectLst/>
                  <a:uLnTx/>
                  <a:uFillTx/>
                  <a:latin typeface="Times New Roman" panose="02020603050405020304" pitchFamily="18" charset="0"/>
                  <a:cs typeface="Times New Roman" panose="02020603050405020304" pitchFamily="18" charset="0"/>
                </a:rPr>
                <a:t>A: </a:t>
              </a:r>
              <a:r>
                <a:rPr kumimoji="0" lang="en-US" altLang="en-US" sz="20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wireless WiFi interfaces connected by WiFi base station</a:t>
              </a:r>
            </a:p>
          </p:txBody>
        </p:sp>
        <p:cxnSp>
          <p:nvCxnSpPr>
            <p:cNvPr id="127" name="Straight Connector 90">
              <a:extLst>
                <a:ext uri="{FF2B5EF4-FFF2-40B4-BE49-F238E27FC236}">
                  <a16:creationId xmlns:a16="http://schemas.microsoft.com/office/drawing/2014/main" id="{56427654-2312-7947-B2CE-AE26D8B03643}"/>
                </a:ext>
              </a:extLst>
            </p:cNvPr>
            <p:cNvCxnSpPr>
              <a:cxnSpLocks noChangeShapeType="1"/>
            </p:cNvCxnSpPr>
            <p:nvPr/>
          </p:nvCxnSpPr>
          <p:spPr bwMode="auto">
            <a:xfrm flipV="1">
              <a:off x="6850795" y="4241577"/>
              <a:ext cx="0" cy="1289090"/>
            </a:xfrm>
            <a:prstGeom prst="line">
              <a:avLst/>
            </a:prstGeom>
            <a:noFill/>
            <a:ln w="12700">
              <a:solidFill>
                <a:srgbClr val="C00000"/>
              </a:solidFill>
              <a:round/>
              <a:headEnd/>
              <a:tailEnd/>
            </a:ln>
            <a:extLst>
              <a:ext uri="{909E8E84-426E-40DD-AFC4-6F175D3DCCD1}">
                <a14:hiddenFill xmlns:a14="http://schemas.microsoft.com/office/drawing/2010/main">
                  <a:noFill/>
                </a14:hiddenFill>
              </a:ext>
            </a:extLst>
          </p:spPr>
        </p:cxnSp>
      </p:grpSp>
      <p:cxnSp>
        <p:nvCxnSpPr>
          <p:cNvPr id="165" name="Straight Connector 164">
            <a:extLst>
              <a:ext uri="{FF2B5EF4-FFF2-40B4-BE49-F238E27FC236}">
                <a16:creationId xmlns:a16="http://schemas.microsoft.com/office/drawing/2014/main" id="{8BF6DCAC-843D-3745-A7E3-15A8AB8BE438}"/>
              </a:ext>
            </a:extLst>
          </p:cNvPr>
          <p:cNvCxnSpPr>
            <a:cxnSpLocks/>
          </p:cNvCxnSpPr>
          <p:nvPr/>
        </p:nvCxnSpPr>
        <p:spPr>
          <a:xfrm>
            <a:off x="8364512" y="2578622"/>
            <a:ext cx="79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6" name="Straight Connector 165">
            <a:extLst>
              <a:ext uri="{FF2B5EF4-FFF2-40B4-BE49-F238E27FC236}">
                <a16:creationId xmlns:a16="http://schemas.microsoft.com/office/drawing/2014/main" id="{CFED2BF4-CE70-1348-8E9F-782B4E45CDA9}"/>
              </a:ext>
            </a:extLst>
          </p:cNvPr>
          <p:cNvCxnSpPr>
            <a:cxnSpLocks/>
          </p:cNvCxnSpPr>
          <p:nvPr/>
        </p:nvCxnSpPr>
        <p:spPr>
          <a:xfrm>
            <a:off x="9547622" y="2584574"/>
            <a:ext cx="97547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5" name="Group 144">
            <a:extLst>
              <a:ext uri="{FF2B5EF4-FFF2-40B4-BE49-F238E27FC236}">
                <a16:creationId xmlns:a16="http://schemas.microsoft.com/office/drawing/2014/main" id="{47621971-34E0-CC48-A19B-037E3093111E}"/>
              </a:ext>
            </a:extLst>
          </p:cNvPr>
          <p:cNvGrpSpPr/>
          <p:nvPr/>
        </p:nvGrpSpPr>
        <p:grpSpPr>
          <a:xfrm>
            <a:off x="9053641" y="2438501"/>
            <a:ext cx="632991" cy="300938"/>
            <a:chOff x="7493876" y="2774731"/>
            <a:chExt cx="1481958" cy="894622"/>
          </a:xfrm>
        </p:grpSpPr>
        <p:sp>
          <p:nvSpPr>
            <p:cNvPr id="146" name="Freeform 145">
              <a:extLst>
                <a:ext uri="{FF2B5EF4-FFF2-40B4-BE49-F238E27FC236}">
                  <a16:creationId xmlns:a16="http://schemas.microsoft.com/office/drawing/2014/main" id="{6FB98C3C-BD15-1E4E-8161-5771358A56FA}"/>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rPr>
                <a:t>                   </a:t>
              </a:r>
            </a:p>
          </p:txBody>
        </p:sp>
        <p:sp>
          <p:nvSpPr>
            <p:cNvPr id="147" name="Oval 146">
              <a:extLst>
                <a:ext uri="{FF2B5EF4-FFF2-40B4-BE49-F238E27FC236}">
                  <a16:creationId xmlns:a16="http://schemas.microsoft.com/office/drawing/2014/main" id="{DCCEC270-4E3D-3340-AFF2-3620AE4874F5}"/>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rPr>
                <a:t>              </a:t>
              </a:r>
            </a:p>
          </p:txBody>
        </p:sp>
        <p:grpSp>
          <p:nvGrpSpPr>
            <p:cNvPr id="148" name="Group 147">
              <a:extLst>
                <a:ext uri="{FF2B5EF4-FFF2-40B4-BE49-F238E27FC236}">
                  <a16:creationId xmlns:a16="http://schemas.microsoft.com/office/drawing/2014/main" id="{6728EBC2-F374-244F-8DF6-ECD78FFF853B}"/>
                </a:ext>
              </a:extLst>
            </p:cNvPr>
            <p:cNvGrpSpPr/>
            <p:nvPr/>
          </p:nvGrpSpPr>
          <p:grpSpPr>
            <a:xfrm>
              <a:off x="7713663" y="2848339"/>
              <a:ext cx="1042107" cy="425543"/>
              <a:chOff x="7786941" y="2884917"/>
              <a:chExt cx="897649" cy="353919"/>
            </a:xfrm>
          </p:grpSpPr>
          <p:sp>
            <p:nvSpPr>
              <p:cNvPr id="149" name="Freeform 148">
                <a:extLst>
                  <a:ext uri="{FF2B5EF4-FFF2-40B4-BE49-F238E27FC236}">
                    <a16:creationId xmlns:a16="http://schemas.microsoft.com/office/drawing/2014/main" id="{7FC2F874-C457-C14E-83DC-0F8852485FD7}"/>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150" name="Freeform 149">
                <a:extLst>
                  <a:ext uri="{FF2B5EF4-FFF2-40B4-BE49-F238E27FC236}">
                    <a16:creationId xmlns:a16="http://schemas.microsoft.com/office/drawing/2014/main" id="{8029F755-13C4-CD49-A357-AE486E655D39}"/>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151" name="Freeform 150">
                <a:extLst>
                  <a:ext uri="{FF2B5EF4-FFF2-40B4-BE49-F238E27FC236}">
                    <a16:creationId xmlns:a16="http://schemas.microsoft.com/office/drawing/2014/main" id="{3A5A8F28-09DA-664C-9D32-7EA01040A22B}"/>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152" name="Freeform 151">
                <a:extLst>
                  <a:ext uri="{FF2B5EF4-FFF2-40B4-BE49-F238E27FC236}">
                    <a16:creationId xmlns:a16="http://schemas.microsoft.com/office/drawing/2014/main" id="{2ECA3380-F117-EF47-A645-2BCD02B473A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grpSp>
      </p:grpSp>
      <p:grpSp>
        <p:nvGrpSpPr>
          <p:cNvPr id="12" name="Group 11">
            <a:extLst>
              <a:ext uri="{FF2B5EF4-FFF2-40B4-BE49-F238E27FC236}">
                <a16:creationId xmlns:a16="http://schemas.microsoft.com/office/drawing/2014/main" id="{8D9B5261-3EAB-2D49-8E78-BC9943D92A14}"/>
              </a:ext>
            </a:extLst>
          </p:cNvPr>
          <p:cNvGrpSpPr/>
          <p:nvPr/>
        </p:nvGrpSpPr>
        <p:grpSpPr>
          <a:xfrm>
            <a:off x="7865822" y="1784294"/>
            <a:ext cx="3069150" cy="1444428"/>
            <a:chOff x="7865822" y="1784294"/>
            <a:chExt cx="3069150" cy="1444428"/>
          </a:xfrm>
        </p:grpSpPr>
        <p:cxnSp>
          <p:nvCxnSpPr>
            <p:cNvPr id="10" name="Straight Connector 9">
              <a:extLst>
                <a:ext uri="{FF2B5EF4-FFF2-40B4-BE49-F238E27FC236}">
                  <a16:creationId xmlns:a16="http://schemas.microsoft.com/office/drawing/2014/main" id="{A0DFEFA8-1282-FF40-BD4C-03D667AB1031}"/>
                </a:ext>
              </a:extLst>
            </p:cNvPr>
            <p:cNvCxnSpPr/>
            <p:nvPr/>
          </p:nvCxnSpPr>
          <p:spPr>
            <a:xfrm>
              <a:off x="8043483" y="1784294"/>
              <a:ext cx="0" cy="121785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3" name="Group 132">
              <a:extLst>
                <a:ext uri="{FF2B5EF4-FFF2-40B4-BE49-F238E27FC236}">
                  <a16:creationId xmlns:a16="http://schemas.microsoft.com/office/drawing/2014/main" id="{200917B6-4D2A-1447-AC8E-DD9FD8DF7959}"/>
                </a:ext>
              </a:extLst>
            </p:cNvPr>
            <p:cNvGrpSpPr/>
            <p:nvPr/>
          </p:nvGrpSpPr>
          <p:grpSpPr>
            <a:xfrm>
              <a:off x="7865822" y="2488367"/>
              <a:ext cx="618612" cy="329734"/>
              <a:chOff x="3668110" y="2448910"/>
              <a:chExt cx="3794234" cy="2165130"/>
            </a:xfrm>
          </p:grpSpPr>
          <p:sp>
            <p:nvSpPr>
              <p:cNvPr id="134" name="Rectangle 133">
                <a:extLst>
                  <a:ext uri="{FF2B5EF4-FFF2-40B4-BE49-F238E27FC236}">
                    <a16:creationId xmlns:a16="http://schemas.microsoft.com/office/drawing/2014/main" id="{B462ED61-9088-7C48-A139-A37BDD623520}"/>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135" name="Freeform 134">
                <a:extLst>
                  <a:ext uri="{FF2B5EF4-FFF2-40B4-BE49-F238E27FC236}">
                    <a16:creationId xmlns:a16="http://schemas.microsoft.com/office/drawing/2014/main" id="{2B4C0890-1563-5B4E-ACB5-504ACEF8EE0B}"/>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grpSp>
            <p:nvGrpSpPr>
              <p:cNvPr id="136" name="Group 135">
                <a:extLst>
                  <a:ext uri="{FF2B5EF4-FFF2-40B4-BE49-F238E27FC236}">
                    <a16:creationId xmlns:a16="http://schemas.microsoft.com/office/drawing/2014/main" id="{7163142D-79D9-CA47-86D6-423C0461A95C}"/>
                  </a:ext>
                </a:extLst>
              </p:cNvPr>
              <p:cNvGrpSpPr/>
              <p:nvPr/>
            </p:nvGrpSpPr>
            <p:grpSpPr>
              <a:xfrm>
                <a:off x="3941378" y="2603243"/>
                <a:ext cx="3202061" cy="1066110"/>
                <a:chOff x="7939341" y="3037317"/>
                <a:chExt cx="897649" cy="353919"/>
              </a:xfrm>
            </p:grpSpPr>
            <p:sp>
              <p:nvSpPr>
                <p:cNvPr id="137" name="Freeform 136">
                  <a:extLst>
                    <a:ext uri="{FF2B5EF4-FFF2-40B4-BE49-F238E27FC236}">
                      <a16:creationId xmlns:a16="http://schemas.microsoft.com/office/drawing/2014/main" id="{60D38385-0131-EF44-8639-0E7A18B271C1}"/>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138" name="Freeform 137">
                  <a:extLst>
                    <a:ext uri="{FF2B5EF4-FFF2-40B4-BE49-F238E27FC236}">
                      <a16:creationId xmlns:a16="http://schemas.microsoft.com/office/drawing/2014/main" id="{62C5F6DA-5794-D249-83AE-49E4169347F2}"/>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144" name="Freeform 143">
                  <a:extLst>
                    <a:ext uri="{FF2B5EF4-FFF2-40B4-BE49-F238E27FC236}">
                      <a16:creationId xmlns:a16="http://schemas.microsoft.com/office/drawing/2014/main" id="{B2A3A623-A889-E445-8784-88B3A17C9560}"/>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154" name="Freeform 153">
                  <a:extLst>
                    <a:ext uri="{FF2B5EF4-FFF2-40B4-BE49-F238E27FC236}">
                      <a16:creationId xmlns:a16="http://schemas.microsoft.com/office/drawing/2014/main" id="{BABC54DF-BC7A-F74E-A41E-161A8BDBB36C}"/>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grpSp>
        </p:grpSp>
        <p:cxnSp>
          <p:nvCxnSpPr>
            <p:cNvPr id="175" name="Straight Connector 174">
              <a:extLst>
                <a:ext uri="{FF2B5EF4-FFF2-40B4-BE49-F238E27FC236}">
                  <a16:creationId xmlns:a16="http://schemas.microsoft.com/office/drawing/2014/main" id="{C856FEB0-8BD1-0347-822A-8A65DF932CFB}"/>
                </a:ext>
              </a:extLst>
            </p:cNvPr>
            <p:cNvCxnSpPr>
              <a:cxnSpLocks/>
            </p:cNvCxnSpPr>
            <p:nvPr/>
          </p:nvCxnSpPr>
          <p:spPr>
            <a:xfrm>
              <a:off x="10631585" y="1932648"/>
              <a:ext cx="0" cy="129607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67" name="Group 166">
              <a:extLst>
                <a:ext uri="{FF2B5EF4-FFF2-40B4-BE49-F238E27FC236}">
                  <a16:creationId xmlns:a16="http://schemas.microsoft.com/office/drawing/2014/main" id="{70EBB62F-C388-9D4B-879D-64A6164175C6}"/>
                </a:ext>
              </a:extLst>
            </p:cNvPr>
            <p:cNvGrpSpPr/>
            <p:nvPr/>
          </p:nvGrpSpPr>
          <p:grpSpPr>
            <a:xfrm>
              <a:off x="10316360" y="2442512"/>
              <a:ext cx="618612" cy="329734"/>
              <a:chOff x="3668110" y="2448910"/>
              <a:chExt cx="3794234" cy="2165130"/>
            </a:xfrm>
          </p:grpSpPr>
          <p:sp>
            <p:nvSpPr>
              <p:cNvPr id="168" name="Rectangle 167">
                <a:extLst>
                  <a:ext uri="{FF2B5EF4-FFF2-40B4-BE49-F238E27FC236}">
                    <a16:creationId xmlns:a16="http://schemas.microsoft.com/office/drawing/2014/main" id="{63DB56F9-0FDE-6541-B8CC-3E2797805A5B}"/>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169" name="Freeform 168">
                <a:extLst>
                  <a:ext uri="{FF2B5EF4-FFF2-40B4-BE49-F238E27FC236}">
                    <a16:creationId xmlns:a16="http://schemas.microsoft.com/office/drawing/2014/main" id="{7BB629E8-44BE-7747-A8F6-8CD73A9AB7F3}"/>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grpSp>
            <p:nvGrpSpPr>
              <p:cNvPr id="170" name="Group 169">
                <a:extLst>
                  <a:ext uri="{FF2B5EF4-FFF2-40B4-BE49-F238E27FC236}">
                    <a16:creationId xmlns:a16="http://schemas.microsoft.com/office/drawing/2014/main" id="{29181AAA-C35B-0544-9F11-9BBCE39A6033}"/>
                  </a:ext>
                </a:extLst>
              </p:cNvPr>
              <p:cNvGrpSpPr/>
              <p:nvPr/>
            </p:nvGrpSpPr>
            <p:grpSpPr>
              <a:xfrm>
                <a:off x="3941378" y="2603243"/>
                <a:ext cx="3202061" cy="1066110"/>
                <a:chOff x="7939341" y="3037317"/>
                <a:chExt cx="897649" cy="353919"/>
              </a:xfrm>
            </p:grpSpPr>
            <p:sp>
              <p:nvSpPr>
                <p:cNvPr id="171" name="Freeform 170">
                  <a:extLst>
                    <a:ext uri="{FF2B5EF4-FFF2-40B4-BE49-F238E27FC236}">
                      <a16:creationId xmlns:a16="http://schemas.microsoft.com/office/drawing/2014/main" id="{44355D4E-8E7E-194A-9B67-E192E2C8EFCC}"/>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172" name="Freeform 171">
                  <a:extLst>
                    <a:ext uri="{FF2B5EF4-FFF2-40B4-BE49-F238E27FC236}">
                      <a16:creationId xmlns:a16="http://schemas.microsoft.com/office/drawing/2014/main" id="{9D3A264F-5E88-2248-B832-3FE41DE461C2}"/>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173" name="Freeform 172">
                  <a:extLst>
                    <a:ext uri="{FF2B5EF4-FFF2-40B4-BE49-F238E27FC236}">
                      <a16:creationId xmlns:a16="http://schemas.microsoft.com/office/drawing/2014/main" id="{21A4184B-F6E1-574A-AAE3-3B57512BD891}"/>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174" name="Freeform 173">
                  <a:extLst>
                    <a:ext uri="{FF2B5EF4-FFF2-40B4-BE49-F238E27FC236}">
                      <a16:creationId xmlns:a16="http://schemas.microsoft.com/office/drawing/2014/main" id="{46A6325B-D7F7-6E4C-8D67-739D7B46C646}"/>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grpSp>
        </p:grpSp>
      </p:grpSp>
      <p:pic>
        <p:nvPicPr>
          <p:cNvPr id="2" name="Picture 1">
            <a:extLst>
              <a:ext uri="{FF2B5EF4-FFF2-40B4-BE49-F238E27FC236}">
                <a16:creationId xmlns:a16="http://schemas.microsoft.com/office/drawing/2014/main" id="{F3679E95-7CE6-1041-882D-E2BD664B108A}"/>
              </a:ext>
            </a:extLst>
          </p:cNvPr>
          <p:cNvPicPr>
            <a:picLocks noChangeAspect="1"/>
          </p:cNvPicPr>
          <p:nvPr/>
        </p:nvPicPr>
        <p:blipFill>
          <a:blip r:embed="rId5"/>
          <a:stretch>
            <a:fillRect/>
          </a:stretch>
        </p:blipFill>
        <p:spPr>
          <a:xfrm>
            <a:off x="1061860" y="3714207"/>
            <a:ext cx="4580107" cy="2898349"/>
          </a:xfrm>
          <a:prstGeom prst="rect">
            <a:avLst/>
          </a:prstGeom>
        </p:spPr>
      </p:pic>
    </p:spTree>
    <p:extLst>
      <p:ext uri="{BB962C8B-B14F-4D97-AF65-F5344CB8AC3E}">
        <p14:creationId xmlns:p14="http://schemas.microsoft.com/office/powerpoint/2010/main" val="2590758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3"/>
                                        </p:tgtEl>
                                        <p:attrNameLst>
                                          <p:attrName>style.visibility</p:attrName>
                                        </p:attrNameLst>
                                      </p:cBhvr>
                                      <p:to>
                                        <p:strVal val="visible"/>
                                      </p:to>
                                    </p:set>
                                    <p:animEffect transition="in" filter="dissolve">
                                      <p:cBhvr>
                                        <p:cTn id="7" dur="500"/>
                                        <p:tgtEl>
                                          <p:spTgt spid="83"/>
                                        </p:tgtEl>
                                      </p:cBhvr>
                                    </p:animEffect>
                                  </p:childTnLst>
                                </p:cTn>
                              </p:par>
                              <p:par>
                                <p:cTn id="8" presetID="9"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dissolv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89"/>
                                        </p:tgtEl>
                                        <p:attrNameLst>
                                          <p:attrName>style.visibility</p:attrName>
                                        </p:attrNameLst>
                                      </p:cBhvr>
                                      <p:to>
                                        <p:strVal val="visible"/>
                                      </p:to>
                                    </p:set>
                                    <p:animEffect transition="in" filter="dissolve">
                                      <p:cBhvr>
                                        <p:cTn id="15" dur="500"/>
                                        <p:tgtEl>
                                          <p:spTgt spid="89"/>
                                        </p:tgtEl>
                                      </p:cBhvr>
                                    </p:animEffect>
                                  </p:childTnLst>
                                </p:cTn>
                              </p:par>
                              <p:par>
                                <p:cTn id="16" presetID="9" presetClass="exit" presetSubtype="0" fill="hold" nodeType="withEffect">
                                  <p:stCondLst>
                                    <p:cond delay="0"/>
                                  </p:stCondLst>
                                  <p:childTnLst>
                                    <p:animEffect transition="out" filter="dissolve">
                                      <p:cBhvr>
                                        <p:cTn id="17" dur="500"/>
                                        <p:tgtEl>
                                          <p:spTgt spid="83"/>
                                        </p:tgtEl>
                                      </p:cBhvr>
                                    </p:animEffect>
                                    <p:set>
                                      <p:cBhvr>
                                        <p:cTn id="18" dur="1" fill="hold">
                                          <p:stCondLst>
                                            <p:cond delay="499"/>
                                          </p:stCondLst>
                                        </p:cTn>
                                        <p:tgtEl>
                                          <p:spTgt spid="83"/>
                                        </p:tgtEl>
                                        <p:attrNameLst>
                                          <p:attrName>style.visibility</p:attrName>
                                        </p:attrNameLst>
                                      </p:cBhvr>
                                      <p:to>
                                        <p:strVal val="hidden"/>
                                      </p:to>
                                    </p:set>
                                  </p:childTnLst>
                                </p:cTn>
                              </p:par>
                              <p:par>
                                <p:cTn id="19" presetID="9" presetClass="exit" presetSubtype="0" fill="hold" nodeType="withEffect">
                                  <p:stCondLst>
                                    <p:cond delay="0"/>
                                  </p:stCondLst>
                                  <p:childTnLst>
                                    <p:animEffect transition="out" filter="dissolve">
                                      <p:cBhvr>
                                        <p:cTn id="20" dur="500"/>
                                        <p:tgtEl>
                                          <p:spTgt spid="89"/>
                                        </p:tgtEl>
                                      </p:cBhvr>
                                    </p:animEffect>
                                    <p:set>
                                      <p:cBhvr>
                                        <p:cTn id="21" dur="1" fill="hold">
                                          <p:stCondLst>
                                            <p:cond delay="499"/>
                                          </p:stCondLst>
                                        </p:cTn>
                                        <p:tgtEl>
                                          <p:spTgt spid="89"/>
                                        </p:tgtEl>
                                        <p:attrNameLst>
                                          <p:attrName>style.visibility</p:attrName>
                                        </p:attrNameLst>
                                      </p:cBhvr>
                                      <p:to>
                                        <p:strVal val="hidden"/>
                                      </p:to>
                                    </p:set>
                                  </p:childTnLst>
                                </p:cTn>
                              </p:par>
                              <p:par>
                                <p:cTn id="22" presetID="9" presetClass="exit" presetSubtype="0" fill="hold" nodeType="withEffect">
                                  <p:stCondLst>
                                    <p:cond delay="0"/>
                                  </p:stCondLst>
                                  <p:childTnLst>
                                    <p:animEffect transition="out" filter="dissolve">
                                      <p:cBhvr>
                                        <p:cTn id="23" dur="500"/>
                                        <p:tgtEl>
                                          <p:spTgt spid="12"/>
                                        </p:tgtEl>
                                      </p:cBhvr>
                                    </p:animEffect>
                                    <p:set>
                                      <p:cBhvr>
                                        <p:cTn id="24" dur="1" fill="hold">
                                          <p:stCondLst>
                                            <p:cond delay="499"/>
                                          </p:stCondLst>
                                        </p:cTn>
                                        <p:tgtEl>
                                          <p:spTgt spid="12"/>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802" name="Rectangle 2">
            <a:extLst>
              <a:ext uri="{FF2B5EF4-FFF2-40B4-BE49-F238E27FC236}">
                <a16:creationId xmlns:a16="http://schemas.microsoft.com/office/drawing/2014/main" id="{88721EFC-E36D-3368-EFFA-7A286C655313}"/>
              </a:ext>
            </a:extLst>
          </p:cNvPr>
          <p:cNvSpPr>
            <a:spLocks noGrp="1" noChangeArrowheads="1"/>
          </p:cNvSpPr>
          <p:nvPr>
            <p:ph type="title"/>
          </p:nvPr>
        </p:nvSpPr>
        <p:spPr/>
        <p:txBody>
          <a:bodyPr/>
          <a:lstStyle/>
          <a:p>
            <a:r>
              <a:rPr lang="en-US" altLang="en-US"/>
              <a:t>How Router Forwards Packets</a:t>
            </a:r>
          </a:p>
        </p:txBody>
      </p:sp>
      <p:pic>
        <p:nvPicPr>
          <p:cNvPr id="332803" name="Picture 3">
            <a:extLst>
              <a:ext uri="{FF2B5EF4-FFF2-40B4-BE49-F238E27FC236}">
                <a16:creationId xmlns:a16="http://schemas.microsoft.com/office/drawing/2014/main" id="{CFF25062-B0FF-ABD2-BDA7-AA209C8E49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77296" y="1339431"/>
            <a:ext cx="6854825" cy="5462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69911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a:xfrm>
            <a:off x="838200" y="398812"/>
            <a:ext cx="10515600" cy="894622"/>
          </a:xfrm>
        </p:spPr>
        <p:txBody>
          <a:bodyPr>
            <a:normAutofit/>
          </a:bodyPr>
          <a:lstStyle/>
          <a:p>
            <a:r>
              <a:rPr lang="en-US" altLang="en-US" sz="4800" dirty="0">
                <a:ea typeface="ＭＳ Ｐゴシック" panose="020B0600070205080204" pitchFamily="34" charset="-128"/>
              </a:rPr>
              <a:t>Router architecture overview</a:t>
            </a:r>
            <a:endParaRPr lang="en-US" sz="4800" dirty="0"/>
          </a:p>
        </p:txBody>
      </p:sp>
      <p:sp>
        <p:nvSpPr>
          <p:cNvPr id="62" name="Rectangle 13">
            <a:extLst>
              <a:ext uri="{FF2B5EF4-FFF2-40B4-BE49-F238E27FC236}">
                <a16:creationId xmlns:a16="http://schemas.microsoft.com/office/drawing/2014/main" id="{1FBC4707-F7A4-A94F-8160-5F9B1176127F}"/>
              </a:ext>
            </a:extLst>
          </p:cNvPr>
          <p:cNvSpPr>
            <a:spLocks noChangeArrowheads="1"/>
          </p:cNvSpPr>
          <p:nvPr/>
        </p:nvSpPr>
        <p:spPr bwMode="auto">
          <a:xfrm>
            <a:off x="874641" y="1443590"/>
            <a:ext cx="1078727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32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ＭＳ Ｐゴシック" panose="020B0600070205080204" pitchFamily="34" charset="-128"/>
              </a:rPr>
              <a:t>high-level view of generic router architecture:</a:t>
            </a:r>
          </a:p>
        </p:txBody>
      </p:sp>
      <p:grpSp>
        <p:nvGrpSpPr>
          <p:cNvPr id="11" name="Group 60">
            <a:extLst>
              <a:ext uri="{FF2B5EF4-FFF2-40B4-BE49-F238E27FC236}">
                <a16:creationId xmlns:a16="http://schemas.microsoft.com/office/drawing/2014/main" id="{BFA21CC6-3BDD-0546-BF9B-53F12E412143}"/>
              </a:ext>
            </a:extLst>
          </p:cNvPr>
          <p:cNvGrpSpPr>
            <a:grpSpLocks/>
          </p:cNvGrpSpPr>
          <p:nvPr/>
        </p:nvGrpSpPr>
        <p:grpSpPr bwMode="auto">
          <a:xfrm>
            <a:off x="4324902" y="3466272"/>
            <a:ext cx="1609725" cy="2343150"/>
            <a:chOff x="2418" y="1882"/>
            <a:chExt cx="1014" cy="1476"/>
          </a:xfrm>
          <a:effectLst>
            <a:outerShdw blurRad="50800" dist="38100" dir="2700000" algn="tl" rotWithShape="0">
              <a:prstClr val="black">
                <a:alpha val="40000"/>
              </a:prstClr>
            </a:outerShdw>
          </a:effectLst>
        </p:grpSpPr>
        <p:sp>
          <p:nvSpPr>
            <p:cNvPr id="12" name="Rectangle 45">
              <a:extLst>
                <a:ext uri="{FF2B5EF4-FFF2-40B4-BE49-F238E27FC236}">
                  <a16:creationId xmlns:a16="http://schemas.microsoft.com/office/drawing/2014/main" id="{97E8C5CE-2986-D342-8AF6-D8B4A72B6F58}"/>
                </a:ext>
              </a:extLst>
            </p:cNvPr>
            <p:cNvSpPr>
              <a:spLocks noChangeArrowheads="1"/>
            </p:cNvSpPr>
            <p:nvPr/>
          </p:nvSpPr>
          <p:spPr bwMode="auto">
            <a:xfrm>
              <a:off x="2418" y="1882"/>
              <a:ext cx="1014" cy="1476"/>
            </a:xfrm>
            <a:prstGeom prst="rect">
              <a:avLst/>
            </a:prstGeom>
            <a:solidFill>
              <a:schemeClr val="bg1"/>
            </a:solidFill>
            <a:ln w="28575">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13" name="Text Box 48">
              <a:extLst>
                <a:ext uri="{FF2B5EF4-FFF2-40B4-BE49-F238E27FC236}">
                  <a16:creationId xmlns:a16="http://schemas.microsoft.com/office/drawing/2014/main" id="{62B04B43-D6DE-1643-8C5F-DAEC3D27B5B9}"/>
                </a:ext>
              </a:extLst>
            </p:cNvPr>
            <p:cNvSpPr txBox="1">
              <a:spLocks noChangeArrowheads="1"/>
            </p:cNvSpPr>
            <p:nvPr/>
          </p:nvSpPr>
          <p:spPr bwMode="auto">
            <a:xfrm>
              <a:off x="2485" y="2418"/>
              <a:ext cx="876" cy="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high-speed </a:t>
              </a:r>
            </a:p>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switching</a:t>
              </a:r>
            </a:p>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fabric</a:t>
              </a:r>
            </a:p>
          </p:txBody>
        </p:sp>
      </p:grpSp>
      <p:grpSp>
        <p:nvGrpSpPr>
          <p:cNvPr id="3" name="Group 2">
            <a:extLst>
              <a:ext uri="{FF2B5EF4-FFF2-40B4-BE49-F238E27FC236}">
                <a16:creationId xmlns:a16="http://schemas.microsoft.com/office/drawing/2014/main" id="{3EF9895C-337A-3B44-9EA1-F8EEA976D228}"/>
              </a:ext>
            </a:extLst>
          </p:cNvPr>
          <p:cNvGrpSpPr/>
          <p:nvPr/>
        </p:nvGrpSpPr>
        <p:grpSpPr>
          <a:xfrm>
            <a:off x="4342365" y="2504247"/>
            <a:ext cx="1590675" cy="1090613"/>
            <a:chOff x="4342365" y="2504247"/>
            <a:chExt cx="1590675" cy="1090613"/>
          </a:xfrm>
        </p:grpSpPr>
        <p:sp>
          <p:nvSpPr>
            <p:cNvPr id="14" name="Rectangle 46">
              <a:extLst>
                <a:ext uri="{FF2B5EF4-FFF2-40B4-BE49-F238E27FC236}">
                  <a16:creationId xmlns:a16="http://schemas.microsoft.com/office/drawing/2014/main" id="{7302BDAC-B9C0-8949-A593-83EC0EF2D9B9}"/>
                </a:ext>
              </a:extLst>
            </p:cNvPr>
            <p:cNvSpPr>
              <a:spLocks noChangeArrowheads="1"/>
            </p:cNvSpPr>
            <p:nvPr/>
          </p:nvSpPr>
          <p:spPr bwMode="auto">
            <a:xfrm>
              <a:off x="4342365" y="2504247"/>
              <a:ext cx="1590675" cy="647700"/>
            </a:xfrm>
            <a:prstGeom prst="rect">
              <a:avLst/>
            </a:prstGeom>
            <a:solidFill>
              <a:schemeClr val="bg1"/>
            </a:solidFill>
            <a:ln w="28575">
              <a:solidFill>
                <a:srgbClr val="FF0000"/>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15" name="Text Box 47">
              <a:extLst>
                <a:ext uri="{FF2B5EF4-FFF2-40B4-BE49-F238E27FC236}">
                  <a16:creationId xmlns:a16="http://schemas.microsoft.com/office/drawing/2014/main" id="{4F3F6146-1D55-0B4C-BB98-623E05AE0524}"/>
                </a:ext>
              </a:extLst>
            </p:cNvPr>
            <p:cNvSpPr txBox="1">
              <a:spLocks noChangeArrowheads="1"/>
            </p:cNvSpPr>
            <p:nvPr/>
          </p:nvSpPr>
          <p:spPr bwMode="auto">
            <a:xfrm>
              <a:off x="4520165" y="2545522"/>
              <a:ext cx="118745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routing </a:t>
              </a:r>
            </a:p>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processor</a:t>
              </a:r>
            </a:p>
          </p:txBody>
        </p:sp>
        <p:sp>
          <p:nvSpPr>
            <p:cNvPr id="16" name="Line 50">
              <a:extLst>
                <a:ext uri="{FF2B5EF4-FFF2-40B4-BE49-F238E27FC236}">
                  <a16:creationId xmlns:a16="http://schemas.microsoft.com/office/drawing/2014/main" id="{73F730FD-50D6-6D47-8351-91FF553BF577}"/>
                </a:ext>
              </a:extLst>
            </p:cNvPr>
            <p:cNvSpPr>
              <a:spLocks noChangeShapeType="1"/>
            </p:cNvSpPr>
            <p:nvPr/>
          </p:nvSpPr>
          <p:spPr bwMode="auto">
            <a:xfrm>
              <a:off x="5071027" y="3023360"/>
              <a:ext cx="19050" cy="571500"/>
            </a:xfrm>
            <a:prstGeom prst="line">
              <a:avLst/>
            </a:prstGeom>
            <a:noFill/>
            <a:ln w="38100">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17" name="Group 17">
            <a:extLst>
              <a:ext uri="{FF2B5EF4-FFF2-40B4-BE49-F238E27FC236}">
                <a16:creationId xmlns:a16="http://schemas.microsoft.com/office/drawing/2014/main" id="{ACA66ED2-9041-9540-A174-B6BE809E0111}"/>
              </a:ext>
            </a:extLst>
          </p:cNvPr>
          <p:cNvGrpSpPr>
            <a:grpSpLocks/>
          </p:cNvGrpSpPr>
          <p:nvPr/>
        </p:nvGrpSpPr>
        <p:grpSpPr bwMode="auto">
          <a:xfrm>
            <a:off x="2281790" y="3480560"/>
            <a:ext cx="2033587" cy="566737"/>
            <a:chOff x="930" y="1989"/>
            <a:chExt cx="1482" cy="357"/>
          </a:xfrm>
        </p:grpSpPr>
        <p:sp>
          <p:nvSpPr>
            <p:cNvPr id="18" name="Rectangle 9">
              <a:extLst>
                <a:ext uri="{FF2B5EF4-FFF2-40B4-BE49-F238E27FC236}">
                  <a16:creationId xmlns:a16="http://schemas.microsoft.com/office/drawing/2014/main" id="{62683D12-8EE3-D54F-9142-B80DE97AA82C}"/>
                </a:ext>
              </a:extLst>
            </p:cNvPr>
            <p:cNvSpPr>
              <a:spLocks noChangeArrowheads="1"/>
            </p:cNvSpPr>
            <p:nvPr/>
          </p:nvSpPr>
          <p:spPr bwMode="auto">
            <a:xfrm>
              <a:off x="1152" y="1989"/>
              <a:ext cx="1086" cy="357"/>
            </a:xfrm>
            <a:prstGeom prst="rect">
              <a:avLst/>
            </a:prstGeom>
            <a:solidFill>
              <a:schemeClr val="bg1"/>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19" name="Rectangle 5">
              <a:extLst>
                <a:ext uri="{FF2B5EF4-FFF2-40B4-BE49-F238E27FC236}">
                  <a16:creationId xmlns:a16="http://schemas.microsoft.com/office/drawing/2014/main" id="{7C8073E8-202F-E24A-8766-ABE3BC4DC6CB}"/>
                </a:ext>
              </a:extLst>
            </p:cNvPr>
            <p:cNvSpPr>
              <a:spLocks noChangeArrowheads="1"/>
            </p:cNvSpPr>
            <p:nvPr/>
          </p:nvSpPr>
          <p:spPr bwMode="auto">
            <a:xfrm>
              <a:off x="1197" y="2089"/>
              <a:ext cx="337" cy="161"/>
            </a:xfrm>
            <a:prstGeom prst="rect">
              <a:avLst/>
            </a:prstGeom>
            <a:solidFill>
              <a:schemeClr val="bg1"/>
            </a:solidFill>
            <a:ln w="28575">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0" name="Rectangle 6">
              <a:extLst>
                <a:ext uri="{FF2B5EF4-FFF2-40B4-BE49-F238E27FC236}">
                  <a16:creationId xmlns:a16="http://schemas.microsoft.com/office/drawing/2014/main" id="{80E00E55-88BB-DC43-A2D7-ED792D65F56E}"/>
                </a:ext>
              </a:extLst>
            </p:cNvPr>
            <p:cNvSpPr>
              <a:spLocks noChangeArrowheads="1"/>
            </p:cNvSpPr>
            <p:nvPr/>
          </p:nvSpPr>
          <p:spPr bwMode="auto">
            <a:xfrm>
              <a:off x="1582" y="2025"/>
              <a:ext cx="273" cy="274"/>
            </a:xfrm>
            <a:prstGeom prst="rect">
              <a:avLst/>
            </a:prstGeom>
            <a:solidFill>
              <a:schemeClr val="bg1"/>
            </a:solidFill>
            <a:ln w="28575">
              <a:solidFill>
                <a:srgbClr val="3C6CD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1" name="Rectangle 8">
              <a:extLst>
                <a:ext uri="{FF2B5EF4-FFF2-40B4-BE49-F238E27FC236}">
                  <a16:creationId xmlns:a16="http://schemas.microsoft.com/office/drawing/2014/main" id="{697D85E7-E59C-2948-B89C-5F82FF5C75D9}"/>
                </a:ext>
              </a:extLst>
            </p:cNvPr>
            <p:cNvSpPr>
              <a:spLocks noChangeArrowheads="1"/>
            </p:cNvSpPr>
            <p:nvPr/>
          </p:nvSpPr>
          <p:spPr bwMode="auto">
            <a:xfrm>
              <a:off x="1904" y="2023"/>
              <a:ext cx="274" cy="274"/>
            </a:xfrm>
            <a:prstGeom prst="rect">
              <a:avLst/>
            </a:prstGeom>
            <a:solidFill>
              <a:schemeClr val="bg1"/>
            </a:solidFill>
            <a:ln w="28575">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2" name="Line 16">
              <a:extLst>
                <a:ext uri="{FF2B5EF4-FFF2-40B4-BE49-F238E27FC236}">
                  <a16:creationId xmlns:a16="http://schemas.microsoft.com/office/drawing/2014/main" id="{5BF71348-3208-AB4B-82A9-83B395A2F2E8}"/>
                </a:ext>
              </a:extLst>
            </p:cNvPr>
            <p:cNvSpPr>
              <a:spLocks noChangeShapeType="1"/>
            </p:cNvSpPr>
            <p:nvPr/>
          </p:nvSpPr>
          <p:spPr bwMode="auto">
            <a:xfrm>
              <a:off x="930" y="2169"/>
              <a:ext cx="148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23" name="Group 18">
            <a:extLst>
              <a:ext uri="{FF2B5EF4-FFF2-40B4-BE49-F238E27FC236}">
                <a16:creationId xmlns:a16="http://schemas.microsoft.com/office/drawing/2014/main" id="{A6176FD2-28E4-634E-B138-CE64958CCB93}"/>
              </a:ext>
            </a:extLst>
          </p:cNvPr>
          <p:cNvGrpSpPr>
            <a:grpSpLocks/>
          </p:cNvGrpSpPr>
          <p:nvPr/>
        </p:nvGrpSpPr>
        <p:grpSpPr bwMode="auto">
          <a:xfrm>
            <a:off x="2270677" y="5218872"/>
            <a:ext cx="2058988" cy="566738"/>
            <a:chOff x="930" y="1989"/>
            <a:chExt cx="1482" cy="357"/>
          </a:xfrm>
        </p:grpSpPr>
        <p:sp>
          <p:nvSpPr>
            <p:cNvPr id="24" name="Rectangle 19">
              <a:extLst>
                <a:ext uri="{FF2B5EF4-FFF2-40B4-BE49-F238E27FC236}">
                  <a16:creationId xmlns:a16="http://schemas.microsoft.com/office/drawing/2014/main" id="{B02421A2-89F9-7B4F-AD0F-B54C1097FB56}"/>
                </a:ext>
              </a:extLst>
            </p:cNvPr>
            <p:cNvSpPr>
              <a:spLocks noChangeArrowheads="1"/>
            </p:cNvSpPr>
            <p:nvPr/>
          </p:nvSpPr>
          <p:spPr bwMode="auto">
            <a:xfrm>
              <a:off x="1152" y="1989"/>
              <a:ext cx="1088" cy="357"/>
            </a:xfrm>
            <a:prstGeom prst="rect">
              <a:avLst/>
            </a:prstGeom>
            <a:solidFill>
              <a:schemeClr val="bg1"/>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5" name="Rectangle 20">
              <a:extLst>
                <a:ext uri="{FF2B5EF4-FFF2-40B4-BE49-F238E27FC236}">
                  <a16:creationId xmlns:a16="http://schemas.microsoft.com/office/drawing/2014/main" id="{F8E24AD8-D1B3-694B-BCB6-D84CE449DD07}"/>
                </a:ext>
              </a:extLst>
            </p:cNvPr>
            <p:cNvSpPr>
              <a:spLocks noChangeArrowheads="1"/>
            </p:cNvSpPr>
            <p:nvPr/>
          </p:nvSpPr>
          <p:spPr bwMode="auto">
            <a:xfrm>
              <a:off x="1197" y="2089"/>
              <a:ext cx="337" cy="161"/>
            </a:xfrm>
            <a:prstGeom prst="rect">
              <a:avLst/>
            </a:prstGeom>
            <a:solidFill>
              <a:schemeClr val="bg1"/>
            </a:solidFill>
            <a:ln w="28575">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6" name="Rectangle 21">
              <a:extLst>
                <a:ext uri="{FF2B5EF4-FFF2-40B4-BE49-F238E27FC236}">
                  <a16:creationId xmlns:a16="http://schemas.microsoft.com/office/drawing/2014/main" id="{EAAFBCAC-65CD-014D-AEFE-7FBAFCE9C2E1}"/>
                </a:ext>
              </a:extLst>
            </p:cNvPr>
            <p:cNvSpPr>
              <a:spLocks noChangeArrowheads="1"/>
            </p:cNvSpPr>
            <p:nvPr/>
          </p:nvSpPr>
          <p:spPr bwMode="auto">
            <a:xfrm>
              <a:off x="1582" y="2025"/>
              <a:ext cx="273" cy="274"/>
            </a:xfrm>
            <a:prstGeom prst="rect">
              <a:avLst/>
            </a:prstGeom>
            <a:solidFill>
              <a:schemeClr val="bg1"/>
            </a:solidFill>
            <a:ln w="28575">
              <a:solidFill>
                <a:srgbClr val="3C6CD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7" name="Rectangle 22">
              <a:extLst>
                <a:ext uri="{FF2B5EF4-FFF2-40B4-BE49-F238E27FC236}">
                  <a16:creationId xmlns:a16="http://schemas.microsoft.com/office/drawing/2014/main" id="{0C8D09F6-0F58-0440-9B1A-15F2687E56B2}"/>
                </a:ext>
              </a:extLst>
            </p:cNvPr>
            <p:cNvSpPr>
              <a:spLocks noChangeArrowheads="1"/>
            </p:cNvSpPr>
            <p:nvPr/>
          </p:nvSpPr>
          <p:spPr bwMode="auto">
            <a:xfrm>
              <a:off x="1904" y="2023"/>
              <a:ext cx="274" cy="274"/>
            </a:xfrm>
            <a:prstGeom prst="rect">
              <a:avLst/>
            </a:prstGeom>
            <a:solidFill>
              <a:schemeClr val="bg1"/>
            </a:solidFill>
            <a:ln w="28575">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8" name="Line 23">
              <a:extLst>
                <a:ext uri="{FF2B5EF4-FFF2-40B4-BE49-F238E27FC236}">
                  <a16:creationId xmlns:a16="http://schemas.microsoft.com/office/drawing/2014/main" id="{F601D68E-5FC2-E24B-9E6A-DBF25E086E34}"/>
                </a:ext>
              </a:extLst>
            </p:cNvPr>
            <p:cNvSpPr>
              <a:spLocks noChangeShapeType="1"/>
            </p:cNvSpPr>
            <p:nvPr/>
          </p:nvSpPr>
          <p:spPr bwMode="auto">
            <a:xfrm>
              <a:off x="930" y="2169"/>
              <a:ext cx="148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29" name="Group 29">
            <a:extLst>
              <a:ext uri="{FF2B5EF4-FFF2-40B4-BE49-F238E27FC236}">
                <a16:creationId xmlns:a16="http://schemas.microsoft.com/office/drawing/2014/main" id="{DBEF67F1-37BF-D74B-BCE9-505A050D61CD}"/>
              </a:ext>
            </a:extLst>
          </p:cNvPr>
          <p:cNvGrpSpPr>
            <a:grpSpLocks/>
          </p:cNvGrpSpPr>
          <p:nvPr/>
        </p:nvGrpSpPr>
        <p:grpSpPr bwMode="auto">
          <a:xfrm rot="2656396">
            <a:off x="2900915" y="4371147"/>
            <a:ext cx="546100" cy="546100"/>
            <a:chOff x="354" y="2715"/>
            <a:chExt cx="344" cy="344"/>
          </a:xfrm>
        </p:grpSpPr>
        <p:sp>
          <p:nvSpPr>
            <p:cNvPr id="30" name="Oval 25">
              <a:extLst>
                <a:ext uri="{FF2B5EF4-FFF2-40B4-BE49-F238E27FC236}">
                  <a16:creationId xmlns:a16="http://schemas.microsoft.com/office/drawing/2014/main" id="{9C112058-256F-D445-8FC7-9A99414DF354}"/>
                </a:ext>
              </a:extLst>
            </p:cNvPr>
            <p:cNvSpPr>
              <a:spLocks noChangeArrowheads="1"/>
            </p:cNvSpPr>
            <p:nvPr/>
          </p:nvSpPr>
          <p:spPr bwMode="auto">
            <a:xfrm>
              <a:off x="352" y="2715"/>
              <a:ext cx="56" cy="56"/>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1" name="Oval 26">
              <a:extLst>
                <a:ext uri="{FF2B5EF4-FFF2-40B4-BE49-F238E27FC236}">
                  <a16:creationId xmlns:a16="http://schemas.microsoft.com/office/drawing/2014/main" id="{90D25AC5-CC8E-B54C-82BF-7D5D986999BD}"/>
                </a:ext>
              </a:extLst>
            </p:cNvPr>
            <p:cNvSpPr>
              <a:spLocks noChangeArrowheads="1"/>
            </p:cNvSpPr>
            <p:nvPr/>
          </p:nvSpPr>
          <p:spPr bwMode="auto">
            <a:xfrm>
              <a:off x="450" y="2811"/>
              <a:ext cx="56" cy="56"/>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2" name="Oval 27">
              <a:extLst>
                <a:ext uri="{FF2B5EF4-FFF2-40B4-BE49-F238E27FC236}">
                  <a16:creationId xmlns:a16="http://schemas.microsoft.com/office/drawing/2014/main" id="{40D693B4-9136-E641-8D14-C1E0622EC370}"/>
                </a:ext>
              </a:extLst>
            </p:cNvPr>
            <p:cNvSpPr>
              <a:spLocks noChangeArrowheads="1"/>
            </p:cNvSpPr>
            <p:nvPr/>
          </p:nvSpPr>
          <p:spPr bwMode="auto">
            <a:xfrm>
              <a:off x="545" y="2907"/>
              <a:ext cx="56" cy="56"/>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3" name="Oval 28">
              <a:extLst>
                <a:ext uri="{FF2B5EF4-FFF2-40B4-BE49-F238E27FC236}">
                  <a16:creationId xmlns:a16="http://schemas.microsoft.com/office/drawing/2014/main" id="{4775F00E-A158-F94A-972C-197213FC889E}"/>
                </a:ext>
              </a:extLst>
            </p:cNvPr>
            <p:cNvSpPr>
              <a:spLocks noChangeArrowheads="1"/>
            </p:cNvSpPr>
            <p:nvPr/>
          </p:nvSpPr>
          <p:spPr bwMode="auto">
            <a:xfrm>
              <a:off x="640" y="3003"/>
              <a:ext cx="56" cy="56"/>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sp>
        <p:nvSpPr>
          <p:cNvPr id="34" name="Text Box 57">
            <a:extLst>
              <a:ext uri="{FF2B5EF4-FFF2-40B4-BE49-F238E27FC236}">
                <a16:creationId xmlns:a16="http://schemas.microsoft.com/office/drawing/2014/main" id="{492AF8D2-6C5A-F547-903E-BECF47C4F8E4}"/>
              </a:ext>
            </a:extLst>
          </p:cNvPr>
          <p:cNvSpPr txBox="1">
            <a:spLocks noChangeArrowheads="1"/>
          </p:cNvSpPr>
          <p:nvPr/>
        </p:nvSpPr>
        <p:spPr bwMode="auto">
          <a:xfrm>
            <a:off x="2177015" y="5864985"/>
            <a:ext cx="19113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router input ports</a:t>
            </a:r>
          </a:p>
        </p:txBody>
      </p:sp>
      <p:grpSp>
        <p:nvGrpSpPr>
          <p:cNvPr id="35" name="Group 37">
            <a:extLst>
              <a:ext uri="{FF2B5EF4-FFF2-40B4-BE49-F238E27FC236}">
                <a16:creationId xmlns:a16="http://schemas.microsoft.com/office/drawing/2014/main" id="{11CB7D7F-8B2C-554A-B4F6-07F28C5B5C9F}"/>
              </a:ext>
            </a:extLst>
          </p:cNvPr>
          <p:cNvGrpSpPr>
            <a:grpSpLocks/>
          </p:cNvGrpSpPr>
          <p:nvPr/>
        </p:nvGrpSpPr>
        <p:grpSpPr bwMode="auto">
          <a:xfrm>
            <a:off x="5882240" y="3485322"/>
            <a:ext cx="1957387" cy="566738"/>
            <a:chOff x="-51" y="2454"/>
            <a:chExt cx="1482" cy="357"/>
          </a:xfrm>
          <a:effectLst>
            <a:outerShdw blurRad="50800" dist="38100" dir="2700000" algn="tl" rotWithShape="0">
              <a:prstClr val="black">
                <a:alpha val="40000"/>
              </a:prstClr>
            </a:outerShdw>
          </a:effectLst>
        </p:grpSpPr>
        <p:grpSp>
          <p:nvGrpSpPr>
            <p:cNvPr id="36" name="Group 36">
              <a:extLst>
                <a:ext uri="{FF2B5EF4-FFF2-40B4-BE49-F238E27FC236}">
                  <a16:creationId xmlns:a16="http://schemas.microsoft.com/office/drawing/2014/main" id="{9302BD5C-3388-5F4D-8CCA-EAD2FD66ADB1}"/>
                </a:ext>
              </a:extLst>
            </p:cNvPr>
            <p:cNvGrpSpPr>
              <a:grpSpLocks/>
            </p:cNvGrpSpPr>
            <p:nvPr/>
          </p:nvGrpSpPr>
          <p:grpSpPr bwMode="auto">
            <a:xfrm flipH="1">
              <a:off x="171" y="2454"/>
              <a:ext cx="1086" cy="357"/>
              <a:chOff x="171" y="2454"/>
              <a:chExt cx="1086" cy="357"/>
            </a:xfrm>
          </p:grpSpPr>
          <p:sp>
            <p:nvSpPr>
              <p:cNvPr id="38" name="Rectangle 31">
                <a:extLst>
                  <a:ext uri="{FF2B5EF4-FFF2-40B4-BE49-F238E27FC236}">
                    <a16:creationId xmlns:a16="http://schemas.microsoft.com/office/drawing/2014/main" id="{0D459D87-1893-1743-8D5A-F323FDD3499D}"/>
                  </a:ext>
                </a:extLst>
              </p:cNvPr>
              <p:cNvSpPr>
                <a:spLocks noChangeArrowheads="1"/>
              </p:cNvSpPr>
              <p:nvPr/>
            </p:nvSpPr>
            <p:spPr bwMode="auto">
              <a:xfrm>
                <a:off x="171" y="2454"/>
                <a:ext cx="1084" cy="357"/>
              </a:xfrm>
              <a:prstGeom prst="rect">
                <a:avLst/>
              </a:prstGeom>
              <a:solidFill>
                <a:schemeClr val="bg1"/>
              </a:solidFill>
              <a:ln w="19050">
                <a:solidFill>
                  <a:srgbClr val="5F5F5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9" name="Rectangle 32">
                <a:extLst>
                  <a:ext uri="{FF2B5EF4-FFF2-40B4-BE49-F238E27FC236}">
                    <a16:creationId xmlns:a16="http://schemas.microsoft.com/office/drawing/2014/main" id="{D94682C7-1EFD-0242-B3A2-8679BFDACB44}"/>
                  </a:ext>
                </a:extLst>
              </p:cNvPr>
              <p:cNvSpPr>
                <a:spLocks noChangeArrowheads="1"/>
              </p:cNvSpPr>
              <p:nvPr/>
            </p:nvSpPr>
            <p:spPr bwMode="auto">
              <a:xfrm>
                <a:off x="216" y="2554"/>
                <a:ext cx="338" cy="161"/>
              </a:xfrm>
              <a:prstGeom prst="rect">
                <a:avLst/>
              </a:prstGeom>
              <a:solidFill>
                <a:schemeClr val="bg1"/>
              </a:solidFill>
              <a:ln w="28575">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0" name="Rectangle 33">
                <a:extLst>
                  <a:ext uri="{FF2B5EF4-FFF2-40B4-BE49-F238E27FC236}">
                    <a16:creationId xmlns:a16="http://schemas.microsoft.com/office/drawing/2014/main" id="{D323E676-6A0B-9D4C-A262-5DA2B4D92EB1}"/>
                  </a:ext>
                </a:extLst>
              </p:cNvPr>
              <p:cNvSpPr>
                <a:spLocks noChangeArrowheads="1"/>
              </p:cNvSpPr>
              <p:nvPr/>
            </p:nvSpPr>
            <p:spPr bwMode="auto">
              <a:xfrm>
                <a:off x="602" y="2490"/>
                <a:ext cx="274" cy="274"/>
              </a:xfrm>
              <a:prstGeom prst="rect">
                <a:avLst/>
              </a:prstGeom>
              <a:solidFill>
                <a:schemeClr val="bg1"/>
              </a:solidFill>
              <a:ln w="28575">
                <a:solidFill>
                  <a:srgbClr val="3C6CD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1" name="Rectangle 34">
                <a:extLst>
                  <a:ext uri="{FF2B5EF4-FFF2-40B4-BE49-F238E27FC236}">
                    <a16:creationId xmlns:a16="http://schemas.microsoft.com/office/drawing/2014/main" id="{DE45BAF9-F85F-CE49-B15E-73BB262FDBEB}"/>
                  </a:ext>
                </a:extLst>
              </p:cNvPr>
              <p:cNvSpPr>
                <a:spLocks noChangeArrowheads="1"/>
              </p:cNvSpPr>
              <p:nvPr/>
            </p:nvSpPr>
            <p:spPr bwMode="auto">
              <a:xfrm>
                <a:off x="921" y="2488"/>
                <a:ext cx="274" cy="274"/>
              </a:xfrm>
              <a:prstGeom prst="rect">
                <a:avLst/>
              </a:prstGeom>
              <a:solidFill>
                <a:schemeClr val="bg1"/>
              </a:solidFill>
              <a:ln w="28575">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sp>
          <p:nvSpPr>
            <p:cNvPr id="37" name="Line 35">
              <a:extLst>
                <a:ext uri="{FF2B5EF4-FFF2-40B4-BE49-F238E27FC236}">
                  <a16:creationId xmlns:a16="http://schemas.microsoft.com/office/drawing/2014/main" id="{63958D1A-98FE-AF43-AC11-DB72B9D9C0BC}"/>
                </a:ext>
              </a:extLst>
            </p:cNvPr>
            <p:cNvSpPr>
              <a:spLocks noChangeShapeType="1"/>
            </p:cNvSpPr>
            <p:nvPr/>
          </p:nvSpPr>
          <p:spPr bwMode="auto">
            <a:xfrm>
              <a:off x="-51" y="2634"/>
              <a:ext cx="148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42" name="Group 38">
            <a:extLst>
              <a:ext uri="{FF2B5EF4-FFF2-40B4-BE49-F238E27FC236}">
                <a16:creationId xmlns:a16="http://schemas.microsoft.com/office/drawing/2014/main" id="{5D8C710B-718F-D647-B17E-DF34372005AC}"/>
              </a:ext>
            </a:extLst>
          </p:cNvPr>
          <p:cNvGrpSpPr>
            <a:grpSpLocks/>
          </p:cNvGrpSpPr>
          <p:nvPr/>
        </p:nvGrpSpPr>
        <p:grpSpPr bwMode="auto">
          <a:xfrm>
            <a:off x="5901290" y="5218872"/>
            <a:ext cx="2011362" cy="566738"/>
            <a:chOff x="-51" y="2454"/>
            <a:chExt cx="1482" cy="357"/>
          </a:xfrm>
        </p:grpSpPr>
        <p:grpSp>
          <p:nvGrpSpPr>
            <p:cNvPr id="43" name="Group 39">
              <a:extLst>
                <a:ext uri="{FF2B5EF4-FFF2-40B4-BE49-F238E27FC236}">
                  <a16:creationId xmlns:a16="http://schemas.microsoft.com/office/drawing/2014/main" id="{EC854885-69FE-4244-BF93-8BB2F7786F85}"/>
                </a:ext>
              </a:extLst>
            </p:cNvPr>
            <p:cNvGrpSpPr>
              <a:grpSpLocks/>
            </p:cNvGrpSpPr>
            <p:nvPr/>
          </p:nvGrpSpPr>
          <p:grpSpPr bwMode="auto">
            <a:xfrm flipH="1">
              <a:off x="171" y="2454"/>
              <a:ext cx="1086" cy="357"/>
              <a:chOff x="171" y="2454"/>
              <a:chExt cx="1086" cy="357"/>
            </a:xfrm>
          </p:grpSpPr>
          <p:sp>
            <p:nvSpPr>
              <p:cNvPr id="45" name="Rectangle 40">
                <a:extLst>
                  <a:ext uri="{FF2B5EF4-FFF2-40B4-BE49-F238E27FC236}">
                    <a16:creationId xmlns:a16="http://schemas.microsoft.com/office/drawing/2014/main" id="{31148FFC-88E2-8643-8EDC-EE4624168153}"/>
                  </a:ext>
                </a:extLst>
              </p:cNvPr>
              <p:cNvSpPr>
                <a:spLocks noChangeArrowheads="1"/>
              </p:cNvSpPr>
              <p:nvPr/>
            </p:nvSpPr>
            <p:spPr bwMode="auto">
              <a:xfrm>
                <a:off x="171" y="2454"/>
                <a:ext cx="1084" cy="357"/>
              </a:xfrm>
              <a:prstGeom prst="rect">
                <a:avLst/>
              </a:prstGeom>
              <a:solidFill>
                <a:schemeClr val="bg1"/>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6" name="Rectangle 41">
                <a:extLst>
                  <a:ext uri="{FF2B5EF4-FFF2-40B4-BE49-F238E27FC236}">
                    <a16:creationId xmlns:a16="http://schemas.microsoft.com/office/drawing/2014/main" id="{682A9F8F-8723-874E-BB4D-B2BB08BC7357}"/>
                  </a:ext>
                </a:extLst>
              </p:cNvPr>
              <p:cNvSpPr>
                <a:spLocks noChangeArrowheads="1"/>
              </p:cNvSpPr>
              <p:nvPr/>
            </p:nvSpPr>
            <p:spPr bwMode="auto">
              <a:xfrm>
                <a:off x="216" y="2554"/>
                <a:ext cx="337" cy="161"/>
              </a:xfrm>
              <a:prstGeom prst="rect">
                <a:avLst/>
              </a:prstGeom>
              <a:solidFill>
                <a:schemeClr val="bg1"/>
              </a:solidFill>
              <a:ln w="28575">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7" name="Rectangle 42">
                <a:extLst>
                  <a:ext uri="{FF2B5EF4-FFF2-40B4-BE49-F238E27FC236}">
                    <a16:creationId xmlns:a16="http://schemas.microsoft.com/office/drawing/2014/main" id="{E9D99F85-7DA2-B94F-9793-067BFD27650F}"/>
                  </a:ext>
                </a:extLst>
              </p:cNvPr>
              <p:cNvSpPr>
                <a:spLocks noChangeArrowheads="1"/>
              </p:cNvSpPr>
              <p:nvPr/>
            </p:nvSpPr>
            <p:spPr bwMode="auto">
              <a:xfrm>
                <a:off x="602" y="2490"/>
                <a:ext cx="274" cy="274"/>
              </a:xfrm>
              <a:prstGeom prst="rect">
                <a:avLst/>
              </a:prstGeom>
              <a:solidFill>
                <a:schemeClr val="bg1"/>
              </a:solidFill>
              <a:ln w="28575">
                <a:solidFill>
                  <a:srgbClr val="3C6CD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8" name="Rectangle 43">
                <a:extLst>
                  <a:ext uri="{FF2B5EF4-FFF2-40B4-BE49-F238E27FC236}">
                    <a16:creationId xmlns:a16="http://schemas.microsoft.com/office/drawing/2014/main" id="{79592419-CEB4-124B-A09B-CF67F5F2A477}"/>
                  </a:ext>
                </a:extLst>
              </p:cNvPr>
              <p:cNvSpPr>
                <a:spLocks noChangeArrowheads="1"/>
              </p:cNvSpPr>
              <p:nvPr/>
            </p:nvSpPr>
            <p:spPr bwMode="auto">
              <a:xfrm>
                <a:off x="923" y="2488"/>
                <a:ext cx="274" cy="274"/>
              </a:xfrm>
              <a:prstGeom prst="rect">
                <a:avLst/>
              </a:prstGeom>
              <a:solidFill>
                <a:schemeClr val="bg1"/>
              </a:solidFill>
              <a:ln w="28575">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sp>
          <p:nvSpPr>
            <p:cNvPr id="44" name="Line 44">
              <a:extLst>
                <a:ext uri="{FF2B5EF4-FFF2-40B4-BE49-F238E27FC236}">
                  <a16:creationId xmlns:a16="http://schemas.microsoft.com/office/drawing/2014/main" id="{CBC3FC3D-F764-0047-9677-FB9B8EAAFE5C}"/>
                </a:ext>
              </a:extLst>
            </p:cNvPr>
            <p:cNvSpPr>
              <a:spLocks noChangeShapeType="1"/>
            </p:cNvSpPr>
            <p:nvPr/>
          </p:nvSpPr>
          <p:spPr bwMode="auto">
            <a:xfrm>
              <a:off x="-51" y="2634"/>
              <a:ext cx="148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49" name="Group 51">
            <a:extLst>
              <a:ext uri="{FF2B5EF4-FFF2-40B4-BE49-F238E27FC236}">
                <a16:creationId xmlns:a16="http://schemas.microsoft.com/office/drawing/2014/main" id="{0063545A-31FC-8D42-B9F6-52805867B567}"/>
              </a:ext>
            </a:extLst>
          </p:cNvPr>
          <p:cNvGrpSpPr>
            <a:grpSpLocks/>
          </p:cNvGrpSpPr>
          <p:nvPr/>
        </p:nvGrpSpPr>
        <p:grpSpPr bwMode="auto">
          <a:xfrm rot="2656396">
            <a:off x="6768065" y="4361622"/>
            <a:ext cx="546100" cy="546100"/>
            <a:chOff x="354" y="2715"/>
            <a:chExt cx="344" cy="344"/>
          </a:xfrm>
        </p:grpSpPr>
        <p:sp>
          <p:nvSpPr>
            <p:cNvPr id="50" name="Oval 52">
              <a:extLst>
                <a:ext uri="{FF2B5EF4-FFF2-40B4-BE49-F238E27FC236}">
                  <a16:creationId xmlns:a16="http://schemas.microsoft.com/office/drawing/2014/main" id="{83BE4773-3E63-524C-AD59-033C9E4302BB}"/>
                </a:ext>
              </a:extLst>
            </p:cNvPr>
            <p:cNvSpPr>
              <a:spLocks noChangeArrowheads="1"/>
            </p:cNvSpPr>
            <p:nvPr/>
          </p:nvSpPr>
          <p:spPr bwMode="auto">
            <a:xfrm>
              <a:off x="352" y="2715"/>
              <a:ext cx="56" cy="56"/>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1" name="Oval 53">
              <a:extLst>
                <a:ext uri="{FF2B5EF4-FFF2-40B4-BE49-F238E27FC236}">
                  <a16:creationId xmlns:a16="http://schemas.microsoft.com/office/drawing/2014/main" id="{F45E0C4D-B738-5E42-99B7-C0253D1ECBDD}"/>
                </a:ext>
              </a:extLst>
            </p:cNvPr>
            <p:cNvSpPr>
              <a:spLocks noChangeArrowheads="1"/>
            </p:cNvSpPr>
            <p:nvPr/>
          </p:nvSpPr>
          <p:spPr bwMode="auto">
            <a:xfrm>
              <a:off x="450" y="2811"/>
              <a:ext cx="56" cy="56"/>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2" name="Oval 54">
              <a:extLst>
                <a:ext uri="{FF2B5EF4-FFF2-40B4-BE49-F238E27FC236}">
                  <a16:creationId xmlns:a16="http://schemas.microsoft.com/office/drawing/2014/main" id="{2BD06A3F-4F96-8948-8417-90216E36CC2D}"/>
                </a:ext>
              </a:extLst>
            </p:cNvPr>
            <p:cNvSpPr>
              <a:spLocks noChangeArrowheads="1"/>
            </p:cNvSpPr>
            <p:nvPr/>
          </p:nvSpPr>
          <p:spPr bwMode="auto">
            <a:xfrm>
              <a:off x="545" y="2907"/>
              <a:ext cx="56" cy="56"/>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3" name="Oval 55">
              <a:extLst>
                <a:ext uri="{FF2B5EF4-FFF2-40B4-BE49-F238E27FC236}">
                  <a16:creationId xmlns:a16="http://schemas.microsoft.com/office/drawing/2014/main" id="{6A51F44D-8E0B-DD44-A2B0-5A5743630F7B}"/>
                </a:ext>
              </a:extLst>
            </p:cNvPr>
            <p:cNvSpPr>
              <a:spLocks noChangeArrowheads="1"/>
            </p:cNvSpPr>
            <p:nvPr/>
          </p:nvSpPr>
          <p:spPr bwMode="auto">
            <a:xfrm>
              <a:off x="640" y="3003"/>
              <a:ext cx="56" cy="56"/>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sp>
        <p:nvSpPr>
          <p:cNvPr id="54" name="Text Box 58">
            <a:extLst>
              <a:ext uri="{FF2B5EF4-FFF2-40B4-BE49-F238E27FC236}">
                <a16:creationId xmlns:a16="http://schemas.microsoft.com/office/drawing/2014/main" id="{8536AB41-BBDA-6A40-9786-A1757F6328E5}"/>
              </a:ext>
            </a:extLst>
          </p:cNvPr>
          <p:cNvSpPr txBox="1">
            <a:spLocks noChangeArrowheads="1"/>
          </p:cNvSpPr>
          <p:nvPr/>
        </p:nvSpPr>
        <p:spPr bwMode="auto">
          <a:xfrm>
            <a:off x="6201327" y="5906260"/>
            <a:ext cx="20510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router output ports</a:t>
            </a:r>
          </a:p>
        </p:txBody>
      </p:sp>
      <p:cxnSp>
        <p:nvCxnSpPr>
          <p:cNvPr id="55" name="Straight Connector 54">
            <a:extLst>
              <a:ext uri="{FF2B5EF4-FFF2-40B4-BE49-F238E27FC236}">
                <a16:creationId xmlns:a16="http://schemas.microsoft.com/office/drawing/2014/main" id="{EDEF025D-D161-0845-8BA8-D19B1861EEDE}"/>
              </a:ext>
            </a:extLst>
          </p:cNvPr>
          <p:cNvCxnSpPr>
            <a:cxnSpLocks noChangeShapeType="1"/>
          </p:cNvCxnSpPr>
          <p:nvPr/>
        </p:nvCxnSpPr>
        <p:spPr bwMode="auto">
          <a:xfrm>
            <a:off x="2270677" y="3275772"/>
            <a:ext cx="7802563" cy="127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cxnSp>
      <p:sp>
        <p:nvSpPr>
          <p:cNvPr id="56" name="TextBox 55">
            <a:extLst>
              <a:ext uri="{FF2B5EF4-FFF2-40B4-BE49-F238E27FC236}">
                <a16:creationId xmlns:a16="http://schemas.microsoft.com/office/drawing/2014/main" id="{BAC350F1-2A41-2C4D-A74E-E12FE3300314}"/>
              </a:ext>
            </a:extLst>
          </p:cNvPr>
          <p:cNvSpPr txBox="1">
            <a:spLocks noChangeArrowheads="1"/>
          </p:cNvSpPr>
          <p:nvPr/>
        </p:nvSpPr>
        <p:spPr bwMode="auto">
          <a:xfrm>
            <a:off x="8177765" y="3312285"/>
            <a:ext cx="2185987"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1600" b="0" i="1" u="none" strike="noStrike" kern="120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forwarding data plane  </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(hardware) operates in nanosecond timeframe</a:t>
            </a:r>
          </a:p>
        </p:txBody>
      </p:sp>
      <p:sp>
        <p:nvSpPr>
          <p:cNvPr id="57" name="Rectangle 56">
            <a:extLst>
              <a:ext uri="{FF2B5EF4-FFF2-40B4-BE49-F238E27FC236}">
                <a16:creationId xmlns:a16="http://schemas.microsoft.com/office/drawing/2014/main" id="{9E496939-D5D8-314E-A293-36FDE55B110E}"/>
              </a:ext>
            </a:extLst>
          </p:cNvPr>
          <p:cNvSpPr>
            <a:spLocks noChangeArrowheads="1"/>
          </p:cNvSpPr>
          <p:nvPr/>
        </p:nvSpPr>
        <p:spPr bwMode="auto">
          <a:xfrm>
            <a:off x="7490377" y="2208972"/>
            <a:ext cx="2879725"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1600" b="0" i="1" u="none" strike="noStrike" kern="120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routing, management</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1600" b="0" i="1" u="none" strike="noStrike" kern="120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control plane </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(software)</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operates in millisecond </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time frame</a:t>
            </a:r>
          </a:p>
        </p:txBody>
      </p:sp>
      <p:sp>
        <p:nvSpPr>
          <p:cNvPr id="58" name="Freeform 10">
            <a:extLst>
              <a:ext uri="{FF2B5EF4-FFF2-40B4-BE49-F238E27FC236}">
                <a16:creationId xmlns:a16="http://schemas.microsoft.com/office/drawing/2014/main" id="{9563B337-045C-B84E-ADB0-A5D36720825E}"/>
              </a:ext>
            </a:extLst>
          </p:cNvPr>
          <p:cNvSpPr>
            <a:spLocks/>
          </p:cNvSpPr>
          <p:nvPr/>
        </p:nvSpPr>
        <p:spPr bwMode="auto">
          <a:xfrm>
            <a:off x="3735940" y="2799522"/>
            <a:ext cx="512762" cy="73025"/>
          </a:xfrm>
          <a:custGeom>
            <a:avLst/>
            <a:gdLst>
              <a:gd name="T0" fmla="*/ 487003 w 512919"/>
              <a:gd name="T1" fmla="*/ 70891 h 73266"/>
              <a:gd name="T2" fmla="*/ 511349 w 512919"/>
              <a:gd name="T3" fmla="*/ 0 h 73266"/>
              <a:gd name="T4" fmla="*/ 146098 w 512919"/>
              <a:gd name="T5" fmla="*/ 11815 h 73266"/>
              <a:gd name="T6" fmla="*/ 97399 w 512919"/>
              <a:gd name="T7" fmla="*/ 23630 h 73266"/>
              <a:gd name="T8" fmla="*/ 0 w 512919"/>
              <a:gd name="T9" fmla="*/ 11815 h 73266"/>
              <a:gd name="T10" fmla="*/ 0 w 512919"/>
              <a:gd name="T11" fmla="*/ 11815 h 73266"/>
              <a:gd name="T12" fmla="*/ 511349 w 512919"/>
              <a:gd name="T13" fmla="*/ 11815 h 73266"/>
              <a:gd name="T14" fmla="*/ 0 60000 65536"/>
              <a:gd name="T15" fmla="*/ 0 60000 65536"/>
              <a:gd name="T16" fmla="*/ 0 60000 65536"/>
              <a:gd name="T17" fmla="*/ 0 60000 65536"/>
              <a:gd name="T18" fmla="*/ 0 60000 65536"/>
              <a:gd name="T19" fmla="*/ 0 60000 65536"/>
              <a:gd name="T20" fmla="*/ 0 60000 65536"/>
              <a:gd name="T21" fmla="*/ 0 w 512919"/>
              <a:gd name="T22" fmla="*/ 0 h 73266"/>
              <a:gd name="T23" fmla="*/ 512919 w 512919"/>
              <a:gd name="T24" fmla="*/ 73266 h 732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12919" h="73266">
                <a:moveTo>
                  <a:pt x="488494" y="73266"/>
                </a:moveTo>
                <a:lnTo>
                  <a:pt x="512919" y="0"/>
                </a:lnTo>
                <a:cubicBezTo>
                  <a:pt x="390795" y="4070"/>
                  <a:pt x="268529" y="5036"/>
                  <a:pt x="146548" y="12211"/>
                </a:cubicBezTo>
                <a:cubicBezTo>
                  <a:pt x="129793" y="13196"/>
                  <a:pt x="114483" y="24422"/>
                  <a:pt x="97699" y="24422"/>
                </a:cubicBezTo>
                <a:cubicBezTo>
                  <a:pt x="64879" y="24422"/>
                  <a:pt x="0" y="12211"/>
                  <a:pt x="0" y="12211"/>
                </a:cubicBezTo>
                <a:lnTo>
                  <a:pt x="512919" y="12211"/>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59" name="Elbow Connector 58">
            <a:extLst>
              <a:ext uri="{FF2B5EF4-FFF2-40B4-BE49-F238E27FC236}">
                <a16:creationId xmlns:a16="http://schemas.microsoft.com/office/drawing/2014/main" id="{3E124150-F33F-0C46-842C-F5427C1367BD}"/>
              </a:ext>
            </a:extLst>
          </p:cNvPr>
          <p:cNvCxnSpPr>
            <a:cxnSpLocks noChangeShapeType="1"/>
            <a:endCxn id="27" idx="0"/>
          </p:cNvCxnSpPr>
          <p:nvPr/>
        </p:nvCxnSpPr>
        <p:spPr bwMode="auto">
          <a:xfrm rot="5400000">
            <a:off x="2752483" y="3862354"/>
            <a:ext cx="2473325" cy="347662"/>
          </a:xfrm>
          <a:prstGeom prst="bentConnector3">
            <a:avLst>
              <a:gd name="adj1" fmla="val -60"/>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cxnSp>
      <p:sp>
        <p:nvSpPr>
          <p:cNvPr id="60" name="Slide Number Placeholder 4">
            <a:extLst>
              <a:ext uri="{FF2B5EF4-FFF2-40B4-BE49-F238E27FC236}">
                <a16:creationId xmlns:a16="http://schemas.microsoft.com/office/drawing/2014/main" id="{31F0B563-E3B7-434E-9C41-6F0D5BC32A12}"/>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Network Layer: 4-</a:t>
            </a:r>
            <a:fld id="{C4204591-24BD-A542-B9D5-F8D8A88D2FEE}" type="slidenum">
              <a:rPr lang="en-US" smtClean="0"/>
              <a:pPr/>
              <a:t>12</a:t>
            </a:fld>
            <a:endParaRPr lang="en-US" dirty="0"/>
          </a:p>
        </p:txBody>
      </p:sp>
    </p:spTree>
    <p:extLst>
      <p:ext uri="{BB962C8B-B14F-4D97-AF65-F5344CB8AC3E}">
        <p14:creationId xmlns:p14="http://schemas.microsoft.com/office/powerpoint/2010/main" val="1124159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10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59"/>
                                        </p:tgtEl>
                                        <p:attrNameLst>
                                          <p:attrName>style.visibility</p:attrName>
                                        </p:attrNameLst>
                                      </p:cBhvr>
                                      <p:to>
                                        <p:strVal val="visible"/>
                                      </p:to>
                                    </p:set>
                                    <p:animEffect transition="in" filter="dissolve">
                                      <p:cBhvr>
                                        <p:cTn id="17" dur="500"/>
                                        <p:tgtEl>
                                          <p:spTgt spid="59"/>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56"/>
                                        </p:tgtEl>
                                        <p:attrNameLst>
                                          <p:attrName>style.visibility</p:attrName>
                                        </p:attrNameLst>
                                      </p:cBhvr>
                                      <p:to>
                                        <p:strVal val="visible"/>
                                      </p:to>
                                    </p:set>
                                    <p:animEffect transition="in" filter="dissolve">
                                      <p:cBhvr>
                                        <p:cTn id="22" dur="500"/>
                                        <p:tgtEl>
                                          <p:spTgt spid="56"/>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57"/>
                                        </p:tgtEl>
                                        <p:attrNameLst>
                                          <p:attrName>style.visibility</p:attrName>
                                        </p:attrNameLst>
                                      </p:cBhvr>
                                      <p:to>
                                        <p:strVal val="visible"/>
                                      </p:to>
                                    </p:set>
                                    <p:animEffect transition="in" filter="dissolve">
                                      <p:cBhvr>
                                        <p:cTn id="25" dur="500"/>
                                        <p:tgtEl>
                                          <p:spTgt spid="57"/>
                                        </p:tgtEl>
                                      </p:cBhvr>
                                    </p:animEffect>
                                  </p:childTnLst>
                                </p:cTn>
                              </p:par>
                              <p:par>
                                <p:cTn id="26" presetID="9" presetClass="entr" presetSubtype="0" fill="hold" nodeType="withEffect">
                                  <p:stCondLst>
                                    <p:cond delay="0"/>
                                  </p:stCondLst>
                                  <p:childTnLst>
                                    <p:set>
                                      <p:cBhvr>
                                        <p:cTn id="27" dur="1" fill="hold">
                                          <p:stCondLst>
                                            <p:cond delay="0"/>
                                          </p:stCondLst>
                                        </p:cTn>
                                        <p:tgtEl>
                                          <p:spTgt spid="55"/>
                                        </p:tgtEl>
                                        <p:attrNameLst>
                                          <p:attrName>style.visibility</p:attrName>
                                        </p:attrNameLst>
                                      </p:cBhvr>
                                      <p:to>
                                        <p:strVal val="visible"/>
                                      </p:to>
                                    </p:set>
                                    <p:animEffect transition="in" filter="dissolve">
                                      <p:cBhvr>
                                        <p:cTn id="28"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p:bldP spid="5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a:xfrm>
            <a:off x="838200" y="398812"/>
            <a:ext cx="10515600" cy="894622"/>
          </a:xfrm>
        </p:spPr>
        <p:txBody>
          <a:bodyPr>
            <a:normAutofit/>
          </a:bodyPr>
          <a:lstStyle/>
          <a:p>
            <a:r>
              <a:rPr lang="en-US" altLang="en-US" sz="4800" dirty="0">
                <a:ea typeface="ＭＳ Ｐゴシック" panose="020B0600070205080204" pitchFamily="34" charset="-128"/>
              </a:rPr>
              <a:t>Input port functions</a:t>
            </a:r>
            <a:endParaRPr lang="en-US" sz="4800" dirty="0"/>
          </a:p>
        </p:txBody>
      </p:sp>
      <p:sp>
        <p:nvSpPr>
          <p:cNvPr id="91" name="Rectangle 12">
            <a:extLst>
              <a:ext uri="{FF2B5EF4-FFF2-40B4-BE49-F238E27FC236}">
                <a16:creationId xmlns:a16="http://schemas.microsoft.com/office/drawing/2014/main" id="{C1168DD7-29CD-D740-BA24-DFE4997DEAF2}"/>
              </a:ext>
            </a:extLst>
          </p:cNvPr>
          <p:cNvSpPr>
            <a:spLocks noChangeArrowheads="1"/>
          </p:cNvSpPr>
          <p:nvPr/>
        </p:nvSpPr>
        <p:spPr bwMode="auto">
          <a:xfrm>
            <a:off x="2275508" y="1518548"/>
            <a:ext cx="4568825" cy="1836737"/>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p:txBody>
      </p:sp>
      <p:sp>
        <p:nvSpPr>
          <p:cNvPr id="95" name="Line 16">
            <a:extLst>
              <a:ext uri="{FF2B5EF4-FFF2-40B4-BE49-F238E27FC236}">
                <a16:creationId xmlns:a16="http://schemas.microsoft.com/office/drawing/2014/main" id="{273874E2-0AAC-C144-B2A5-D7EF20CCA17E}"/>
              </a:ext>
            </a:extLst>
          </p:cNvPr>
          <p:cNvSpPr>
            <a:spLocks noChangeShapeType="1"/>
          </p:cNvSpPr>
          <p:nvPr/>
        </p:nvSpPr>
        <p:spPr bwMode="auto">
          <a:xfrm>
            <a:off x="1999283" y="2444060"/>
            <a:ext cx="423863"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endParaRPr>
          </a:p>
        </p:txBody>
      </p:sp>
      <p:sp>
        <p:nvSpPr>
          <p:cNvPr id="98" name="Line 32">
            <a:extLst>
              <a:ext uri="{FF2B5EF4-FFF2-40B4-BE49-F238E27FC236}">
                <a16:creationId xmlns:a16="http://schemas.microsoft.com/office/drawing/2014/main" id="{13983755-8FAE-1741-9303-C0E4E248C694}"/>
              </a:ext>
            </a:extLst>
          </p:cNvPr>
          <p:cNvSpPr>
            <a:spLocks noChangeShapeType="1"/>
          </p:cNvSpPr>
          <p:nvPr/>
        </p:nvSpPr>
        <p:spPr bwMode="auto">
          <a:xfrm flipV="1">
            <a:off x="6601446" y="2421835"/>
            <a:ext cx="736600" cy="1588"/>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endParaRPr>
          </a:p>
        </p:txBody>
      </p:sp>
      <p:sp>
        <p:nvSpPr>
          <p:cNvPr id="104" name="Line 45">
            <a:extLst>
              <a:ext uri="{FF2B5EF4-FFF2-40B4-BE49-F238E27FC236}">
                <a16:creationId xmlns:a16="http://schemas.microsoft.com/office/drawing/2014/main" id="{C28D9927-E6BA-644D-AEC8-2218FA4AE8E5}"/>
              </a:ext>
            </a:extLst>
          </p:cNvPr>
          <p:cNvSpPr>
            <a:spLocks noChangeShapeType="1"/>
          </p:cNvSpPr>
          <p:nvPr/>
        </p:nvSpPr>
        <p:spPr bwMode="auto">
          <a:xfrm>
            <a:off x="7326933" y="902598"/>
            <a:ext cx="11113" cy="2865437"/>
          </a:xfrm>
          <a:prstGeom prst="line">
            <a:avLst/>
          </a:prstGeom>
          <a:noFill/>
          <a:ln w="9525">
            <a:solidFill>
              <a:srgbClr val="C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endParaRPr>
          </a:p>
        </p:txBody>
      </p:sp>
      <p:sp>
        <p:nvSpPr>
          <p:cNvPr id="105" name="Rectangle 46">
            <a:extLst>
              <a:ext uri="{FF2B5EF4-FFF2-40B4-BE49-F238E27FC236}">
                <a16:creationId xmlns:a16="http://schemas.microsoft.com/office/drawing/2014/main" id="{60DADEEF-0CD4-B448-8A66-E2060FA8C8D0}"/>
              </a:ext>
            </a:extLst>
          </p:cNvPr>
          <p:cNvSpPr>
            <a:spLocks noChangeArrowheads="1"/>
          </p:cNvSpPr>
          <p:nvPr/>
        </p:nvSpPr>
        <p:spPr bwMode="auto">
          <a:xfrm>
            <a:off x="7419008" y="2031310"/>
            <a:ext cx="1055688" cy="8286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switch</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fabric</a:t>
            </a:r>
          </a:p>
        </p:txBody>
      </p:sp>
      <p:grpSp>
        <p:nvGrpSpPr>
          <p:cNvPr id="3" name="Group 2">
            <a:extLst>
              <a:ext uri="{FF2B5EF4-FFF2-40B4-BE49-F238E27FC236}">
                <a16:creationId xmlns:a16="http://schemas.microsoft.com/office/drawing/2014/main" id="{67F3BF66-FCD5-DF4D-990A-B26733B57152}"/>
              </a:ext>
            </a:extLst>
          </p:cNvPr>
          <p:cNvGrpSpPr/>
          <p:nvPr/>
        </p:nvGrpSpPr>
        <p:grpSpPr>
          <a:xfrm>
            <a:off x="258938" y="2032898"/>
            <a:ext cx="3589783" cy="2064484"/>
            <a:chOff x="258938" y="2032898"/>
            <a:chExt cx="3589783" cy="2064484"/>
          </a:xfrm>
        </p:grpSpPr>
        <p:sp>
          <p:nvSpPr>
            <p:cNvPr id="92" name="Rectangle 13">
              <a:extLst>
                <a:ext uri="{FF2B5EF4-FFF2-40B4-BE49-F238E27FC236}">
                  <a16:creationId xmlns:a16="http://schemas.microsoft.com/office/drawing/2014/main" id="{FA527A42-DFE8-B84B-AE0F-B6C04FC91BDC}"/>
                </a:ext>
              </a:extLst>
            </p:cNvPr>
            <p:cNvSpPr>
              <a:spLocks noChangeArrowheads="1"/>
            </p:cNvSpPr>
            <p:nvPr/>
          </p:nvSpPr>
          <p:spPr bwMode="auto">
            <a:xfrm>
              <a:off x="2431083" y="2032898"/>
              <a:ext cx="1417638" cy="828675"/>
            </a:xfrm>
            <a:prstGeom prst="rect">
              <a:avLst/>
            </a:prstGeom>
            <a:solidFill>
              <a:srgbClr val="FFFFFF"/>
            </a:solidFill>
            <a:ln w="28575">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line</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termination</a:t>
              </a:r>
            </a:p>
          </p:txBody>
        </p:sp>
        <p:sp>
          <p:nvSpPr>
            <p:cNvPr id="102" name="Text Box 5">
              <a:extLst>
                <a:ext uri="{FF2B5EF4-FFF2-40B4-BE49-F238E27FC236}">
                  <a16:creationId xmlns:a16="http://schemas.microsoft.com/office/drawing/2014/main" id="{CF874965-76FC-A440-815F-5C111BA47DB4}"/>
                </a:ext>
              </a:extLst>
            </p:cNvPr>
            <p:cNvSpPr txBox="1">
              <a:spLocks noChangeArrowheads="1"/>
            </p:cNvSpPr>
            <p:nvPr/>
          </p:nvSpPr>
          <p:spPr bwMode="auto">
            <a:xfrm>
              <a:off x="258938" y="3266385"/>
              <a:ext cx="247535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99"/>
                  </a:solidFill>
                  <a:effectLst/>
                  <a:uLnTx/>
                  <a:uFillTx/>
                  <a:latin typeface="Times New Roman" panose="02020603050405020304" pitchFamily="18" charset="0"/>
                  <a:cs typeface="Times New Roman" panose="02020603050405020304" pitchFamily="18" charset="0"/>
                </a:rPr>
                <a:t>physical layer:</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bit-level reception</a:t>
              </a:r>
              <a:endParaRPr kumimoji="0" lang="en-US" altLang="en-US" sz="20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p:txBody>
        </p:sp>
        <p:sp>
          <p:nvSpPr>
            <p:cNvPr id="116" name="Line 58">
              <a:extLst>
                <a:ext uri="{FF2B5EF4-FFF2-40B4-BE49-F238E27FC236}">
                  <a16:creationId xmlns:a16="http://schemas.microsoft.com/office/drawing/2014/main" id="{4B5F466A-2158-BD4D-B0D3-450398480C2C}"/>
                </a:ext>
              </a:extLst>
            </p:cNvPr>
            <p:cNvSpPr>
              <a:spLocks noChangeShapeType="1"/>
            </p:cNvSpPr>
            <p:nvPr/>
          </p:nvSpPr>
          <p:spPr bwMode="auto">
            <a:xfrm flipV="1">
              <a:off x="2743821" y="2955235"/>
              <a:ext cx="446087" cy="490538"/>
            </a:xfrm>
            <a:prstGeom prst="line">
              <a:avLst/>
            </a:prstGeom>
            <a:noFill/>
            <a:ln w="19050">
              <a:solidFill>
                <a:srgbClr val="CC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endParaRPr>
            </a:p>
          </p:txBody>
        </p:sp>
      </p:grpSp>
      <p:grpSp>
        <p:nvGrpSpPr>
          <p:cNvPr id="7" name="Group 6">
            <a:extLst>
              <a:ext uri="{FF2B5EF4-FFF2-40B4-BE49-F238E27FC236}">
                <a16:creationId xmlns:a16="http://schemas.microsoft.com/office/drawing/2014/main" id="{6BA40969-3F14-3A45-97E9-4D81F9F1D53C}"/>
              </a:ext>
            </a:extLst>
          </p:cNvPr>
          <p:cNvGrpSpPr/>
          <p:nvPr/>
        </p:nvGrpSpPr>
        <p:grpSpPr>
          <a:xfrm>
            <a:off x="871146" y="1664528"/>
            <a:ext cx="4336475" cy="3729630"/>
            <a:chOff x="871146" y="1664528"/>
            <a:chExt cx="4336475" cy="3729630"/>
          </a:xfrm>
        </p:grpSpPr>
        <p:sp>
          <p:nvSpPr>
            <p:cNvPr id="99" name="Rectangle 33">
              <a:extLst>
                <a:ext uri="{FF2B5EF4-FFF2-40B4-BE49-F238E27FC236}">
                  <a16:creationId xmlns:a16="http://schemas.microsoft.com/office/drawing/2014/main" id="{C0248889-95B0-8647-AC13-2A31FDECF3DD}"/>
                </a:ext>
              </a:extLst>
            </p:cNvPr>
            <p:cNvSpPr>
              <a:spLocks noChangeArrowheads="1"/>
            </p:cNvSpPr>
            <p:nvPr/>
          </p:nvSpPr>
          <p:spPr bwMode="auto">
            <a:xfrm>
              <a:off x="4114937" y="1947588"/>
              <a:ext cx="1055688" cy="828675"/>
            </a:xfrm>
            <a:prstGeom prst="rect">
              <a:avLst/>
            </a:prstGeom>
            <a:no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link </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layer </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protocol</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(receive)</a:t>
              </a:r>
            </a:p>
          </p:txBody>
        </p:sp>
        <p:grpSp>
          <p:nvGrpSpPr>
            <p:cNvPr id="4" name="Group 3">
              <a:extLst>
                <a:ext uri="{FF2B5EF4-FFF2-40B4-BE49-F238E27FC236}">
                  <a16:creationId xmlns:a16="http://schemas.microsoft.com/office/drawing/2014/main" id="{9212FDFA-0F46-D741-88DA-002B11963175}"/>
                </a:ext>
              </a:extLst>
            </p:cNvPr>
            <p:cNvGrpSpPr/>
            <p:nvPr/>
          </p:nvGrpSpPr>
          <p:grpSpPr>
            <a:xfrm>
              <a:off x="871146" y="1664528"/>
              <a:ext cx="4336475" cy="3729630"/>
              <a:chOff x="871146" y="1664528"/>
              <a:chExt cx="4336475" cy="3729630"/>
            </a:xfrm>
          </p:grpSpPr>
          <p:sp>
            <p:nvSpPr>
              <p:cNvPr id="93" name="Rectangle 14">
                <a:extLst>
                  <a:ext uri="{FF2B5EF4-FFF2-40B4-BE49-F238E27FC236}">
                    <a16:creationId xmlns:a16="http://schemas.microsoft.com/office/drawing/2014/main" id="{12FFE13A-BB9E-4943-97F3-EA1EFC2EB338}"/>
                  </a:ext>
                </a:extLst>
              </p:cNvPr>
              <p:cNvSpPr>
                <a:spLocks noChangeArrowheads="1"/>
              </p:cNvSpPr>
              <p:nvPr/>
            </p:nvSpPr>
            <p:spPr bwMode="auto">
              <a:xfrm>
                <a:off x="4055096" y="1664528"/>
                <a:ext cx="1152525" cy="1409700"/>
              </a:xfrm>
              <a:prstGeom prst="rect">
                <a:avLst/>
              </a:prstGeom>
              <a:noFill/>
              <a:ln w="28575">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p:txBody>
          </p:sp>
          <p:sp>
            <p:nvSpPr>
              <p:cNvPr id="96" name="Line 30">
                <a:extLst>
                  <a:ext uri="{FF2B5EF4-FFF2-40B4-BE49-F238E27FC236}">
                    <a16:creationId xmlns:a16="http://schemas.microsoft.com/office/drawing/2014/main" id="{B6E9D844-FAAD-2A4E-88E0-E214101BBD4C}"/>
                  </a:ext>
                </a:extLst>
              </p:cNvPr>
              <p:cNvSpPr>
                <a:spLocks noChangeShapeType="1"/>
              </p:cNvSpPr>
              <p:nvPr/>
            </p:nvSpPr>
            <p:spPr bwMode="auto">
              <a:xfrm>
                <a:off x="3867771" y="2423423"/>
                <a:ext cx="190500" cy="1587"/>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endParaRPr>
              </a:p>
            </p:txBody>
          </p:sp>
          <p:sp>
            <p:nvSpPr>
              <p:cNvPr id="103" name="Text Box 6">
                <a:extLst>
                  <a:ext uri="{FF2B5EF4-FFF2-40B4-BE49-F238E27FC236}">
                    <a16:creationId xmlns:a16="http://schemas.microsoft.com/office/drawing/2014/main" id="{EAC11D6E-3147-1749-980D-26286A15A284}"/>
                  </a:ext>
                </a:extLst>
              </p:cNvPr>
              <p:cNvSpPr txBox="1">
                <a:spLocks noChangeArrowheads="1"/>
              </p:cNvSpPr>
              <p:nvPr/>
            </p:nvSpPr>
            <p:spPr bwMode="auto">
              <a:xfrm>
                <a:off x="871146" y="4193829"/>
                <a:ext cx="1877437"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99"/>
                    </a:solidFill>
                    <a:effectLst/>
                    <a:uLnTx/>
                    <a:uFillTx/>
                    <a:latin typeface="Times New Roman" panose="02020603050405020304" pitchFamily="18" charset="0"/>
                    <a:cs typeface="Times New Roman" panose="02020603050405020304" pitchFamily="18" charset="0"/>
                  </a:rPr>
                  <a:t>link layer:</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e.g., Ethernet</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(chapter 6)</a:t>
                </a:r>
                <a:endParaRPr kumimoji="0" lang="en-US" altLang="en-US" sz="20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p:txBody>
          </p:sp>
          <p:sp>
            <p:nvSpPr>
              <p:cNvPr id="117" name="Line 59">
                <a:extLst>
                  <a:ext uri="{FF2B5EF4-FFF2-40B4-BE49-F238E27FC236}">
                    <a16:creationId xmlns:a16="http://schemas.microsoft.com/office/drawing/2014/main" id="{052969D8-B347-344A-9102-4C70516822DF}"/>
                  </a:ext>
                </a:extLst>
              </p:cNvPr>
              <p:cNvSpPr>
                <a:spLocks noChangeShapeType="1"/>
              </p:cNvSpPr>
              <p:nvPr/>
            </p:nvSpPr>
            <p:spPr bwMode="auto">
              <a:xfrm flipV="1">
                <a:off x="2762871" y="3152085"/>
                <a:ext cx="1193800" cy="1338263"/>
              </a:xfrm>
              <a:prstGeom prst="line">
                <a:avLst/>
              </a:prstGeom>
              <a:noFill/>
              <a:ln w="19050">
                <a:solidFill>
                  <a:srgbClr val="CC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endParaRPr>
              </a:p>
            </p:txBody>
          </p:sp>
        </p:grpSp>
      </p:grpSp>
      <p:grpSp>
        <p:nvGrpSpPr>
          <p:cNvPr id="8" name="Group 7">
            <a:extLst>
              <a:ext uri="{FF2B5EF4-FFF2-40B4-BE49-F238E27FC236}">
                <a16:creationId xmlns:a16="http://schemas.microsoft.com/office/drawing/2014/main" id="{4E501147-3CF5-8941-886B-E4E508892657}"/>
              </a:ext>
            </a:extLst>
          </p:cNvPr>
          <p:cNvGrpSpPr/>
          <p:nvPr/>
        </p:nvGrpSpPr>
        <p:grpSpPr>
          <a:xfrm>
            <a:off x="3458817" y="1655073"/>
            <a:ext cx="8189844" cy="5023471"/>
            <a:chOff x="3458817" y="1655073"/>
            <a:chExt cx="8189844" cy="5023471"/>
          </a:xfrm>
        </p:grpSpPr>
        <p:sp>
          <p:nvSpPr>
            <p:cNvPr id="100" name="Text Box 35">
              <a:extLst>
                <a:ext uri="{FF2B5EF4-FFF2-40B4-BE49-F238E27FC236}">
                  <a16:creationId xmlns:a16="http://schemas.microsoft.com/office/drawing/2014/main" id="{926A7C49-4C7D-7F4F-9A0E-6A7815DA8608}"/>
                </a:ext>
              </a:extLst>
            </p:cNvPr>
            <p:cNvSpPr txBox="1">
              <a:spLocks noChangeArrowheads="1"/>
            </p:cNvSpPr>
            <p:nvPr/>
          </p:nvSpPr>
          <p:spPr bwMode="auto">
            <a:xfrm>
              <a:off x="5437808" y="1667773"/>
              <a:ext cx="1250950" cy="1465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lookup,</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forwarding</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queueing</a:t>
              </a:r>
            </a:p>
          </p:txBody>
        </p:sp>
        <p:grpSp>
          <p:nvGrpSpPr>
            <p:cNvPr id="106" name="Group 56">
              <a:extLst>
                <a:ext uri="{FF2B5EF4-FFF2-40B4-BE49-F238E27FC236}">
                  <a16:creationId xmlns:a16="http://schemas.microsoft.com/office/drawing/2014/main" id="{B68F5DD4-EE62-1647-8EBF-81CFFA9C7F14}"/>
                </a:ext>
              </a:extLst>
            </p:cNvPr>
            <p:cNvGrpSpPr>
              <a:grpSpLocks/>
            </p:cNvGrpSpPr>
            <p:nvPr/>
          </p:nvGrpSpPr>
          <p:grpSpPr bwMode="auto">
            <a:xfrm>
              <a:off x="5533058" y="2274198"/>
              <a:ext cx="993775" cy="468312"/>
              <a:chOff x="310" y="3526"/>
              <a:chExt cx="1040" cy="457"/>
            </a:xfrm>
          </p:grpSpPr>
          <p:sp>
            <p:nvSpPr>
              <p:cNvPr id="107" name="Rectangle 47">
                <a:extLst>
                  <a:ext uri="{FF2B5EF4-FFF2-40B4-BE49-F238E27FC236}">
                    <a16:creationId xmlns:a16="http://schemas.microsoft.com/office/drawing/2014/main" id="{091252DD-E9F8-F043-8F13-9AD537E4563A}"/>
                  </a:ext>
                </a:extLst>
              </p:cNvPr>
              <p:cNvSpPr>
                <a:spLocks noChangeArrowheads="1"/>
              </p:cNvSpPr>
              <p:nvPr/>
            </p:nvSpPr>
            <p:spPr bwMode="auto">
              <a:xfrm>
                <a:off x="310" y="3526"/>
                <a:ext cx="1040" cy="457"/>
              </a:xfrm>
              <a:prstGeom prst="rect">
                <a:avLst/>
              </a:prstGeom>
              <a:solidFill>
                <a:srgbClr val="FF0000"/>
              </a:solidFill>
              <a:ln w="38100">
                <a:solidFill>
                  <a:srgbClr val="FFFFF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p:txBody>
          </p:sp>
          <p:sp>
            <p:nvSpPr>
              <p:cNvPr id="108" name="Line 48">
                <a:extLst>
                  <a:ext uri="{FF2B5EF4-FFF2-40B4-BE49-F238E27FC236}">
                    <a16:creationId xmlns:a16="http://schemas.microsoft.com/office/drawing/2014/main" id="{8B8D0A07-01A4-B34B-A4DB-264DA4558713}"/>
                  </a:ext>
                </a:extLst>
              </p:cNvPr>
              <p:cNvSpPr>
                <a:spLocks noChangeShapeType="1"/>
              </p:cNvSpPr>
              <p:nvPr/>
            </p:nvSpPr>
            <p:spPr bwMode="auto">
              <a:xfrm>
                <a:off x="446" y="3535"/>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endParaRPr>
              </a:p>
            </p:txBody>
          </p:sp>
          <p:sp>
            <p:nvSpPr>
              <p:cNvPr id="109" name="Line 49">
                <a:extLst>
                  <a:ext uri="{FF2B5EF4-FFF2-40B4-BE49-F238E27FC236}">
                    <a16:creationId xmlns:a16="http://schemas.microsoft.com/office/drawing/2014/main" id="{CCD0BAFD-2F01-BB4A-80D7-9DD3A63121BC}"/>
                  </a:ext>
                </a:extLst>
              </p:cNvPr>
              <p:cNvSpPr>
                <a:spLocks noChangeShapeType="1"/>
              </p:cNvSpPr>
              <p:nvPr/>
            </p:nvSpPr>
            <p:spPr bwMode="auto">
              <a:xfrm>
                <a:off x="558" y="3538"/>
                <a:ext cx="2" cy="435"/>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endParaRPr>
              </a:p>
            </p:txBody>
          </p:sp>
          <p:sp>
            <p:nvSpPr>
              <p:cNvPr id="110" name="Line 50">
                <a:extLst>
                  <a:ext uri="{FF2B5EF4-FFF2-40B4-BE49-F238E27FC236}">
                    <a16:creationId xmlns:a16="http://schemas.microsoft.com/office/drawing/2014/main" id="{7F30AE35-07B8-C647-93E6-FBCF5A109B29}"/>
                  </a:ext>
                </a:extLst>
              </p:cNvPr>
              <p:cNvSpPr>
                <a:spLocks noChangeShapeType="1"/>
              </p:cNvSpPr>
              <p:nvPr/>
            </p:nvSpPr>
            <p:spPr bwMode="auto">
              <a:xfrm>
                <a:off x="671" y="3534"/>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endParaRPr>
              </a:p>
            </p:txBody>
          </p:sp>
          <p:sp>
            <p:nvSpPr>
              <p:cNvPr id="111" name="Line 51">
                <a:extLst>
                  <a:ext uri="{FF2B5EF4-FFF2-40B4-BE49-F238E27FC236}">
                    <a16:creationId xmlns:a16="http://schemas.microsoft.com/office/drawing/2014/main" id="{F3DA64D2-455B-5648-BA10-FC52CD1311A7}"/>
                  </a:ext>
                </a:extLst>
              </p:cNvPr>
              <p:cNvSpPr>
                <a:spLocks noChangeShapeType="1"/>
              </p:cNvSpPr>
              <p:nvPr/>
            </p:nvSpPr>
            <p:spPr bwMode="auto">
              <a:xfrm>
                <a:off x="782" y="3535"/>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endParaRPr>
              </a:p>
            </p:txBody>
          </p:sp>
          <p:sp>
            <p:nvSpPr>
              <p:cNvPr id="112" name="Line 52">
                <a:extLst>
                  <a:ext uri="{FF2B5EF4-FFF2-40B4-BE49-F238E27FC236}">
                    <a16:creationId xmlns:a16="http://schemas.microsoft.com/office/drawing/2014/main" id="{106B00DE-F07D-CE47-8C50-C1CD1CD0A09F}"/>
                  </a:ext>
                </a:extLst>
              </p:cNvPr>
              <p:cNvSpPr>
                <a:spLocks noChangeShapeType="1"/>
              </p:cNvSpPr>
              <p:nvPr/>
            </p:nvSpPr>
            <p:spPr bwMode="auto">
              <a:xfrm>
                <a:off x="895" y="3534"/>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endParaRPr>
              </a:p>
            </p:txBody>
          </p:sp>
          <p:sp>
            <p:nvSpPr>
              <p:cNvPr id="113" name="Line 53">
                <a:extLst>
                  <a:ext uri="{FF2B5EF4-FFF2-40B4-BE49-F238E27FC236}">
                    <a16:creationId xmlns:a16="http://schemas.microsoft.com/office/drawing/2014/main" id="{0DED29BC-7052-8643-8C69-2F8864DFA71F}"/>
                  </a:ext>
                </a:extLst>
              </p:cNvPr>
              <p:cNvSpPr>
                <a:spLocks noChangeShapeType="1"/>
              </p:cNvSpPr>
              <p:nvPr/>
            </p:nvSpPr>
            <p:spPr bwMode="auto">
              <a:xfrm>
                <a:off x="1006" y="3534"/>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endParaRPr>
              </a:p>
            </p:txBody>
          </p:sp>
          <p:sp>
            <p:nvSpPr>
              <p:cNvPr id="114" name="Line 54">
                <a:extLst>
                  <a:ext uri="{FF2B5EF4-FFF2-40B4-BE49-F238E27FC236}">
                    <a16:creationId xmlns:a16="http://schemas.microsoft.com/office/drawing/2014/main" id="{86C73DAC-8DDF-A54A-942C-8BC351167B6F}"/>
                  </a:ext>
                </a:extLst>
              </p:cNvPr>
              <p:cNvSpPr>
                <a:spLocks noChangeShapeType="1"/>
              </p:cNvSpPr>
              <p:nvPr/>
            </p:nvSpPr>
            <p:spPr bwMode="auto">
              <a:xfrm>
                <a:off x="1121" y="3535"/>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endParaRPr>
              </a:p>
            </p:txBody>
          </p:sp>
          <p:sp>
            <p:nvSpPr>
              <p:cNvPr id="115" name="Line 55">
                <a:extLst>
                  <a:ext uri="{FF2B5EF4-FFF2-40B4-BE49-F238E27FC236}">
                    <a16:creationId xmlns:a16="http://schemas.microsoft.com/office/drawing/2014/main" id="{18BE7814-C3C9-1A4C-AD5B-3274395DD8E5}"/>
                  </a:ext>
                </a:extLst>
              </p:cNvPr>
              <p:cNvSpPr>
                <a:spLocks noChangeShapeType="1"/>
              </p:cNvSpPr>
              <p:nvPr/>
            </p:nvSpPr>
            <p:spPr bwMode="auto">
              <a:xfrm>
                <a:off x="1229" y="3538"/>
                <a:ext cx="2" cy="435"/>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endParaRPr>
              </a:p>
            </p:txBody>
          </p:sp>
        </p:grpSp>
        <p:grpSp>
          <p:nvGrpSpPr>
            <p:cNvPr id="6" name="Group 5">
              <a:extLst>
                <a:ext uri="{FF2B5EF4-FFF2-40B4-BE49-F238E27FC236}">
                  <a16:creationId xmlns:a16="http://schemas.microsoft.com/office/drawing/2014/main" id="{B1658A4B-37AF-414E-BE01-AD93294C9259}"/>
                </a:ext>
              </a:extLst>
            </p:cNvPr>
            <p:cNvGrpSpPr/>
            <p:nvPr/>
          </p:nvGrpSpPr>
          <p:grpSpPr>
            <a:xfrm>
              <a:off x="3458817" y="1655073"/>
              <a:ext cx="8189844" cy="5023471"/>
              <a:chOff x="3458817" y="1655073"/>
              <a:chExt cx="8189844" cy="5023471"/>
            </a:xfrm>
          </p:grpSpPr>
          <p:sp>
            <p:nvSpPr>
              <p:cNvPr id="94" name="Rectangle 15">
                <a:extLst>
                  <a:ext uri="{FF2B5EF4-FFF2-40B4-BE49-F238E27FC236}">
                    <a16:creationId xmlns:a16="http://schemas.microsoft.com/office/drawing/2014/main" id="{90BCF5CF-E087-0C43-9B12-173780FEE91B}"/>
                  </a:ext>
                </a:extLst>
              </p:cNvPr>
              <p:cNvSpPr>
                <a:spLocks noChangeArrowheads="1"/>
              </p:cNvSpPr>
              <p:nvPr/>
            </p:nvSpPr>
            <p:spPr bwMode="auto">
              <a:xfrm>
                <a:off x="5406058" y="1655073"/>
                <a:ext cx="1247775" cy="1504950"/>
              </a:xfrm>
              <a:prstGeom prst="rect">
                <a:avLst/>
              </a:prstGeom>
              <a:noFill/>
              <a:ln w="28575">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p:txBody>
          </p:sp>
          <p:sp>
            <p:nvSpPr>
              <p:cNvPr id="97" name="Line 31">
                <a:extLst>
                  <a:ext uri="{FF2B5EF4-FFF2-40B4-BE49-F238E27FC236}">
                    <a16:creationId xmlns:a16="http://schemas.microsoft.com/office/drawing/2014/main" id="{8977AE01-852B-534D-A20E-EFF02DB5AA41}"/>
                  </a:ext>
                </a:extLst>
              </p:cNvPr>
              <p:cNvSpPr>
                <a:spLocks noChangeShapeType="1"/>
              </p:cNvSpPr>
              <p:nvPr/>
            </p:nvSpPr>
            <p:spPr bwMode="auto">
              <a:xfrm>
                <a:off x="5210796" y="2380560"/>
                <a:ext cx="190500" cy="1588"/>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endParaRPr>
              </a:p>
            </p:txBody>
          </p:sp>
          <p:sp>
            <p:nvSpPr>
              <p:cNvPr id="101" name="Rectangle 4">
                <a:extLst>
                  <a:ext uri="{FF2B5EF4-FFF2-40B4-BE49-F238E27FC236}">
                    <a16:creationId xmlns:a16="http://schemas.microsoft.com/office/drawing/2014/main" id="{E1140E62-CB4B-6047-AA5C-851F17E9C398}"/>
                  </a:ext>
                </a:extLst>
              </p:cNvPr>
              <p:cNvSpPr txBox="1">
                <a:spLocks noChangeArrowheads="1"/>
              </p:cNvSpPr>
              <p:nvPr/>
            </p:nvSpPr>
            <p:spPr bwMode="auto">
              <a:xfrm>
                <a:off x="3458817" y="4011544"/>
                <a:ext cx="8189844"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8975" indent="-231775"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Gill Sans MT"/>
                    <a:ea typeface="ＭＳ Ｐゴシック" charset="0"/>
                    <a:cs typeface="Gill Sans MT"/>
                  </a:defRPr>
                </a:lvl2pPr>
                <a:lvl3pPr marL="1143000" indent="-228600" algn="l" rtl="0" eaLnBrk="0" fontAlgn="base" hangingPunct="0">
                  <a:spcBef>
                    <a:spcPct val="20000"/>
                  </a:spcBef>
                  <a:spcAft>
                    <a:spcPct val="0"/>
                  </a:spcAft>
                  <a:buChar char="•"/>
                  <a:defRPr sz="2000">
                    <a:solidFill>
                      <a:schemeClr val="tx1"/>
                    </a:solidFill>
                    <a:latin typeface="Gill Sans MT"/>
                    <a:ea typeface="Gill Sans MT" charset="0"/>
                    <a:cs typeface="Gill Sans MT"/>
                  </a:defRPr>
                </a:lvl3pPr>
                <a:lvl4pPr marL="1600200" indent="-228600" algn="l" rtl="0" eaLnBrk="0" fontAlgn="base" hangingPunct="0">
                  <a:spcBef>
                    <a:spcPct val="20000"/>
                  </a:spcBef>
                  <a:spcAft>
                    <a:spcPct val="0"/>
                  </a:spcAft>
                  <a:buChar char="–"/>
                  <a:defRPr sz="2000">
                    <a:solidFill>
                      <a:schemeClr val="tx1"/>
                    </a:solidFill>
                    <a:latin typeface="Times New Roman" pitchFamily="-109" charset="0"/>
                    <a:ea typeface="Gill Sans MT" charset="0"/>
                    <a:cs typeface="Gill Sans MT"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09" charset="0"/>
                    <a:ea typeface="Gill Sans MT" charset="0"/>
                    <a:cs typeface="Gill Sans MT"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09" charset="0"/>
                  </a:defRPr>
                </a:lvl9pPr>
              </a:lstStyle>
              <a:p>
                <a:pPr marL="342900" marR="0" lvl="0" indent="-342900" algn="l" defTabSz="914400" rtl="0" eaLnBrk="0" fontAlgn="base" latinLnBrk="0" hangingPunct="0">
                  <a:lnSpc>
                    <a:spcPct val="90000"/>
                  </a:lnSpc>
                  <a:spcBef>
                    <a:spcPct val="20000"/>
                  </a:spcBef>
                  <a:spcAft>
                    <a:spcPct val="0"/>
                  </a:spcAft>
                  <a:buClr>
                    <a:srgbClr val="000099"/>
                  </a:buClr>
                  <a:buSzPct val="100000"/>
                  <a:buFont typeface="Wingdings" pitchFamily="2" charset="2"/>
                  <a:buNone/>
                  <a:tabLst/>
                  <a:defRPr/>
                </a:pPr>
                <a:r>
                  <a:rPr kumimoji="0" lang="en-US" altLang="en-US" sz="2800" b="0" i="0" u="none" strike="noStrike" kern="0" cap="none" spc="0" normalizeH="0" baseline="0" noProof="0" dirty="0">
                    <a:ln>
                      <a:noFill/>
                    </a:ln>
                    <a:solidFill>
                      <a:srgbClr val="000099"/>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rPr>
                  <a:t>decentralized switching</a:t>
                </a:r>
                <a:r>
                  <a:rPr kumimoji="0" lang="en-US" altLang="en-US" sz="2800" b="0" i="1" u="none" strike="noStrike" kern="0" cap="none" spc="0" normalizeH="0" baseline="0" noProof="0" dirty="0">
                    <a:ln>
                      <a:noFill/>
                    </a:ln>
                    <a:solidFill>
                      <a:srgbClr val="000099"/>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rPr>
                  <a:t>:</a:t>
                </a:r>
                <a:r>
                  <a:rPr kumimoji="0" lang="en-US" altLang="en-US" sz="2800" b="0" i="0" u="none" strike="noStrike" kern="0" cap="none" spc="0" normalizeH="0" baseline="0" noProof="0" dirty="0">
                    <a:ln>
                      <a:noFill/>
                    </a:ln>
                    <a:solidFill>
                      <a:srgbClr val="000099"/>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rPr>
                  <a:t> </a:t>
                </a:r>
              </a:p>
              <a:p>
                <a:pPr marL="342900" marR="0" lvl="0" indent="-342900" algn="l" defTabSz="914400" rtl="0" eaLnBrk="0" fontAlgn="base" latinLnBrk="0" hangingPunct="0">
                  <a:lnSpc>
                    <a:spcPct val="90000"/>
                  </a:lnSpc>
                  <a:spcBef>
                    <a:spcPct val="20000"/>
                  </a:spcBef>
                  <a:spcAft>
                    <a:spcPct val="0"/>
                  </a:spcAft>
                  <a:buClr>
                    <a:srgbClr val="000099"/>
                  </a:buClr>
                  <a:buSzPct val="100000"/>
                  <a:buFont typeface="Wingdings" pitchFamily="2" charset="2"/>
                  <a:buChar char="§"/>
                  <a:tabLst/>
                  <a:defRPr/>
                </a:pPr>
                <a:r>
                  <a:rPr kumimoji="0" lang="en-US" altLang="en-US" sz="2400" b="0" i="0" u="none" strike="noStrike" kern="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rPr>
                  <a:t>using header field values, lookup output port using forwarding table in input port memory </a:t>
                </a:r>
                <a:r>
                  <a:rPr kumimoji="0" lang="en-US" altLang="en-US" sz="2400" b="0" i="1" u="none" strike="noStrike" kern="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rPr>
                  <a:t>(“match plus action”)</a:t>
                </a:r>
              </a:p>
              <a:p>
                <a:pPr marL="342900" marR="0" lvl="0" indent="-342900" algn="l" defTabSz="914400" rtl="0" eaLnBrk="0" fontAlgn="base" latinLnBrk="0" hangingPunct="0">
                  <a:lnSpc>
                    <a:spcPct val="90000"/>
                  </a:lnSpc>
                  <a:spcBef>
                    <a:spcPct val="20000"/>
                  </a:spcBef>
                  <a:spcAft>
                    <a:spcPct val="0"/>
                  </a:spcAft>
                  <a:buClr>
                    <a:srgbClr val="000099"/>
                  </a:buClr>
                  <a:buSzPct val="100000"/>
                  <a:buFont typeface="Wingdings" pitchFamily="2" charset="2"/>
                  <a:buChar char="§"/>
                  <a:tabLst/>
                  <a:defRPr/>
                </a:pPr>
                <a:r>
                  <a:rPr kumimoji="0" lang="en-US" altLang="en-US" sz="2400" b="0" i="0" u="none" strike="noStrike" kern="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rPr>
                  <a:t>goal: complete input port processing at ‘</a:t>
                </a:r>
                <a:r>
                  <a:rPr kumimoji="0" lang="en-US" altLang="ja-JP" sz="2400" b="0" i="0" u="none" strike="noStrike" kern="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rPr>
                  <a:t>line speed’</a:t>
                </a:r>
              </a:p>
              <a:p>
                <a:pPr marL="342900" marR="0" lvl="0" indent="-342900" algn="l" defTabSz="914400" rtl="0" eaLnBrk="0" fontAlgn="base" latinLnBrk="0" hangingPunct="0">
                  <a:lnSpc>
                    <a:spcPct val="90000"/>
                  </a:lnSpc>
                  <a:spcBef>
                    <a:spcPct val="20000"/>
                  </a:spcBef>
                  <a:spcAft>
                    <a:spcPct val="0"/>
                  </a:spcAft>
                  <a:buClr>
                    <a:srgbClr val="000099"/>
                  </a:buClr>
                  <a:buSzPct val="100000"/>
                  <a:buFont typeface="Wingdings" pitchFamily="2" charset="2"/>
                  <a:buChar char="§"/>
                  <a:tabLst/>
                  <a:defRPr/>
                </a:pPr>
                <a:r>
                  <a:rPr kumimoji="0" lang="en-US" altLang="en-US" sz="2400" b="0" i="0" u="none" strike="noStrike" kern="0" cap="none" spc="0" normalizeH="0" baseline="0" noProof="0" dirty="0">
                    <a:ln>
                      <a:noFill/>
                    </a:ln>
                    <a:solidFill>
                      <a:srgbClr val="0000A3"/>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rPr>
                  <a:t>input port queuing: </a:t>
                </a:r>
                <a:r>
                  <a:rPr kumimoji="0" lang="en-US" altLang="en-US" sz="2400" b="0" i="0" u="none" strike="noStrike" kern="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rPr>
                  <a:t>if datagrams arrive faster than forwarding rate into switch fabric</a:t>
                </a:r>
              </a:p>
            </p:txBody>
          </p:sp>
          <p:sp>
            <p:nvSpPr>
              <p:cNvPr id="118" name="Line 60">
                <a:extLst>
                  <a:ext uri="{FF2B5EF4-FFF2-40B4-BE49-F238E27FC236}">
                    <a16:creationId xmlns:a16="http://schemas.microsoft.com/office/drawing/2014/main" id="{FFF5D7A3-77C9-D34E-AC43-6A097D73FED3}"/>
                  </a:ext>
                </a:extLst>
              </p:cNvPr>
              <p:cNvSpPr>
                <a:spLocks noChangeShapeType="1"/>
              </p:cNvSpPr>
              <p:nvPr/>
            </p:nvSpPr>
            <p:spPr bwMode="auto">
              <a:xfrm flipV="1">
                <a:off x="5267946" y="3282260"/>
                <a:ext cx="669925" cy="790575"/>
              </a:xfrm>
              <a:prstGeom prst="line">
                <a:avLst/>
              </a:prstGeom>
              <a:noFill/>
              <a:ln w="19050">
                <a:solidFill>
                  <a:srgbClr val="CC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endParaRPr>
              </a:p>
            </p:txBody>
          </p:sp>
        </p:grpSp>
      </p:grpSp>
      <p:sp>
        <p:nvSpPr>
          <p:cNvPr id="36" name="Slide Number Placeholder 4">
            <a:extLst>
              <a:ext uri="{FF2B5EF4-FFF2-40B4-BE49-F238E27FC236}">
                <a16:creationId xmlns:a16="http://schemas.microsoft.com/office/drawing/2014/main" id="{B127B8A7-EB35-9F48-B1F3-0905B5BFF219}"/>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atin typeface="Times New Roman" panose="02020603050405020304" pitchFamily="18" charset="0"/>
                <a:cs typeface="Times New Roman" panose="02020603050405020304" pitchFamily="18" charset="0"/>
              </a:rPr>
              <a:t>Network Layer: 4-</a:t>
            </a:r>
            <a:fld id="{C4204591-24BD-A542-B9D5-F8D8A88D2FEE}" type="slidenum">
              <a:rPr lang="en-US" smtClean="0">
                <a:latin typeface="Times New Roman" panose="02020603050405020304" pitchFamily="18" charset="0"/>
                <a:cs typeface="Times New Roman" panose="02020603050405020304" pitchFamily="18" charset="0"/>
              </a:rPr>
              <a:pPr/>
              <a:t>13</a:t>
            </a:fld>
            <a:endParaRPr lang="en-US" dirty="0">
              <a:latin typeface="Times New Roman" panose="02020603050405020304" pitchFamily="18" charset="0"/>
              <a:cs typeface="Times New Roman" panose="02020603050405020304" pitchFamily="18" charset="0"/>
            </a:endParaRPr>
          </a:p>
        </p:txBody>
      </p:sp>
      <p:grpSp>
        <p:nvGrpSpPr>
          <p:cNvPr id="14" name="Group 13">
            <a:extLst>
              <a:ext uri="{FF2B5EF4-FFF2-40B4-BE49-F238E27FC236}">
                <a16:creationId xmlns:a16="http://schemas.microsoft.com/office/drawing/2014/main" id="{9D2B58EA-90EB-22DC-70F2-0EE6BCA02F30}"/>
              </a:ext>
            </a:extLst>
          </p:cNvPr>
          <p:cNvGrpSpPr/>
          <p:nvPr/>
        </p:nvGrpSpPr>
        <p:grpSpPr>
          <a:xfrm>
            <a:off x="1199417" y="5446716"/>
            <a:ext cx="2137372" cy="695498"/>
            <a:chOff x="646967" y="5446716"/>
            <a:chExt cx="2137372" cy="695498"/>
          </a:xfrm>
        </p:grpSpPr>
        <p:pic>
          <p:nvPicPr>
            <p:cNvPr id="9" name="Picture 8" descr="Icon&#10;&#10;Description automatically generated">
              <a:extLst>
                <a:ext uri="{FF2B5EF4-FFF2-40B4-BE49-F238E27FC236}">
                  <a16:creationId xmlns:a16="http://schemas.microsoft.com/office/drawing/2014/main" id="{4CC8409D-09E5-7BEE-7B96-571D305DC6E4}"/>
                </a:ext>
              </a:extLst>
            </p:cNvPr>
            <p:cNvPicPr>
              <a:picLocks noChangeAspect="1"/>
            </p:cNvPicPr>
            <p:nvPr/>
          </p:nvPicPr>
          <p:blipFill>
            <a:blip r:embed="rId3"/>
            <a:stretch>
              <a:fillRect/>
            </a:stretch>
          </p:blipFill>
          <p:spPr>
            <a:xfrm>
              <a:off x="646967" y="5446716"/>
              <a:ext cx="505593" cy="695498"/>
            </a:xfrm>
            <a:prstGeom prst="rect">
              <a:avLst/>
            </a:prstGeom>
          </p:spPr>
        </p:pic>
        <p:sp>
          <p:nvSpPr>
            <p:cNvPr id="11" name="TextBox 10">
              <a:extLst>
                <a:ext uri="{FF2B5EF4-FFF2-40B4-BE49-F238E27FC236}">
                  <a16:creationId xmlns:a16="http://schemas.microsoft.com/office/drawing/2014/main" id="{606794DD-4CEC-4221-126D-5947BA568F5C}"/>
                </a:ext>
              </a:extLst>
            </p:cNvPr>
            <p:cNvSpPr txBox="1"/>
            <p:nvPr/>
          </p:nvSpPr>
          <p:spPr>
            <a:xfrm>
              <a:off x="1171610" y="5609799"/>
              <a:ext cx="1612729" cy="369332"/>
            </a:xfrm>
            <a:prstGeom prst="rect">
              <a:avLst/>
            </a:prstGeom>
            <a:noFill/>
          </p:spPr>
          <p:txBody>
            <a:bodyPr wrap="square">
              <a:spAutoFit/>
            </a:bodyPr>
            <a:lstStyle/>
            <a:p>
              <a:r>
                <a:rPr lang="en-US" altLang="en-US" kern="0" dirty="0">
                  <a:solidFill>
                    <a:srgbClr val="000000"/>
                  </a:solidFill>
                  <a:latin typeface="Times New Roman" panose="02020603050405020304" pitchFamily="18" charset="0"/>
                  <a:ea typeface="ＭＳ Ｐゴシック" panose="020B0600070205080204" pitchFamily="34" charset="-128"/>
                  <a:cs typeface="Times New Roman" panose="02020603050405020304" pitchFamily="18" charset="0"/>
                </a:rPr>
                <a:t>F</a:t>
              </a:r>
              <a:r>
                <a:rPr kumimoji="0" lang="en-US" altLang="en-US" sz="18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rPr>
                <a:t>rame</a:t>
              </a:r>
              <a:endParaRPr lang="en-US" dirty="0">
                <a:latin typeface="Times New Roman" panose="02020603050405020304" pitchFamily="18" charset="0"/>
                <a:cs typeface="Times New Roman" panose="02020603050405020304" pitchFamily="18" charset="0"/>
              </a:endParaRPr>
            </a:p>
          </p:txBody>
        </p:sp>
      </p:grpSp>
      <p:grpSp>
        <p:nvGrpSpPr>
          <p:cNvPr id="17" name="Group 16">
            <a:extLst>
              <a:ext uri="{FF2B5EF4-FFF2-40B4-BE49-F238E27FC236}">
                <a16:creationId xmlns:a16="http://schemas.microsoft.com/office/drawing/2014/main" id="{00106228-C860-72EA-13E6-FF5F1BE226A2}"/>
              </a:ext>
            </a:extLst>
          </p:cNvPr>
          <p:cNvGrpSpPr/>
          <p:nvPr/>
        </p:nvGrpSpPr>
        <p:grpSpPr>
          <a:xfrm>
            <a:off x="6844333" y="2806194"/>
            <a:ext cx="2235870" cy="1007085"/>
            <a:chOff x="6844333" y="2806194"/>
            <a:chExt cx="2235870" cy="1007085"/>
          </a:xfrm>
        </p:grpSpPr>
        <p:sp>
          <p:nvSpPr>
            <p:cNvPr id="16" name="Rounded Rectangular Callout 15">
              <a:extLst>
                <a:ext uri="{FF2B5EF4-FFF2-40B4-BE49-F238E27FC236}">
                  <a16:creationId xmlns:a16="http://schemas.microsoft.com/office/drawing/2014/main" id="{1490BC80-40CE-40B9-5D35-8D5390035C0E}"/>
                </a:ext>
              </a:extLst>
            </p:cNvPr>
            <p:cNvSpPr/>
            <p:nvPr/>
          </p:nvSpPr>
          <p:spPr>
            <a:xfrm>
              <a:off x="6844333" y="2806194"/>
              <a:ext cx="1779588" cy="1007085"/>
            </a:xfrm>
            <a:prstGeom prst="wedgeRoundRectCallout">
              <a:avLst>
                <a:gd name="adj1" fmla="val -64240"/>
                <a:gd name="adj2" fmla="val -54353"/>
                <a:gd name="adj3" fmla="val 16667"/>
              </a:avLst>
            </a:prstGeom>
            <a:ln w="25400">
              <a:solidFill>
                <a:schemeClr val="tx1">
                  <a:lumMod val="95000"/>
                  <a:lumOff val="5000"/>
                </a:schemeClr>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dirty="0">
                <a:latin typeface="Times New Roman" panose="02020603050405020304" pitchFamily="18" charset="0"/>
                <a:cs typeface="Times New Roman" panose="02020603050405020304" pitchFamily="18" charset="0"/>
              </a:endParaRPr>
            </a:p>
          </p:txBody>
        </p:sp>
        <p:pic>
          <p:nvPicPr>
            <p:cNvPr id="12" name="Picture 11" descr="Icon&#10;&#10;Description automatically generated">
              <a:extLst>
                <a:ext uri="{FF2B5EF4-FFF2-40B4-BE49-F238E27FC236}">
                  <a16:creationId xmlns:a16="http://schemas.microsoft.com/office/drawing/2014/main" id="{62B92C9B-3280-B0FC-57E4-90B0C0B4A79C}"/>
                </a:ext>
              </a:extLst>
            </p:cNvPr>
            <p:cNvPicPr>
              <a:picLocks noChangeAspect="1"/>
            </p:cNvPicPr>
            <p:nvPr/>
          </p:nvPicPr>
          <p:blipFill>
            <a:blip r:embed="rId4"/>
            <a:stretch>
              <a:fillRect/>
            </a:stretch>
          </p:blipFill>
          <p:spPr>
            <a:xfrm>
              <a:off x="6962236" y="2971427"/>
              <a:ext cx="451829" cy="621665"/>
            </a:xfrm>
            <a:prstGeom prst="rect">
              <a:avLst/>
            </a:prstGeom>
          </p:spPr>
        </p:pic>
        <p:sp>
          <p:nvSpPr>
            <p:cNvPr id="13" name="TextBox 12">
              <a:extLst>
                <a:ext uri="{FF2B5EF4-FFF2-40B4-BE49-F238E27FC236}">
                  <a16:creationId xmlns:a16="http://schemas.microsoft.com/office/drawing/2014/main" id="{8302DA1C-B2FD-2081-47D6-966E745AB1A0}"/>
                </a:ext>
              </a:extLst>
            </p:cNvPr>
            <p:cNvSpPr txBox="1"/>
            <p:nvPr/>
          </p:nvSpPr>
          <p:spPr>
            <a:xfrm>
              <a:off x="7467474" y="3131380"/>
              <a:ext cx="1612729" cy="369332"/>
            </a:xfrm>
            <a:prstGeom prst="rect">
              <a:avLst/>
            </a:prstGeom>
            <a:noFill/>
          </p:spPr>
          <p:txBody>
            <a:bodyPr wrap="square">
              <a:spAutoFit/>
            </a:bodyPr>
            <a:lstStyle/>
            <a:p>
              <a:r>
                <a:rPr lang="en-US" kern="0" dirty="0">
                  <a:solidFill>
                    <a:srgbClr val="000000"/>
                  </a:solidFill>
                  <a:latin typeface="Times New Roman" panose="02020603050405020304" pitchFamily="18" charset="0"/>
                  <a:ea typeface="ＭＳ Ｐゴシック" panose="020B0600070205080204" pitchFamily="34" charset="-128"/>
                  <a:cs typeface="Times New Roman" panose="02020603050405020304" pitchFamily="18" charset="0"/>
                </a:rPr>
                <a:t>Datagram</a:t>
              </a:r>
              <a:endParaRPr lang="en-US" dirty="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2136302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dissolv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dissolv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dissolv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dissolve">
                                      <p:cBhvr>
                                        <p:cTn id="2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a:xfrm>
            <a:off x="838200" y="398812"/>
            <a:ext cx="10515600" cy="894622"/>
          </a:xfrm>
        </p:spPr>
        <p:txBody>
          <a:bodyPr>
            <a:normAutofit/>
          </a:bodyPr>
          <a:lstStyle/>
          <a:p>
            <a:r>
              <a:rPr lang="en-US" altLang="en-US" sz="4800" dirty="0">
                <a:ea typeface="ＭＳ Ｐゴシック" panose="020B0600070205080204" pitchFamily="34" charset="-128"/>
              </a:rPr>
              <a:t>Input port functions</a:t>
            </a:r>
            <a:endParaRPr lang="en-US" sz="4800" dirty="0"/>
          </a:p>
        </p:txBody>
      </p:sp>
      <p:sp>
        <p:nvSpPr>
          <p:cNvPr id="91" name="Rectangle 12">
            <a:extLst>
              <a:ext uri="{FF2B5EF4-FFF2-40B4-BE49-F238E27FC236}">
                <a16:creationId xmlns:a16="http://schemas.microsoft.com/office/drawing/2014/main" id="{C1168DD7-29CD-D740-BA24-DFE4997DEAF2}"/>
              </a:ext>
            </a:extLst>
          </p:cNvPr>
          <p:cNvSpPr>
            <a:spLocks noChangeArrowheads="1"/>
          </p:cNvSpPr>
          <p:nvPr/>
        </p:nvSpPr>
        <p:spPr bwMode="auto">
          <a:xfrm>
            <a:off x="2275508" y="1518548"/>
            <a:ext cx="4568825" cy="1836737"/>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p:txBody>
      </p:sp>
      <p:sp>
        <p:nvSpPr>
          <p:cNvPr id="92" name="Rectangle 13">
            <a:extLst>
              <a:ext uri="{FF2B5EF4-FFF2-40B4-BE49-F238E27FC236}">
                <a16:creationId xmlns:a16="http://schemas.microsoft.com/office/drawing/2014/main" id="{FA527A42-DFE8-B84B-AE0F-B6C04FC91BDC}"/>
              </a:ext>
            </a:extLst>
          </p:cNvPr>
          <p:cNvSpPr>
            <a:spLocks noChangeArrowheads="1"/>
          </p:cNvSpPr>
          <p:nvPr/>
        </p:nvSpPr>
        <p:spPr bwMode="auto">
          <a:xfrm>
            <a:off x="2431083" y="2032898"/>
            <a:ext cx="1417638" cy="828675"/>
          </a:xfrm>
          <a:prstGeom prst="rect">
            <a:avLst/>
          </a:prstGeom>
          <a:solidFill>
            <a:srgbClr val="FFFFFF"/>
          </a:solidFill>
          <a:ln w="28575">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line</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termination</a:t>
            </a:r>
          </a:p>
        </p:txBody>
      </p:sp>
      <p:sp>
        <p:nvSpPr>
          <p:cNvPr id="94" name="Rectangle 15">
            <a:extLst>
              <a:ext uri="{FF2B5EF4-FFF2-40B4-BE49-F238E27FC236}">
                <a16:creationId xmlns:a16="http://schemas.microsoft.com/office/drawing/2014/main" id="{90BCF5CF-E087-0C43-9B12-173780FEE91B}"/>
              </a:ext>
            </a:extLst>
          </p:cNvPr>
          <p:cNvSpPr>
            <a:spLocks noChangeArrowheads="1"/>
          </p:cNvSpPr>
          <p:nvPr/>
        </p:nvSpPr>
        <p:spPr bwMode="auto">
          <a:xfrm>
            <a:off x="5406058" y="1655073"/>
            <a:ext cx="1247775" cy="1504950"/>
          </a:xfrm>
          <a:prstGeom prst="rect">
            <a:avLst/>
          </a:prstGeom>
          <a:solidFill>
            <a:srgbClr val="FFFFFF"/>
          </a:solidFill>
          <a:ln w="28575">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p:txBody>
      </p:sp>
      <p:sp>
        <p:nvSpPr>
          <p:cNvPr id="95" name="Line 16">
            <a:extLst>
              <a:ext uri="{FF2B5EF4-FFF2-40B4-BE49-F238E27FC236}">
                <a16:creationId xmlns:a16="http://schemas.microsoft.com/office/drawing/2014/main" id="{273874E2-0AAC-C144-B2A5-D7EF20CCA17E}"/>
              </a:ext>
            </a:extLst>
          </p:cNvPr>
          <p:cNvSpPr>
            <a:spLocks noChangeShapeType="1"/>
          </p:cNvSpPr>
          <p:nvPr/>
        </p:nvSpPr>
        <p:spPr bwMode="auto">
          <a:xfrm>
            <a:off x="1999283" y="2444060"/>
            <a:ext cx="423863"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endParaRPr>
          </a:p>
        </p:txBody>
      </p:sp>
      <p:sp>
        <p:nvSpPr>
          <p:cNvPr id="96" name="Line 30">
            <a:extLst>
              <a:ext uri="{FF2B5EF4-FFF2-40B4-BE49-F238E27FC236}">
                <a16:creationId xmlns:a16="http://schemas.microsoft.com/office/drawing/2014/main" id="{B6E9D844-FAAD-2A4E-88E0-E214101BBD4C}"/>
              </a:ext>
            </a:extLst>
          </p:cNvPr>
          <p:cNvSpPr>
            <a:spLocks noChangeShapeType="1"/>
          </p:cNvSpPr>
          <p:nvPr/>
        </p:nvSpPr>
        <p:spPr bwMode="auto">
          <a:xfrm>
            <a:off x="3867771" y="2423423"/>
            <a:ext cx="190500" cy="1587"/>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endParaRPr>
          </a:p>
        </p:txBody>
      </p:sp>
      <p:sp>
        <p:nvSpPr>
          <p:cNvPr id="97" name="Line 31">
            <a:extLst>
              <a:ext uri="{FF2B5EF4-FFF2-40B4-BE49-F238E27FC236}">
                <a16:creationId xmlns:a16="http://schemas.microsoft.com/office/drawing/2014/main" id="{8977AE01-852B-534D-A20E-EFF02DB5AA41}"/>
              </a:ext>
            </a:extLst>
          </p:cNvPr>
          <p:cNvSpPr>
            <a:spLocks noChangeShapeType="1"/>
          </p:cNvSpPr>
          <p:nvPr/>
        </p:nvSpPr>
        <p:spPr bwMode="auto">
          <a:xfrm>
            <a:off x="5210796" y="2380560"/>
            <a:ext cx="190500" cy="1588"/>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endParaRPr>
          </a:p>
        </p:txBody>
      </p:sp>
      <p:sp>
        <p:nvSpPr>
          <p:cNvPr id="98" name="Line 32">
            <a:extLst>
              <a:ext uri="{FF2B5EF4-FFF2-40B4-BE49-F238E27FC236}">
                <a16:creationId xmlns:a16="http://schemas.microsoft.com/office/drawing/2014/main" id="{13983755-8FAE-1741-9303-C0E4E248C694}"/>
              </a:ext>
            </a:extLst>
          </p:cNvPr>
          <p:cNvSpPr>
            <a:spLocks noChangeShapeType="1"/>
          </p:cNvSpPr>
          <p:nvPr/>
        </p:nvSpPr>
        <p:spPr bwMode="auto">
          <a:xfrm flipV="1">
            <a:off x="6601446" y="2421835"/>
            <a:ext cx="736600" cy="1588"/>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endParaRPr>
          </a:p>
        </p:txBody>
      </p:sp>
      <p:sp>
        <p:nvSpPr>
          <p:cNvPr id="100" name="Text Box 35">
            <a:extLst>
              <a:ext uri="{FF2B5EF4-FFF2-40B4-BE49-F238E27FC236}">
                <a16:creationId xmlns:a16="http://schemas.microsoft.com/office/drawing/2014/main" id="{926A7C49-4C7D-7F4F-9A0E-6A7815DA8608}"/>
              </a:ext>
            </a:extLst>
          </p:cNvPr>
          <p:cNvSpPr txBox="1">
            <a:spLocks noChangeArrowheads="1"/>
          </p:cNvSpPr>
          <p:nvPr/>
        </p:nvSpPr>
        <p:spPr bwMode="auto">
          <a:xfrm>
            <a:off x="5437808" y="1667773"/>
            <a:ext cx="1250950" cy="1465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lookup,</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forwarding</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queueing</a:t>
            </a:r>
          </a:p>
        </p:txBody>
      </p:sp>
      <p:sp>
        <p:nvSpPr>
          <p:cNvPr id="101" name="Rectangle 4">
            <a:extLst>
              <a:ext uri="{FF2B5EF4-FFF2-40B4-BE49-F238E27FC236}">
                <a16:creationId xmlns:a16="http://schemas.microsoft.com/office/drawing/2014/main" id="{E1140E62-CB4B-6047-AA5C-851F17E9C398}"/>
              </a:ext>
            </a:extLst>
          </p:cNvPr>
          <p:cNvSpPr txBox="1">
            <a:spLocks noChangeArrowheads="1"/>
          </p:cNvSpPr>
          <p:nvPr/>
        </p:nvSpPr>
        <p:spPr bwMode="auto">
          <a:xfrm>
            <a:off x="3458817" y="4011544"/>
            <a:ext cx="5760799"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8975" indent="-231775"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Gill Sans MT"/>
                <a:ea typeface="ＭＳ Ｐゴシック" charset="0"/>
                <a:cs typeface="Gill Sans MT"/>
              </a:defRPr>
            </a:lvl2pPr>
            <a:lvl3pPr marL="1143000" indent="-228600" algn="l" rtl="0" eaLnBrk="0" fontAlgn="base" hangingPunct="0">
              <a:spcBef>
                <a:spcPct val="20000"/>
              </a:spcBef>
              <a:spcAft>
                <a:spcPct val="0"/>
              </a:spcAft>
              <a:buChar char="•"/>
              <a:defRPr sz="2000">
                <a:solidFill>
                  <a:schemeClr val="tx1"/>
                </a:solidFill>
                <a:latin typeface="Gill Sans MT"/>
                <a:ea typeface="Gill Sans MT" charset="0"/>
                <a:cs typeface="Gill Sans MT"/>
              </a:defRPr>
            </a:lvl3pPr>
            <a:lvl4pPr marL="1600200" indent="-228600" algn="l" rtl="0" eaLnBrk="0" fontAlgn="base" hangingPunct="0">
              <a:spcBef>
                <a:spcPct val="20000"/>
              </a:spcBef>
              <a:spcAft>
                <a:spcPct val="0"/>
              </a:spcAft>
              <a:buChar char="–"/>
              <a:defRPr sz="2000">
                <a:solidFill>
                  <a:schemeClr val="tx1"/>
                </a:solidFill>
                <a:latin typeface="Times New Roman" pitchFamily="-109" charset="0"/>
                <a:ea typeface="Gill Sans MT" charset="0"/>
                <a:cs typeface="Gill Sans MT"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09" charset="0"/>
                <a:ea typeface="Gill Sans MT" charset="0"/>
                <a:cs typeface="Gill Sans MT"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09" charset="0"/>
              </a:defRPr>
            </a:lvl9pPr>
          </a:lstStyle>
          <a:p>
            <a:pPr marL="342900" marR="0" lvl="0" indent="-342900" algn="l" defTabSz="914400" rtl="0" eaLnBrk="0" fontAlgn="base" latinLnBrk="0" hangingPunct="0">
              <a:lnSpc>
                <a:spcPct val="90000"/>
              </a:lnSpc>
              <a:spcBef>
                <a:spcPct val="20000"/>
              </a:spcBef>
              <a:spcAft>
                <a:spcPct val="0"/>
              </a:spcAft>
              <a:buClr>
                <a:srgbClr val="000099"/>
              </a:buClr>
              <a:buSzPct val="100000"/>
              <a:buFont typeface="Wingdings" pitchFamily="2" charset="2"/>
              <a:buNone/>
              <a:tabLst/>
              <a:defRPr/>
            </a:pPr>
            <a:r>
              <a:rPr kumimoji="0" lang="en-US" altLang="en-US" sz="2400" b="0" i="0" u="none" strike="noStrike" kern="0" cap="none" spc="0" normalizeH="0" baseline="0" noProof="0" dirty="0">
                <a:ln>
                  <a:noFill/>
                </a:ln>
                <a:solidFill>
                  <a:srgbClr val="000099"/>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rPr>
              <a:t>decentralized switching</a:t>
            </a:r>
            <a:r>
              <a:rPr kumimoji="0" lang="en-US" altLang="en-US" sz="2400" b="0" i="1" u="none" strike="noStrike" kern="0" cap="none" spc="0" normalizeH="0" baseline="0" noProof="0" dirty="0">
                <a:ln>
                  <a:noFill/>
                </a:ln>
                <a:solidFill>
                  <a:srgbClr val="000099"/>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rPr>
              <a:t>:</a:t>
            </a:r>
            <a:r>
              <a:rPr kumimoji="0" lang="en-US" altLang="en-US" sz="2400" b="0" i="0" u="none" strike="noStrike" kern="0" cap="none" spc="0" normalizeH="0" baseline="0" noProof="0" dirty="0">
                <a:ln>
                  <a:noFill/>
                </a:ln>
                <a:solidFill>
                  <a:srgbClr val="000099"/>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rPr>
              <a:t> </a:t>
            </a:r>
          </a:p>
          <a:p>
            <a:pPr marL="342900" marR="0" lvl="0" indent="-342900" algn="l" defTabSz="914400" rtl="0" eaLnBrk="0" fontAlgn="base" latinLnBrk="0" hangingPunct="0">
              <a:lnSpc>
                <a:spcPct val="90000"/>
              </a:lnSpc>
              <a:spcBef>
                <a:spcPct val="20000"/>
              </a:spcBef>
              <a:spcAft>
                <a:spcPct val="0"/>
              </a:spcAft>
              <a:buClr>
                <a:srgbClr val="000099"/>
              </a:buClr>
              <a:buSzPct val="100000"/>
              <a:buFont typeface="Wingdings" pitchFamily="2" charset="2"/>
              <a:buChar char="§"/>
              <a:tabLst/>
              <a:defRPr/>
            </a:pPr>
            <a:r>
              <a:rPr kumimoji="0" lang="en-US" altLang="en-US" sz="2000" b="0" i="0" u="none" strike="noStrike" kern="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rPr>
              <a:t>using header field values, lookup output port using forwarding table in input port memory </a:t>
            </a:r>
            <a:r>
              <a:rPr kumimoji="0" lang="en-US" altLang="en-US" sz="2000" b="0" i="1" u="none" strike="noStrike" kern="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rPr>
              <a:t>(“match plus action”)</a:t>
            </a:r>
          </a:p>
          <a:p>
            <a:pPr marL="342900" marR="0" lvl="0" indent="-342900" algn="l" defTabSz="914400" rtl="0" eaLnBrk="0" fontAlgn="base" latinLnBrk="0" hangingPunct="0">
              <a:lnSpc>
                <a:spcPct val="90000"/>
              </a:lnSpc>
              <a:spcBef>
                <a:spcPct val="20000"/>
              </a:spcBef>
              <a:spcAft>
                <a:spcPct val="0"/>
              </a:spcAft>
              <a:buClr>
                <a:srgbClr val="000099"/>
              </a:buClr>
              <a:buSzPct val="100000"/>
              <a:buFont typeface="Wingdings" pitchFamily="2" charset="2"/>
              <a:buChar char="§"/>
              <a:tabLst/>
              <a:defRPr/>
            </a:pPr>
            <a:r>
              <a:rPr kumimoji="0" lang="en-US" altLang="en-US" sz="2000" b="0" i="0" u="none" strike="noStrike" kern="1200" cap="none" spc="0" normalizeH="0" baseline="0" noProof="0" dirty="0">
                <a:ln>
                  <a:noFill/>
                </a:ln>
                <a:solidFill>
                  <a:srgbClr val="CC0000"/>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rPr>
              <a:t>destination-based forwarding: </a:t>
            </a:r>
            <a:r>
              <a:rPr kumimoji="0" lang="en-US"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rPr>
              <a:t>forward based only on destination IP address (traditional)</a:t>
            </a:r>
            <a:endParaRPr kumimoji="0" lang="en-US" altLang="ja-JP" sz="20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endParaRPr>
          </a:p>
          <a:p>
            <a:pPr marL="342900" marR="0" lvl="0" indent="-342900" algn="l" defTabSz="914400" rtl="0" eaLnBrk="0" fontAlgn="base" latinLnBrk="0" hangingPunct="0">
              <a:lnSpc>
                <a:spcPct val="90000"/>
              </a:lnSpc>
              <a:spcBef>
                <a:spcPct val="20000"/>
              </a:spcBef>
              <a:spcAft>
                <a:spcPct val="0"/>
              </a:spcAft>
              <a:buClr>
                <a:srgbClr val="000099"/>
              </a:buClr>
              <a:buSzPct val="100000"/>
              <a:buFont typeface="Wingdings" pitchFamily="2" charset="2"/>
              <a:buChar char="§"/>
              <a:tabLst/>
              <a:defRPr/>
            </a:pPr>
            <a:r>
              <a:rPr kumimoji="0" lang="en-US" altLang="en-US" sz="2000" b="0" i="0" u="none" strike="noStrike" kern="1200" cap="none" spc="0" normalizeH="0" baseline="0" noProof="0" dirty="0">
                <a:ln>
                  <a:noFill/>
                </a:ln>
                <a:solidFill>
                  <a:srgbClr val="CC0000"/>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rPr>
              <a:t>generalized forwarding: </a:t>
            </a:r>
            <a:r>
              <a:rPr kumimoji="0" lang="en-US"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rPr>
              <a:t>forward based on any set of header field values</a:t>
            </a:r>
          </a:p>
        </p:txBody>
      </p:sp>
      <p:sp>
        <p:nvSpPr>
          <p:cNvPr id="102" name="Text Box 5">
            <a:extLst>
              <a:ext uri="{FF2B5EF4-FFF2-40B4-BE49-F238E27FC236}">
                <a16:creationId xmlns:a16="http://schemas.microsoft.com/office/drawing/2014/main" id="{CF874965-76FC-A440-815F-5C111BA47DB4}"/>
              </a:ext>
            </a:extLst>
          </p:cNvPr>
          <p:cNvSpPr txBox="1">
            <a:spLocks noChangeArrowheads="1"/>
          </p:cNvSpPr>
          <p:nvPr/>
        </p:nvSpPr>
        <p:spPr bwMode="auto">
          <a:xfrm>
            <a:off x="258938" y="3266385"/>
            <a:ext cx="247535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99"/>
                </a:solidFill>
                <a:effectLst/>
                <a:uLnTx/>
                <a:uFillTx/>
                <a:latin typeface="Times New Roman" panose="02020603050405020304" pitchFamily="18" charset="0"/>
                <a:cs typeface="Times New Roman" panose="02020603050405020304" pitchFamily="18" charset="0"/>
              </a:rPr>
              <a:t>physical layer:</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bit-level reception</a:t>
            </a:r>
            <a:endParaRPr kumimoji="0" lang="en-US" altLang="en-US" sz="20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p:txBody>
      </p:sp>
      <p:sp>
        <p:nvSpPr>
          <p:cNvPr id="104" name="Line 45">
            <a:extLst>
              <a:ext uri="{FF2B5EF4-FFF2-40B4-BE49-F238E27FC236}">
                <a16:creationId xmlns:a16="http://schemas.microsoft.com/office/drawing/2014/main" id="{C28D9927-E6BA-644D-AEC8-2218FA4AE8E5}"/>
              </a:ext>
            </a:extLst>
          </p:cNvPr>
          <p:cNvSpPr>
            <a:spLocks noChangeShapeType="1"/>
          </p:cNvSpPr>
          <p:nvPr/>
        </p:nvSpPr>
        <p:spPr bwMode="auto">
          <a:xfrm>
            <a:off x="7326933" y="902598"/>
            <a:ext cx="11113" cy="2865437"/>
          </a:xfrm>
          <a:prstGeom prst="line">
            <a:avLst/>
          </a:prstGeom>
          <a:noFill/>
          <a:ln w="9525">
            <a:solidFill>
              <a:srgbClr val="C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endParaRPr>
          </a:p>
        </p:txBody>
      </p:sp>
      <p:sp>
        <p:nvSpPr>
          <p:cNvPr id="105" name="Rectangle 46">
            <a:extLst>
              <a:ext uri="{FF2B5EF4-FFF2-40B4-BE49-F238E27FC236}">
                <a16:creationId xmlns:a16="http://schemas.microsoft.com/office/drawing/2014/main" id="{60DADEEF-0CD4-B448-8A66-E2060FA8C8D0}"/>
              </a:ext>
            </a:extLst>
          </p:cNvPr>
          <p:cNvSpPr>
            <a:spLocks noChangeArrowheads="1"/>
          </p:cNvSpPr>
          <p:nvPr/>
        </p:nvSpPr>
        <p:spPr bwMode="auto">
          <a:xfrm>
            <a:off x="7419008" y="2031310"/>
            <a:ext cx="1055688" cy="8286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switch</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fabric</a:t>
            </a:r>
          </a:p>
        </p:txBody>
      </p:sp>
      <p:grpSp>
        <p:nvGrpSpPr>
          <p:cNvPr id="106" name="Group 56">
            <a:extLst>
              <a:ext uri="{FF2B5EF4-FFF2-40B4-BE49-F238E27FC236}">
                <a16:creationId xmlns:a16="http://schemas.microsoft.com/office/drawing/2014/main" id="{B68F5DD4-EE62-1647-8EBF-81CFFA9C7F14}"/>
              </a:ext>
            </a:extLst>
          </p:cNvPr>
          <p:cNvGrpSpPr>
            <a:grpSpLocks/>
          </p:cNvGrpSpPr>
          <p:nvPr/>
        </p:nvGrpSpPr>
        <p:grpSpPr bwMode="auto">
          <a:xfrm>
            <a:off x="5533058" y="2274198"/>
            <a:ext cx="993775" cy="468312"/>
            <a:chOff x="310" y="3526"/>
            <a:chExt cx="1040" cy="457"/>
          </a:xfrm>
        </p:grpSpPr>
        <p:sp>
          <p:nvSpPr>
            <p:cNvPr id="107" name="Rectangle 47">
              <a:extLst>
                <a:ext uri="{FF2B5EF4-FFF2-40B4-BE49-F238E27FC236}">
                  <a16:creationId xmlns:a16="http://schemas.microsoft.com/office/drawing/2014/main" id="{091252DD-E9F8-F043-8F13-9AD537E4563A}"/>
                </a:ext>
              </a:extLst>
            </p:cNvPr>
            <p:cNvSpPr>
              <a:spLocks noChangeArrowheads="1"/>
            </p:cNvSpPr>
            <p:nvPr/>
          </p:nvSpPr>
          <p:spPr bwMode="auto">
            <a:xfrm>
              <a:off x="310" y="3526"/>
              <a:ext cx="1040" cy="457"/>
            </a:xfrm>
            <a:prstGeom prst="rect">
              <a:avLst/>
            </a:prstGeom>
            <a:solidFill>
              <a:srgbClr val="FF0000"/>
            </a:solidFill>
            <a:ln w="38100">
              <a:solidFill>
                <a:srgbClr val="FFFFF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p:txBody>
        </p:sp>
        <p:sp>
          <p:nvSpPr>
            <p:cNvPr id="108" name="Line 48">
              <a:extLst>
                <a:ext uri="{FF2B5EF4-FFF2-40B4-BE49-F238E27FC236}">
                  <a16:creationId xmlns:a16="http://schemas.microsoft.com/office/drawing/2014/main" id="{8B8D0A07-01A4-B34B-A4DB-264DA4558713}"/>
                </a:ext>
              </a:extLst>
            </p:cNvPr>
            <p:cNvSpPr>
              <a:spLocks noChangeShapeType="1"/>
            </p:cNvSpPr>
            <p:nvPr/>
          </p:nvSpPr>
          <p:spPr bwMode="auto">
            <a:xfrm>
              <a:off x="446" y="3535"/>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endParaRPr>
            </a:p>
          </p:txBody>
        </p:sp>
        <p:sp>
          <p:nvSpPr>
            <p:cNvPr id="109" name="Line 49">
              <a:extLst>
                <a:ext uri="{FF2B5EF4-FFF2-40B4-BE49-F238E27FC236}">
                  <a16:creationId xmlns:a16="http://schemas.microsoft.com/office/drawing/2014/main" id="{CCD0BAFD-2F01-BB4A-80D7-9DD3A63121BC}"/>
                </a:ext>
              </a:extLst>
            </p:cNvPr>
            <p:cNvSpPr>
              <a:spLocks noChangeShapeType="1"/>
            </p:cNvSpPr>
            <p:nvPr/>
          </p:nvSpPr>
          <p:spPr bwMode="auto">
            <a:xfrm>
              <a:off x="558" y="3538"/>
              <a:ext cx="2" cy="435"/>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endParaRPr>
            </a:p>
          </p:txBody>
        </p:sp>
        <p:sp>
          <p:nvSpPr>
            <p:cNvPr id="110" name="Line 50">
              <a:extLst>
                <a:ext uri="{FF2B5EF4-FFF2-40B4-BE49-F238E27FC236}">
                  <a16:creationId xmlns:a16="http://schemas.microsoft.com/office/drawing/2014/main" id="{7F30AE35-07B8-C647-93E6-FBCF5A109B29}"/>
                </a:ext>
              </a:extLst>
            </p:cNvPr>
            <p:cNvSpPr>
              <a:spLocks noChangeShapeType="1"/>
            </p:cNvSpPr>
            <p:nvPr/>
          </p:nvSpPr>
          <p:spPr bwMode="auto">
            <a:xfrm>
              <a:off x="671" y="3534"/>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endParaRPr>
            </a:p>
          </p:txBody>
        </p:sp>
        <p:sp>
          <p:nvSpPr>
            <p:cNvPr id="111" name="Line 51">
              <a:extLst>
                <a:ext uri="{FF2B5EF4-FFF2-40B4-BE49-F238E27FC236}">
                  <a16:creationId xmlns:a16="http://schemas.microsoft.com/office/drawing/2014/main" id="{F3DA64D2-455B-5648-BA10-FC52CD1311A7}"/>
                </a:ext>
              </a:extLst>
            </p:cNvPr>
            <p:cNvSpPr>
              <a:spLocks noChangeShapeType="1"/>
            </p:cNvSpPr>
            <p:nvPr/>
          </p:nvSpPr>
          <p:spPr bwMode="auto">
            <a:xfrm>
              <a:off x="782" y="3535"/>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endParaRPr>
            </a:p>
          </p:txBody>
        </p:sp>
        <p:sp>
          <p:nvSpPr>
            <p:cNvPr id="112" name="Line 52">
              <a:extLst>
                <a:ext uri="{FF2B5EF4-FFF2-40B4-BE49-F238E27FC236}">
                  <a16:creationId xmlns:a16="http://schemas.microsoft.com/office/drawing/2014/main" id="{106B00DE-F07D-CE47-8C50-C1CD1CD0A09F}"/>
                </a:ext>
              </a:extLst>
            </p:cNvPr>
            <p:cNvSpPr>
              <a:spLocks noChangeShapeType="1"/>
            </p:cNvSpPr>
            <p:nvPr/>
          </p:nvSpPr>
          <p:spPr bwMode="auto">
            <a:xfrm>
              <a:off x="895" y="3534"/>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endParaRPr>
            </a:p>
          </p:txBody>
        </p:sp>
        <p:sp>
          <p:nvSpPr>
            <p:cNvPr id="113" name="Line 53">
              <a:extLst>
                <a:ext uri="{FF2B5EF4-FFF2-40B4-BE49-F238E27FC236}">
                  <a16:creationId xmlns:a16="http://schemas.microsoft.com/office/drawing/2014/main" id="{0DED29BC-7052-8643-8C69-2F8864DFA71F}"/>
                </a:ext>
              </a:extLst>
            </p:cNvPr>
            <p:cNvSpPr>
              <a:spLocks noChangeShapeType="1"/>
            </p:cNvSpPr>
            <p:nvPr/>
          </p:nvSpPr>
          <p:spPr bwMode="auto">
            <a:xfrm>
              <a:off x="1006" y="3534"/>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endParaRPr>
            </a:p>
          </p:txBody>
        </p:sp>
        <p:sp>
          <p:nvSpPr>
            <p:cNvPr id="114" name="Line 54">
              <a:extLst>
                <a:ext uri="{FF2B5EF4-FFF2-40B4-BE49-F238E27FC236}">
                  <a16:creationId xmlns:a16="http://schemas.microsoft.com/office/drawing/2014/main" id="{86C73DAC-8DDF-A54A-942C-8BC351167B6F}"/>
                </a:ext>
              </a:extLst>
            </p:cNvPr>
            <p:cNvSpPr>
              <a:spLocks noChangeShapeType="1"/>
            </p:cNvSpPr>
            <p:nvPr/>
          </p:nvSpPr>
          <p:spPr bwMode="auto">
            <a:xfrm>
              <a:off x="1121" y="3535"/>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endParaRPr>
            </a:p>
          </p:txBody>
        </p:sp>
        <p:sp>
          <p:nvSpPr>
            <p:cNvPr id="115" name="Line 55">
              <a:extLst>
                <a:ext uri="{FF2B5EF4-FFF2-40B4-BE49-F238E27FC236}">
                  <a16:creationId xmlns:a16="http://schemas.microsoft.com/office/drawing/2014/main" id="{18BE7814-C3C9-1A4C-AD5B-3274395DD8E5}"/>
                </a:ext>
              </a:extLst>
            </p:cNvPr>
            <p:cNvSpPr>
              <a:spLocks noChangeShapeType="1"/>
            </p:cNvSpPr>
            <p:nvPr/>
          </p:nvSpPr>
          <p:spPr bwMode="auto">
            <a:xfrm>
              <a:off x="1229" y="3538"/>
              <a:ext cx="2" cy="435"/>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endParaRPr>
            </a:p>
          </p:txBody>
        </p:sp>
      </p:grpSp>
      <p:sp>
        <p:nvSpPr>
          <p:cNvPr id="116" name="Line 58">
            <a:extLst>
              <a:ext uri="{FF2B5EF4-FFF2-40B4-BE49-F238E27FC236}">
                <a16:creationId xmlns:a16="http://schemas.microsoft.com/office/drawing/2014/main" id="{4B5F466A-2158-BD4D-B0D3-450398480C2C}"/>
              </a:ext>
            </a:extLst>
          </p:cNvPr>
          <p:cNvSpPr>
            <a:spLocks noChangeShapeType="1"/>
          </p:cNvSpPr>
          <p:nvPr/>
        </p:nvSpPr>
        <p:spPr bwMode="auto">
          <a:xfrm flipV="1">
            <a:off x="2743821" y="2955235"/>
            <a:ext cx="446087" cy="490538"/>
          </a:xfrm>
          <a:prstGeom prst="line">
            <a:avLst/>
          </a:prstGeom>
          <a:noFill/>
          <a:ln w="19050">
            <a:solidFill>
              <a:srgbClr val="CC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endParaRPr>
          </a:p>
        </p:txBody>
      </p:sp>
      <p:sp>
        <p:nvSpPr>
          <p:cNvPr id="118" name="Line 60">
            <a:extLst>
              <a:ext uri="{FF2B5EF4-FFF2-40B4-BE49-F238E27FC236}">
                <a16:creationId xmlns:a16="http://schemas.microsoft.com/office/drawing/2014/main" id="{FFF5D7A3-77C9-D34E-AC43-6A097D73FED3}"/>
              </a:ext>
            </a:extLst>
          </p:cNvPr>
          <p:cNvSpPr>
            <a:spLocks noChangeShapeType="1"/>
          </p:cNvSpPr>
          <p:nvPr/>
        </p:nvSpPr>
        <p:spPr bwMode="auto">
          <a:xfrm flipV="1">
            <a:off x="5267946" y="3282260"/>
            <a:ext cx="669925" cy="790575"/>
          </a:xfrm>
          <a:prstGeom prst="line">
            <a:avLst/>
          </a:prstGeom>
          <a:noFill/>
          <a:ln w="19050">
            <a:solidFill>
              <a:srgbClr val="CC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endParaRPr>
          </a:p>
        </p:txBody>
      </p:sp>
      <p:grpSp>
        <p:nvGrpSpPr>
          <p:cNvPr id="32" name="Group 31">
            <a:extLst>
              <a:ext uri="{FF2B5EF4-FFF2-40B4-BE49-F238E27FC236}">
                <a16:creationId xmlns:a16="http://schemas.microsoft.com/office/drawing/2014/main" id="{F18F2E2A-C657-CE42-826A-8464B8BEB733}"/>
              </a:ext>
            </a:extLst>
          </p:cNvPr>
          <p:cNvGrpSpPr/>
          <p:nvPr/>
        </p:nvGrpSpPr>
        <p:grpSpPr>
          <a:xfrm>
            <a:off x="871146" y="1664528"/>
            <a:ext cx="4336475" cy="3729630"/>
            <a:chOff x="871146" y="1664528"/>
            <a:chExt cx="4336475" cy="3729630"/>
          </a:xfrm>
        </p:grpSpPr>
        <p:sp>
          <p:nvSpPr>
            <p:cNvPr id="33" name="Rectangle 33">
              <a:extLst>
                <a:ext uri="{FF2B5EF4-FFF2-40B4-BE49-F238E27FC236}">
                  <a16:creationId xmlns:a16="http://schemas.microsoft.com/office/drawing/2014/main" id="{2EA30939-880D-1A4E-ADA4-26E2CC52164D}"/>
                </a:ext>
              </a:extLst>
            </p:cNvPr>
            <p:cNvSpPr>
              <a:spLocks noChangeArrowheads="1"/>
            </p:cNvSpPr>
            <p:nvPr/>
          </p:nvSpPr>
          <p:spPr bwMode="auto">
            <a:xfrm>
              <a:off x="4114937" y="1947588"/>
              <a:ext cx="1055688" cy="828675"/>
            </a:xfrm>
            <a:prstGeom prst="rect">
              <a:avLst/>
            </a:prstGeom>
            <a:no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link </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layer </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protocol</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(receive)</a:t>
              </a:r>
            </a:p>
          </p:txBody>
        </p:sp>
        <p:grpSp>
          <p:nvGrpSpPr>
            <p:cNvPr id="34" name="Group 33">
              <a:extLst>
                <a:ext uri="{FF2B5EF4-FFF2-40B4-BE49-F238E27FC236}">
                  <a16:creationId xmlns:a16="http://schemas.microsoft.com/office/drawing/2014/main" id="{913133BD-446D-E742-B2AD-72DE39321A8A}"/>
                </a:ext>
              </a:extLst>
            </p:cNvPr>
            <p:cNvGrpSpPr/>
            <p:nvPr/>
          </p:nvGrpSpPr>
          <p:grpSpPr>
            <a:xfrm>
              <a:off x="871146" y="1664528"/>
              <a:ext cx="4336475" cy="3729630"/>
              <a:chOff x="871146" y="1664528"/>
              <a:chExt cx="4336475" cy="3729630"/>
            </a:xfrm>
          </p:grpSpPr>
          <p:sp>
            <p:nvSpPr>
              <p:cNvPr id="35" name="Rectangle 14">
                <a:extLst>
                  <a:ext uri="{FF2B5EF4-FFF2-40B4-BE49-F238E27FC236}">
                    <a16:creationId xmlns:a16="http://schemas.microsoft.com/office/drawing/2014/main" id="{79A46D4C-DBCD-A54B-9BA8-1AEED3D1385B}"/>
                  </a:ext>
                </a:extLst>
              </p:cNvPr>
              <p:cNvSpPr>
                <a:spLocks noChangeArrowheads="1"/>
              </p:cNvSpPr>
              <p:nvPr/>
            </p:nvSpPr>
            <p:spPr bwMode="auto">
              <a:xfrm>
                <a:off x="4055096" y="1664528"/>
                <a:ext cx="1152525" cy="1409700"/>
              </a:xfrm>
              <a:prstGeom prst="rect">
                <a:avLst/>
              </a:prstGeom>
              <a:noFill/>
              <a:ln w="28575">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p:txBody>
          </p:sp>
          <p:sp>
            <p:nvSpPr>
              <p:cNvPr id="36" name="Line 30">
                <a:extLst>
                  <a:ext uri="{FF2B5EF4-FFF2-40B4-BE49-F238E27FC236}">
                    <a16:creationId xmlns:a16="http://schemas.microsoft.com/office/drawing/2014/main" id="{42D89CE3-6D54-8D4C-A4FF-D8068693F459}"/>
                  </a:ext>
                </a:extLst>
              </p:cNvPr>
              <p:cNvSpPr>
                <a:spLocks noChangeShapeType="1"/>
              </p:cNvSpPr>
              <p:nvPr/>
            </p:nvSpPr>
            <p:spPr bwMode="auto">
              <a:xfrm>
                <a:off x="3867771" y="2423423"/>
                <a:ext cx="190500" cy="1587"/>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endParaRPr>
              </a:p>
            </p:txBody>
          </p:sp>
          <p:sp>
            <p:nvSpPr>
              <p:cNvPr id="37" name="Text Box 6">
                <a:extLst>
                  <a:ext uri="{FF2B5EF4-FFF2-40B4-BE49-F238E27FC236}">
                    <a16:creationId xmlns:a16="http://schemas.microsoft.com/office/drawing/2014/main" id="{29D9E7A0-6D99-F942-B6C6-24EF09651BBA}"/>
                  </a:ext>
                </a:extLst>
              </p:cNvPr>
              <p:cNvSpPr txBox="1">
                <a:spLocks noChangeArrowheads="1"/>
              </p:cNvSpPr>
              <p:nvPr/>
            </p:nvSpPr>
            <p:spPr bwMode="auto">
              <a:xfrm>
                <a:off x="871146" y="4193829"/>
                <a:ext cx="1877437"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99"/>
                    </a:solidFill>
                    <a:effectLst/>
                    <a:uLnTx/>
                    <a:uFillTx/>
                    <a:latin typeface="Times New Roman" panose="02020603050405020304" pitchFamily="18" charset="0"/>
                    <a:cs typeface="Times New Roman" panose="02020603050405020304" pitchFamily="18" charset="0"/>
                  </a:rPr>
                  <a:t>link layer:</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e.g., Ethernet</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(chapter 6)</a:t>
                </a:r>
                <a:endParaRPr kumimoji="0" lang="en-US" altLang="en-US" sz="20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p:txBody>
          </p:sp>
          <p:sp>
            <p:nvSpPr>
              <p:cNvPr id="38" name="Line 59">
                <a:extLst>
                  <a:ext uri="{FF2B5EF4-FFF2-40B4-BE49-F238E27FC236}">
                    <a16:creationId xmlns:a16="http://schemas.microsoft.com/office/drawing/2014/main" id="{67FB4697-6647-C242-8EBD-81171A3917C4}"/>
                  </a:ext>
                </a:extLst>
              </p:cNvPr>
              <p:cNvSpPr>
                <a:spLocks noChangeShapeType="1"/>
              </p:cNvSpPr>
              <p:nvPr/>
            </p:nvSpPr>
            <p:spPr bwMode="auto">
              <a:xfrm flipV="1">
                <a:off x="2762871" y="3152085"/>
                <a:ext cx="1193800" cy="1338263"/>
              </a:xfrm>
              <a:prstGeom prst="line">
                <a:avLst/>
              </a:prstGeom>
              <a:noFill/>
              <a:ln w="19050">
                <a:solidFill>
                  <a:srgbClr val="CC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Times New Roman" panose="02020603050405020304" pitchFamily="18" charset="0"/>
                </a:endParaRPr>
              </a:p>
            </p:txBody>
          </p:sp>
        </p:grpSp>
      </p:grpSp>
      <p:sp>
        <p:nvSpPr>
          <p:cNvPr id="39" name="Slide Number Placeholder 4">
            <a:extLst>
              <a:ext uri="{FF2B5EF4-FFF2-40B4-BE49-F238E27FC236}">
                <a16:creationId xmlns:a16="http://schemas.microsoft.com/office/drawing/2014/main" id="{EA359BDC-8294-2A40-B5BE-B5E215B7EE41}"/>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atin typeface="Times New Roman" panose="02020603050405020304" pitchFamily="18" charset="0"/>
                <a:cs typeface="Times New Roman" panose="02020603050405020304" pitchFamily="18" charset="0"/>
              </a:rPr>
              <a:t>Network Layer: 4-</a:t>
            </a:r>
            <a:fld id="{C4204591-24BD-A542-B9D5-F8D8A88D2FEE}" type="slidenum">
              <a:rPr lang="en-US" smtClean="0">
                <a:latin typeface="Times New Roman" panose="02020603050405020304" pitchFamily="18" charset="0"/>
                <a:cs typeface="Times New Roman" panose="02020603050405020304" pitchFamily="18" charset="0"/>
              </a:rPr>
              <a:pPr/>
              <a:t>14</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352878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E8ADE-528D-0A24-0357-A9E6932CD8B4}"/>
              </a:ext>
            </a:extLst>
          </p:cNvPr>
          <p:cNvSpPr>
            <a:spLocks noGrp="1"/>
          </p:cNvSpPr>
          <p:nvPr>
            <p:ph type="title"/>
          </p:nvPr>
        </p:nvSpPr>
        <p:spPr/>
        <p:txBody>
          <a:bodyPr/>
          <a:lstStyle/>
          <a:p>
            <a:endParaRPr lang="en-IN"/>
          </a:p>
        </p:txBody>
      </p:sp>
      <p:pic>
        <p:nvPicPr>
          <p:cNvPr id="4" name="Picture 3">
            <a:extLst>
              <a:ext uri="{FF2B5EF4-FFF2-40B4-BE49-F238E27FC236}">
                <a16:creationId xmlns:a16="http://schemas.microsoft.com/office/drawing/2014/main" id="{32FB3381-CDAD-65A4-7129-59ACAC85D9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5013" y="1888229"/>
            <a:ext cx="4038808" cy="2311519"/>
          </a:xfrm>
          <a:prstGeom prst="rect">
            <a:avLst/>
          </a:prstGeom>
        </p:spPr>
      </p:pic>
      <p:pic>
        <p:nvPicPr>
          <p:cNvPr id="6" name="Picture 5">
            <a:extLst>
              <a:ext uri="{FF2B5EF4-FFF2-40B4-BE49-F238E27FC236}">
                <a16:creationId xmlns:a16="http://schemas.microsoft.com/office/drawing/2014/main" id="{DF112BAB-918A-5144-2CB0-7893E42862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252" y="131637"/>
            <a:ext cx="6986803" cy="4273549"/>
          </a:xfrm>
          <a:prstGeom prst="rect">
            <a:avLst/>
          </a:prstGeom>
        </p:spPr>
      </p:pic>
      <p:pic>
        <p:nvPicPr>
          <p:cNvPr id="8" name="Picture 7">
            <a:extLst>
              <a:ext uri="{FF2B5EF4-FFF2-40B4-BE49-F238E27FC236}">
                <a16:creationId xmlns:a16="http://schemas.microsoft.com/office/drawing/2014/main" id="{D7ECCE88-D81D-E761-5F8B-2D802CF0E87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29652" y="3429000"/>
            <a:ext cx="6233186" cy="3210064"/>
          </a:xfrm>
          <a:prstGeom prst="rect">
            <a:avLst/>
          </a:prstGeom>
        </p:spPr>
      </p:pic>
    </p:spTree>
    <p:extLst>
      <p:ext uri="{BB962C8B-B14F-4D97-AF65-F5344CB8AC3E}">
        <p14:creationId xmlns:p14="http://schemas.microsoft.com/office/powerpoint/2010/main" val="16580574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9673C0F-EEA6-3549-BFCE-D83173D8EA3B}"/>
              </a:ext>
            </a:extLst>
          </p:cNvPr>
          <p:cNvSpPr>
            <a:spLocks noGrp="1"/>
          </p:cNvSpPr>
          <p:nvPr>
            <p:ph idx="1"/>
          </p:nvPr>
        </p:nvSpPr>
        <p:spPr>
          <a:xfrm>
            <a:off x="852267" y="1386402"/>
            <a:ext cx="10515600" cy="1356798"/>
          </a:xfrm>
        </p:spPr>
        <p:txBody>
          <a:bodyPr/>
          <a:lstStyle/>
          <a:p>
            <a:r>
              <a:rPr lang="en-US" altLang="en-US" sz="2400" dirty="0">
                <a:ea typeface="ＭＳ Ｐゴシック" panose="020B0600070205080204" pitchFamily="34" charset="-128"/>
                <a:cs typeface="ＭＳ Ｐゴシック" panose="020B0600070205080204" pitchFamily="34" charset="-128"/>
              </a:rPr>
              <a:t>If switch fabric slower than input ports combined -&gt; queueing may occur at input queues </a:t>
            </a:r>
          </a:p>
          <a:p>
            <a:pPr lvl="1"/>
            <a:r>
              <a:rPr lang="en-US" altLang="en-US" dirty="0">
                <a:ea typeface="ＭＳ Ｐゴシック" panose="020B0600070205080204" pitchFamily="34" charset="-128"/>
              </a:rPr>
              <a:t>queueing delay and loss due to input buffer overflow!</a:t>
            </a:r>
          </a:p>
          <a:p>
            <a:endParaRPr lang="en-US" sz="2400" dirty="0"/>
          </a:p>
        </p:txBody>
      </p:sp>
      <p:sp>
        <p:nvSpPr>
          <p:cNvPr id="3" name="Title 2">
            <a:extLst>
              <a:ext uri="{FF2B5EF4-FFF2-40B4-BE49-F238E27FC236}">
                <a16:creationId xmlns:a16="http://schemas.microsoft.com/office/drawing/2014/main" id="{E6236E45-D353-3946-A538-2B64275829F3}"/>
              </a:ext>
            </a:extLst>
          </p:cNvPr>
          <p:cNvSpPr>
            <a:spLocks noGrp="1"/>
          </p:cNvSpPr>
          <p:nvPr>
            <p:ph type="title"/>
          </p:nvPr>
        </p:nvSpPr>
        <p:spPr>
          <a:xfrm>
            <a:off x="838200" y="311144"/>
            <a:ext cx="10515600" cy="894622"/>
          </a:xfrm>
        </p:spPr>
        <p:txBody>
          <a:bodyPr>
            <a:normAutofit/>
          </a:bodyPr>
          <a:lstStyle/>
          <a:p>
            <a:r>
              <a:rPr lang="en-US" altLang="en-US" sz="4000" dirty="0">
                <a:ea typeface="ＭＳ Ｐゴシック" panose="020B0600070205080204" pitchFamily="34" charset="-128"/>
              </a:rPr>
              <a:t>Input port queuing</a:t>
            </a:r>
            <a:endParaRPr lang="en-US" sz="4000" dirty="0"/>
          </a:p>
        </p:txBody>
      </p:sp>
      <p:sp>
        <p:nvSpPr>
          <p:cNvPr id="104" name="Text Box 62">
            <a:extLst>
              <a:ext uri="{FF2B5EF4-FFF2-40B4-BE49-F238E27FC236}">
                <a16:creationId xmlns:a16="http://schemas.microsoft.com/office/drawing/2014/main" id="{A61D6C7D-A6A0-2949-A958-E9C2A14B38D6}"/>
              </a:ext>
            </a:extLst>
          </p:cNvPr>
          <p:cNvSpPr txBox="1">
            <a:spLocks noChangeArrowheads="1"/>
          </p:cNvSpPr>
          <p:nvPr/>
        </p:nvSpPr>
        <p:spPr bwMode="auto">
          <a:xfrm>
            <a:off x="1800666" y="5728188"/>
            <a:ext cx="4459458" cy="840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output port contention: only one red datagram can be transferred. lower red packet is </a:t>
            </a:r>
            <a:r>
              <a:rPr kumimoji="0" lang="en-US" altLang="en-US" sz="1800" b="0" i="1"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blocked</a:t>
            </a:r>
          </a:p>
        </p:txBody>
      </p:sp>
      <p:grpSp>
        <p:nvGrpSpPr>
          <p:cNvPr id="141" name="Group 140">
            <a:extLst>
              <a:ext uri="{FF2B5EF4-FFF2-40B4-BE49-F238E27FC236}">
                <a16:creationId xmlns:a16="http://schemas.microsoft.com/office/drawing/2014/main" id="{A8B7A346-0262-A945-984D-C0F97E764874}"/>
              </a:ext>
            </a:extLst>
          </p:cNvPr>
          <p:cNvGrpSpPr/>
          <p:nvPr/>
        </p:nvGrpSpPr>
        <p:grpSpPr>
          <a:xfrm>
            <a:off x="2528548" y="3841801"/>
            <a:ext cx="3027362" cy="1817687"/>
            <a:chOff x="2908374" y="3743325"/>
            <a:chExt cx="3027362" cy="1817687"/>
          </a:xfrm>
        </p:grpSpPr>
        <p:grpSp>
          <p:nvGrpSpPr>
            <p:cNvPr id="73" name="Group 7">
              <a:extLst>
                <a:ext uri="{FF2B5EF4-FFF2-40B4-BE49-F238E27FC236}">
                  <a16:creationId xmlns:a16="http://schemas.microsoft.com/office/drawing/2014/main" id="{D164F740-85C3-9A46-A495-5762FFD54497}"/>
                </a:ext>
              </a:extLst>
            </p:cNvPr>
            <p:cNvGrpSpPr>
              <a:grpSpLocks/>
            </p:cNvGrpSpPr>
            <p:nvPr/>
          </p:nvGrpSpPr>
          <p:grpSpPr bwMode="auto">
            <a:xfrm>
              <a:off x="2908374" y="3751262"/>
              <a:ext cx="3027362" cy="1809750"/>
              <a:chOff x="523" y="976"/>
              <a:chExt cx="2099" cy="1356"/>
            </a:xfrm>
          </p:grpSpPr>
          <p:sp>
            <p:nvSpPr>
              <p:cNvPr id="74" name="Rectangle 8">
                <a:extLst>
                  <a:ext uri="{FF2B5EF4-FFF2-40B4-BE49-F238E27FC236}">
                    <a16:creationId xmlns:a16="http://schemas.microsoft.com/office/drawing/2014/main" id="{3D3FDDE5-E1D2-4741-B9DB-0E91DB81EADF}"/>
                  </a:ext>
                </a:extLst>
              </p:cNvPr>
              <p:cNvSpPr>
                <a:spLocks noChangeArrowheads="1"/>
              </p:cNvSpPr>
              <p:nvPr/>
            </p:nvSpPr>
            <p:spPr bwMode="auto">
              <a:xfrm>
                <a:off x="1208" y="976"/>
                <a:ext cx="745" cy="1356"/>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75" name="Group 9">
                <a:extLst>
                  <a:ext uri="{FF2B5EF4-FFF2-40B4-BE49-F238E27FC236}">
                    <a16:creationId xmlns:a16="http://schemas.microsoft.com/office/drawing/2014/main" id="{E04796AD-83ED-2C40-B3DD-6EE81FAF767E}"/>
                  </a:ext>
                </a:extLst>
              </p:cNvPr>
              <p:cNvGrpSpPr>
                <a:grpSpLocks/>
              </p:cNvGrpSpPr>
              <p:nvPr/>
            </p:nvGrpSpPr>
            <p:grpSpPr bwMode="auto">
              <a:xfrm>
                <a:off x="804" y="997"/>
                <a:ext cx="249" cy="1295"/>
                <a:chOff x="748" y="997"/>
                <a:chExt cx="249" cy="1295"/>
              </a:xfrm>
            </p:grpSpPr>
            <p:sp>
              <p:nvSpPr>
                <p:cNvPr id="94" name="Rectangle 10">
                  <a:extLst>
                    <a:ext uri="{FF2B5EF4-FFF2-40B4-BE49-F238E27FC236}">
                      <a16:creationId xmlns:a16="http://schemas.microsoft.com/office/drawing/2014/main" id="{43ED5184-D575-0248-A3F3-81B5349D9771}"/>
                    </a:ext>
                  </a:extLst>
                </p:cNvPr>
                <p:cNvSpPr>
                  <a:spLocks noChangeArrowheads="1"/>
                </p:cNvSpPr>
                <p:nvPr/>
              </p:nvSpPr>
              <p:spPr bwMode="auto">
                <a:xfrm>
                  <a:off x="759" y="997"/>
                  <a:ext cx="240" cy="352"/>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5" name="Rectangle 11">
                  <a:extLst>
                    <a:ext uri="{FF2B5EF4-FFF2-40B4-BE49-F238E27FC236}">
                      <a16:creationId xmlns:a16="http://schemas.microsoft.com/office/drawing/2014/main" id="{2FA9BAD8-AE3E-DB45-B0FD-7FDA2BE93B67}"/>
                    </a:ext>
                  </a:extLst>
                </p:cNvPr>
                <p:cNvSpPr>
                  <a:spLocks noChangeArrowheads="1"/>
                </p:cNvSpPr>
                <p:nvPr/>
              </p:nvSpPr>
              <p:spPr bwMode="auto">
                <a:xfrm>
                  <a:off x="750" y="1472"/>
                  <a:ext cx="240" cy="352"/>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6" name="Rectangle 12">
                  <a:extLst>
                    <a:ext uri="{FF2B5EF4-FFF2-40B4-BE49-F238E27FC236}">
                      <a16:creationId xmlns:a16="http://schemas.microsoft.com/office/drawing/2014/main" id="{9F580657-7B0A-D44A-A81D-E4A1D6379EDD}"/>
                    </a:ext>
                  </a:extLst>
                </p:cNvPr>
                <p:cNvSpPr>
                  <a:spLocks noChangeArrowheads="1"/>
                </p:cNvSpPr>
                <p:nvPr/>
              </p:nvSpPr>
              <p:spPr bwMode="auto">
                <a:xfrm>
                  <a:off x="748" y="1938"/>
                  <a:ext cx="240" cy="352"/>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76" name="Group 13">
                <a:extLst>
                  <a:ext uri="{FF2B5EF4-FFF2-40B4-BE49-F238E27FC236}">
                    <a16:creationId xmlns:a16="http://schemas.microsoft.com/office/drawing/2014/main" id="{056EE82A-FAB8-7249-BC14-6FFA66DA07F7}"/>
                  </a:ext>
                </a:extLst>
              </p:cNvPr>
              <p:cNvGrpSpPr>
                <a:grpSpLocks/>
              </p:cNvGrpSpPr>
              <p:nvPr/>
            </p:nvGrpSpPr>
            <p:grpSpPr bwMode="auto">
              <a:xfrm>
                <a:off x="2109" y="1002"/>
                <a:ext cx="249" cy="1295"/>
                <a:chOff x="748" y="997"/>
                <a:chExt cx="249" cy="1295"/>
              </a:xfrm>
            </p:grpSpPr>
            <p:sp>
              <p:nvSpPr>
                <p:cNvPr id="91" name="Rectangle 14">
                  <a:extLst>
                    <a:ext uri="{FF2B5EF4-FFF2-40B4-BE49-F238E27FC236}">
                      <a16:creationId xmlns:a16="http://schemas.microsoft.com/office/drawing/2014/main" id="{E5CA9310-6AD6-2146-9776-7012072315DB}"/>
                    </a:ext>
                  </a:extLst>
                </p:cNvPr>
                <p:cNvSpPr>
                  <a:spLocks noChangeArrowheads="1"/>
                </p:cNvSpPr>
                <p:nvPr/>
              </p:nvSpPr>
              <p:spPr bwMode="auto">
                <a:xfrm>
                  <a:off x="759" y="997"/>
                  <a:ext cx="238" cy="352"/>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2" name="Rectangle 15">
                  <a:extLst>
                    <a:ext uri="{FF2B5EF4-FFF2-40B4-BE49-F238E27FC236}">
                      <a16:creationId xmlns:a16="http://schemas.microsoft.com/office/drawing/2014/main" id="{8D066A34-9935-0949-9FF4-6C93094CBF75}"/>
                    </a:ext>
                  </a:extLst>
                </p:cNvPr>
                <p:cNvSpPr>
                  <a:spLocks noChangeArrowheads="1"/>
                </p:cNvSpPr>
                <p:nvPr/>
              </p:nvSpPr>
              <p:spPr bwMode="auto">
                <a:xfrm>
                  <a:off x="750" y="1472"/>
                  <a:ext cx="238" cy="352"/>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3" name="Rectangle 16">
                  <a:extLst>
                    <a:ext uri="{FF2B5EF4-FFF2-40B4-BE49-F238E27FC236}">
                      <a16:creationId xmlns:a16="http://schemas.microsoft.com/office/drawing/2014/main" id="{AEE24D80-D9B2-5E43-BE37-0732E26D5A01}"/>
                    </a:ext>
                  </a:extLst>
                </p:cNvPr>
                <p:cNvSpPr>
                  <a:spLocks noChangeArrowheads="1"/>
                </p:cNvSpPr>
                <p:nvPr/>
              </p:nvSpPr>
              <p:spPr bwMode="auto">
                <a:xfrm>
                  <a:off x="748" y="1940"/>
                  <a:ext cx="238" cy="352"/>
                </a:xfrm>
                <a:prstGeom prst="rect">
                  <a:avLst/>
                </a:prstGeom>
                <a:solidFill>
                  <a:srgbClr val="FFFFFF"/>
                </a:solidFill>
                <a:ln w="19050">
                  <a:solidFill>
                    <a:srgbClr val="008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77" name="Line 17">
                <a:extLst>
                  <a:ext uri="{FF2B5EF4-FFF2-40B4-BE49-F238E27FC236}">
                    <a16:creationId xmlns:a16="http://schemas.microsoft.com/office/drawing/2014/main" id="{E7EAA4E2-487B-894A-934C-8BED5D29A04B}"/>
                  </a:ext>
                </a:extLst>
              </p:cNvPr>
              <p:cNvSpPr>
                <a:spLocks noChangeShapeType="1"/>
              </p:cNvSpPr>
              <p:nvPr/>
            </p:nvSpPr>
            <p:spPr bwMode="auto">
              <a:xfrm>
                <a:off x="1946" y="1181"/>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8" name="Line 18">
                <a:extLst>
                  <a:ext uri="{FF2B5EF4-FFF2-40B4-BE49-F238E27FC236}">
                    <a16:creationId xmlns:a16="http://schemas.microsoft.com/office/drawing/2014/main" id="{F056DF5E-0636-A74F-AFC5-06DA708CC8FC}"/>
                  </a:ext>
                </a:extLst>
              </p:cNvPr>
              <p:cNvSpPr>
                <a:spLocks noChangeShapeType="1"/>
              </p:cNvSpPr>
              <p:nvPr/>
            </p:nvSpPr>
            <p:spPr bwMode="auto">
              <a:xfrm>
                <a:off x="1940" y="1644"/>
                <a:ext cx="163"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9" name="Line 19">
                <a:extLst>
                  <a:ext uri="{FF2B5EF4-FFF2-40B4-BE49-F238E27FC236}">
                    <a16:creationId xmlns:a16="http://schemas.microsoft.com/office/drawing/2014/main" id="{1A5F3287-940C-9740-86D0-1AB977CAFF9A}"/>
                  </a:ext>
                </a:extLst>
              </p:cNvPr>
              <p:cNvSpPr>
                <a:spLocks noChangeShapeType="1"/>
              </p:cNvSpPr>
              <p:nvPr/>
            </p:nvSpPr>
            <p:spPr bwMode="auto">
              <a:xfrm>
                <a:off x="1940" y="2119"/>
                <a:ext cx="163"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 name="Line 20">
                <a:extLst>
                  <a:ext uri="{FF2B5EF4-FFF2-40B4-BE49-F238E27FC236}">
                    <a16:creationId xmlns:a16="http://schemas.microsoft.com/office/drawing/2014/main" id="{F520F608-8F8B-EE4D-AB7D-4587DC70B484}"/>
                  </a:ext>
                </a:extLst>
              </p:cNvPr>
              <p:cNvSpPr>
                <a:spLocks noChangeShapeType="1"/>
              </p:cNvSpPr>
              <p:nvPr/>
            </p:nvSpPr>
            <p:spPr bwMode="auto">
              <a:xfrm>
                <a:off x="1044" y="1164"/>
                <a:ext cx="163"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1" name="Line 21">
                <a:extLst>
                  <a:ext uri="{FF2B5EF4-FFF2-40B4-BE49-F238E27FC236}">
                    <a16:creationId xmlns:a16="http://schemas.microsoft.com/office/drawing/2014/main" id="{5D5075D4-1165-4C4C-AF51-B90ABAD1F9B4}"/>
                  </a:ext>
                </a:extLst>
              </p:cNvPr>
              <p:cNvSpPr>
                <a:spLocks noChangeShapeType="1"/>
              </p:cNvSpPr>
              <p:nvPr/>
            </p:nvSpPr>
            <p:spPr bwMode="auto">
              <a:xfrm>
                <a:off x="1038" y="1629"/>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2" name="Line 22">
                <a:extLst>
                  <a:ext uri="{FF2B5EF4-FFF2-40B4-BE49-F238E27FC236}">
                    <a16:creationId xmlns:a16="http://schemas.microsoft.com/office/drawing/2014/main" id="{C10787ED-2529-B644-9C51-F8157D8A6B97}"/>
                  </a:ext>
                </a:extLst>
              </p:cNvPr>
              <p:cNvSpPr>
                <a:spLocks noChangeShapeType="1"/>
              </p:cNvSpPr>
              <p:nvPr/>
            </p:nvSpPr>
            <p:spPr bwMode="auto">
              <a:xfrm>
                <a:off x="1038" y="2102"/>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83" name="Group 23">
                <a:extLst>
                  <a:ext uri="{FF2B5EF4-FFF2-40B4-BE49-F238E27FC236}">
                    <a16:creationId xmlns:a16="http://schemas.microsoft.com/office/drawing/2014/main" id="{971E0D16-1F7C-F048-8258-EDA2CB10DD1F}"/>
                  </a:ext>
                </a:extLst>
              </p:cNvPr>
              <p:cNvGrpSpPr>
                <a:grpSpLocks/>
              </p:cNvGrpSpPr>
              <p:nvPr/>
            </p:nvGrpSpPr>
            <p:grpSpPr bwMode="auto">
              <a:xfrm>
                <a:off x="523" y="1169"/>
                <a:ext cx="288" cy="939"/>
                <a:chOff x="-60" y="1148"/>
                <a:chExt cx="168" cy="939"/>
              </a:xfrm>
            </p:grpSpPr>
            <p:sp>
              <p:nvSpPr>
                <p:cNvPr id="88" name="Line 24">
                  <a:extLst>
                    <a:ext uri="{FF2B5EF4-FFF2-40B4-BE49-F238E27FC236}">
                      <a16:creationId xmlns:a16="http://schemas.microsoft.com/office/drawing/2014/main" id="{A7F9F178-4046-3247-B2E2-AE134DC9BBA2}"/>
                    </a:ext>
                  </a:extLst>
                </p:cNvPr>
                <p:cNvSpPr>
                  <a:spLocks noChangeShapeType="1"/>
                </p:cNvSpPr>
                <p:nvPr/>
              </p:nvSpPr>
              <p:spPr bwMode="auto">
                <a:xfrm>
                  <a:off x="-54" y="1148"/>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9" name="Line 25">
                  <a:extLst>
                    <a:ext uri="{FF2B5EF4-FFF2-40B4-BE49-F238E27FC236}">
                      <a16:creationId xmlns:a16="http://schemas.microsoft.com/office/drawing/2014/main" id="{C8CD8FEE-FC96-3A43-8409-D693193AE512}"/>
                    </a:ext>
                  </a:extLst>
                </p:cNvPr>
                <p:cNvSpPr>
                  <a:spLocks noChangeShapeType="1"/>
                </p:cNvSpPr>
                <p:nvPr/>
              </p:nvSpPr>
              <p:spPr bwMode="auto">
                <a:xfrm>
                  <a:off x="-60" y="1613"/>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 name="Line 26">
                  <a:extLst>
                    <a:ext uri="{FF2B5EF4-FFF2-40B4-BE49-F238E27FC236}">
                      <a16:creationId xmlns:a16="http://schemas.microsoft.com/office/drawing/2014/main" id="{4CBECCBD-CFD3-764F-887C-FED5405A0A3E}"/>
                    </a:ext>
                  </a:extLst>
                </p:cNvPr>
                <p:cNvSpPr>
                  <a:spLocks noChangeShapeType="1"/>
                </p:cNvSpPr>
                <p:nvPr/>
              </p:nvSpPr>
              <p:spPr bwMode="auto">
                <a:xfrm>
                  <a:off x="-60" y="2087"/>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84" name="Group 27">
                <a:extLst>
                  <a:ext uri="{FF2B5EF4-FFF2-40B4-BE49-F238E27FC236}">
                    <a16:creationId xmlns:a16="http://schemas.microsoft.com/office/drawing/2014/main" id="{1DA00A78-49E3-534E-A704-59927A764178}"/>
                  </a:ext>
                </a:extLst>
              </p:cNvPr>
              <p:cNvGrpSpPr>
                <a:grpSpLocks/>
              </p:cNvGrpSpPr>
              <p:nvPr/>
            </p:nvGrpSpPr>
            <p:grpSpPr bwMode="auto">
              <a:xfrm>
                <a:off x="2334" y="1173"/>
                <a:ext cx="288" cy="939"/>
                <a:chOff x="-60" y="1148"/>
                <a:chExt cx="168" cy="939"/>
              </a:xfrm>
            </p:grpSpPr>
            <p:sp>
              <p:nvSpPr>
                <p:cNvPr id="85" name="Line 28">
                  <a:extLst>
                    <a:ext uri="{FF2B5EF4-FFF2-40B4-BE49-F238E27FC236}">
                      <a16:creationId xmlns:a16="http://schemas.microsoft.com/office/drawing/2014/main" id="{61838874-A5DC-7947-8DA7-12A88836EA34}"/>
                    </a:ext>
                  </a:extLst>
                </p:cNvPr>
                <p:cNvSpPr>
                  <a:spLocks noChangeShapeType="1"/>
                </p:cNvSpPr>
                <p:nvPr/>
              </p:nvSpPr>
              <p:spPr bwMode="auto">
                <a:xfrm>
                  <a:off x="-54" y="1148"/>
                  <a:ext cx="162"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6" name="Line 29">
                  <a:extLst>
                    <a:ext uri="{FF2B5EF4-FFF2-40B4-BE49-F238E27FC236}">
                      <a16:creationId xmlns:a16="http://schemas.microsoft.com/office/drawing/2014/main" id="{5372ECE9-A44D-9040-8B03-CA9D88C7D71A}"/>
                    </a:ext>
                  </a:extLst>
                </p:cNvPr>
                <p:cNvSpPr>
                  <a:spLocks noChangeShapeType="1"/>
                </p:cNvSpPr>
                <p:nvPr/>
              </p:nvSpPr>
              <p:spPr bwMode="auto">
                <a:xfrm>
                  <a:off x="-60" y="1615"/>
                  <a:ext cx="162"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7" name="Line 30">
                  <a:extLst>
                    <a:ext uri="{FF2B5EF4-FFF2-40B4-BE49-F238E27FC236}">
                      <a16:creationId xmlns:a16="http://schemas.microsoft.com/office/drawing/2014/main" id="{FA2DA940-73AA-D447-84F1-95C932F532DC}"/>
                    </a:ext>
                  </a:extLst>
                </p:cNvPr>
                <p:cNvSpPr>
                  <a:spLocks noChangeShapeType="1"/>
                </p:cNvSpPr>
                <p:nvPr/>
              </p:nvSpPr>
              <p:spPr bwMode="auto">
                <a:xfrm>
                  <a:off x="-60" y="2087"/>
                  <a:ext cx="162"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sp>
          <p:nvSpPr>
            <p:cNvPr id="97" name="Rectangle 55">
              <a:extLst>
                <a:ext uri="{FF2B5EF4-FFF2-40B4-BE49-F238E27FC236}">
                  <a16:creationId xmlns:a16="http://schemas.microsoft.com/office/drawing/2014/main" id="{DC8735CA-28A8-9844-8915-2B52D5644D3C}"/>
                </a:ext>
              </a:extLst>
            </p:cNvPr>
            <p:cNvSpPr>
              <a:spLocks noChangeArrowheads="1"/>
            </p:cNvSpPr>
            <p:nvPr/>
          </p:nvSpPr>
          <p:spPr bwMode="auto">
            <a:xfrm>
              <a:off x="3360811" y="3748087"/>
              <a:ext cx="252413" cy="130175"/>
            </a:xfrm>
            <a:prstGeom prst="rect">
              <a:avLst/>
            </a:prstGeom>
            <a:solidFill>
              <a:srgbClr val="FF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 name="Rectangle 56">
              <a:extLst>
                <a:ext uri="{FF2B5EF4-FFF2-40B4-BE49-F238E27FC236}">
                  <a16:creationId xmlns:a16="http://schemas.microsoft.com/office/drawing/2014/main" id="{583B70AF-74AA-594D-B7DD-CD358704562B}"/>
                </a:ext>
              </a:extLst>
            </p:cNvPr>
            <p:cNvSpPr>
              <a:spLocks noChangeArrowheads="1"/>
            </p:cNvSpPr>
            <p:nvPr/>
          </p:nvSpPr>
          <p:spPr bwMode="auto">
            <a:xfrm>
              <a:off x="3346524" y="4479925"/>
              <a:ext cx="252412" cy="131762"/>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9" name="Rectangle 57">
              <a:extLst>
                <a:ext uri="{FF2B5EF4-FFF2-40B4-BE49-F238E27FC236}">
                  <a16:creationId xmlns:a16="http://schemas.microsoft.com/office/drawing/2014/main" id="{7B6BE014-EC1B-4245-8E39-262F9C15550C}"/>
                </a:ext>
              </a:extLst>
            </p:cNvPr>
            <p:cNvSpPr>
              <a:spLocks noChangeArrowheads="1"/>
            </p:cNvSpPr>
            <p:nvPr/>
          </p:nvSpPr>
          <p:spPr bwMode="auto">
            <a:xfrm>
              <a:off x="3344936" y="5114925"/>
              <a:ext cx="252413" cy="130175"/>
            </a:xfrm>
            <a:prstGeom prst="rect">
              <a:avLst/>
            </a:prstGeom>
            <a:solidFill>
              <a:srgbClr val="FF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0" name="Rectangle 58">
              <a:extLst>
                <a:ext uri="{FF2B5EF4-FFF2-40B4-BE49-F238E27FC236}">
                  <a16:creationId xmlns:a16="http://schemas.microsoft.com/office/drawing/2014/main" id="{5727D261-4FAD-9C40-8357-59F2BB7AE5CF}"/>
                </a:ext>
              </a:extLst>
            </p:cNvPr>
            <p:cNvSpPr>
              <a:spLocks noChangeArrowheads="1"/>
            </p:cNvSpPr>
            <p:nvPr/>
          </p:nvSpPr>
          <p:spPr bwMode="auto">
            <a:xfrm>
              <a:off x="3002036" y="3743325"/>
              <a:ext cx="252413" cy="131762"/>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1" name="Rectangle 59">
              <a:extLst>
                <a:ext uri="{FF2B5EF4-FFF2-40B4-BE49-F238E27FC236}">
                  <a16:creationId xmlns:a16="http://schemas.microsoft.com/office/drawing/2014/main" id="{1194EC16-CE8F-8D4B-A795-C4A17F3FEE9C}"/>
                </a:ext>
              </a:extLst>
            </p:cNvPr>
            <p:cNvSpPr>
              <a:spLocks noChangeArrowheads="1"/>
            </p:cNvSpPr>
            <p:nvPr/>
          </p:nvSpPr>
          <p:spPr bwMode="auto">
            <a:xfrm>
              <a:off x="2997274" y="5103812"/>
              <a:ext cx="252412" cy="131763"/>
            </a:xfrm>
            <a:prstGeom prst="rect">
              <a:avLst/>
            </a:prstGeom>
            <a:solidFill>
              <a:srgbClr val="00CC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2" name="Line 60">
              <a:extLst>
                <a:ext uri="{FF2B5EF4-FFF2-40B4-BE49-F238E27FC236}">
                  <a16:creationId xmlns:a16="http://schemas.microsoft.com/office/drawing/2014/main" id="{67621AA8-BE0E-7F4B-BC70-5D6A01E48F83}"/>
                </a:ext>
              </a:extLst>
            </p:cNvPr>
            <p:cNvSpPr>
              <a:spLocks noChangeShapeType="1"/>
            </p:cNvSpPr>
            <p:nvPr/>
          </p:nvSpPr>
          <p:spPr bwMode="auto">
            <a:xfrm>
              <a:off x="3652911" y="3803650"/>
              <a:ext cx="1479550" cy="1587"/>
            </a:xfrm>
            <a:prstGeom prst="line">
              <a:avLst/>
            </a:prstGeom>
            <a:noFill/>
            <a:ln w="28575">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3" name="Freeform 61">
              <a:extLst>
                <a:ext uri="{FF2B5EF4-FFF2-40B4-BE49-F238E27FC236}">
                  <a16:creationId xmlns:a16="http://schemas.microsoft.com/office/drawing/2014/main" id="{63B03E4B-DC34-6549-9693-9E2101F3E2F9}"/>
                </a:ext>
              </a:extLst>
            </p:cNvPr>
            <p:cNvSpPr>
              <a:spLocks/>
            </p:cNvSpPr>
            <p:nvPr/>
          </p:nvSpPr>
          <p:spPr bwMode="auto">
            <a:xfrm>
              <a:off x="3697361" y="4202112"/>
              <a:ext cx="1395413" cy="979488"/>
            </a:xfrm>
            <a:custGeom>
              <a:avLst/>
              <a:gdLst>
                <a:gd name="T0" fmla="*/ 0 w 967"/>
                <a:gd name="T1" fmla="*/ 2147483647 h 735"/>
                <a:gd name="T2" fmla="*/ 2147483647 w 967"/>
                <a:gd name="T3" fmla="*/ 2147483647 h 735"/>
                <a:gd name="T4" fmla="*/ 2147483647 w 967"/>
                <a:gd name="T5" fmla="*/ 0 h 735"/>
                <a:gd name="T6" fmla="*/ 0 60000 65536"/>
                <a:gd name="T7" fmla="*/ 0 60000 65536"/>
                <a:gd name="T8" fmla="*/ 0 60000 65536"/>
                <a:gd name="T9" fmla="*/ 0 w 967"/>
                <a:gd name="T10" fmla="*/ 0 h 735"/>
                <a:gd name="T11" fmla="*/ 967 w 967"/>
                <a:gd name="T12" fmla="*/ 735 h 735"/>
              </a:gdLst>
              <a:ahLst/>
              <a:cxnLst>
                <a:cxn ang="T6">
                  <a:pos x="T0" y="T1"/>
                </a:cxn>
                <a:cxn ang="T7">
                  <a:pos x="T2" y="T3"/>
                </a:cxn>
                <a:cxn ang="T8">
                  <a:pos x="T4" y="T5"/>
                </a:cxn>
              </a:cxnLst>
              <a:rect l="T9" t="T10" r="T11" b="T12"/>
              <a:pathLst>
                <a:path w="967" h="735">
                  <a:moveTo>
                    <a:pt x="0" y="733"/>
                  </a:moveTo>
                  <a:lnTo>
                    <a:pt x="522" y="735"/>
                  </a:lnTo>
                  <a:lnTo>
                    <a:pt x="967" y="0"/>
                  </a:lnTo>
                </a:path>
              </a:pathLst>
            </a:custGeom>
            <a:noFill/>
            <a:ln w="28575" cap="flat" cmpd="sng">
              <a:solidFill>
                <a:srgbClr val="FF0000"/>
              </a:solidFill>
              <a:prstDash val="dash"/>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5" name="Text Box 64">
              <a:extLst>
                <a:ext uri="{FF2B5EF4-FFF2-40B4-BE49-F238E27FC236}">
                  <a16:creationId xmlns:a16="http://schemas.microsoft.com/office/drawing/2014/main" id="{CB734319-6832-8C4E-B16D-A545895BCBC1}"/>
                </a:ext>
              </a:extLst>
            </p:cNvPr>
            <p:cNvSpPr txBox="1">
              <a:spLocks noChangeArrowheads="1"/>
            </p:cNvSpPr>
            <p:nvPr/>
          </p:nvSpPr>
          <p:spPr bwMode="auto">
            <a:xfrm>
              <a:off x="4046611" y="4548187"/>
              <a:ext cx="6832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switch</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fabric</a:t>
              </a:r>
            </a:p>
          </p:txBody>
        </p:sp>
        <p:sp>
          <p:nvSpPr>
            <p:cNvPr id="106" name="Line 73">
              <a:extLst>
                <a:ext uri="{FF2B5EF4-FFF2-40B4-BE49-F238E27FC236}">
                  <a16:creationId xmlns:a16="http://schemas.microsoft.com/office/drawing/2014/main" id="{5550252A-B930-0747-B713-DACF5B30A867}"/>
                </a:ext>
              </a:extLst>
            </p:cNvPr>
            <p:cNvSpPr>
              <a:spLocks noChangeShapeType="1"/>
            </p:cNvSpPr>
            <p:nvPr/>
          </p:nvSpPr>
          <p:spPr bwMode="auto">
            <a:xfrm>
              <a:off x="3643386" y="4548187"/>
              <a:ext cx="1458913" cy="19050"/>
            </a:xfrm>
            <a:prstGeom prst="line">
              <a:avLst/>
            </a:prstGeom>
            <a:noFill/>
            <a:ln w="28575">
              <a:solidFill>
                <a:srgbClr val="000099"/>
              </a:solidFill>
              <a:prstDash val="dash"/>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07" name="Group 79">
            <a:extLst>
              <a:ext uri="{FF2B5EF4-FFF2-40B4-BE49-F238E27FC236}">
                <a16:creationId xmlns:a16="http://schemas.microsoft.com/office/drawing/2014/main" id="{C5196E2D-6A1D-9849-8A2B-31C0EF009838}"/>
              </a:ext>
            </a:extLst>
          </p:cNvPr>
          <p:cNvGrpSpPr>
            <a:grpSpLocks/>
          </p:cNvGrpSpPr>
          <p:nvPr/>
        </p:nvGrpSpPr>
        <p:grpSpPr bwMode="auto">
          <a:xfrm>
            <a:off x="7144970" y="3842240"/>
            <a:ext cx="3587750" cy="2514600"/>
            <a:chOff x="2950" y="2025"/>
            <a:chExt cx="2260" cy="1584"/>
          </a:xfrm>
        </p:grpSpPr>
        <p:grpSp>
          <p:nvGrpSpPr>
            <p:cNvPr id="108" name="Group 31">
              <a:extLst>
                <a:ext uri="{FF2B5EF4-FFF2-40B4-BE49-F238E27FC236}">
                  <a16:creationId xmlns:a16="http://schemas.microsoft.com/office/drawing/2014/main" id="{961F130E-3A11-5044-A5C6-98D394F90B30}"/>
                </a:ext>
              </a:extLst>
            </p:cNvPr>
            <p:cNvGrpSpPr>
              <a:grpSpLocks/>
            </p:cNvGrpSpPr>
            <p:nvPr/>
          </p:nvGrpSpPr>
          <p:grpSpPr bwMode="auto">
            <a:xfrm>
              <a:off x="3074" y="2047"/>
              <a:ext cx="1907" cy="1140"/>
              <a:chOff x="523" y="976"/>
              <a:chExt cx="2099" cy="1356"/>
            </a:xfrm>
          </p:grpSpPr>
          <p:sp>
            <p:nvSpPr>
              <p:cNvPr id="118" name="Rectangle 32">
                <a:extLst>
                  <a:ext uri="{FF2B5EF4-FFF2-40B4-BE49-F238E27FC236}">
                    <a16:creationId xmlns:a16="http://schemas.microsoft.com/office/drawing/2014/main" id="{72F70161-3D6F-B147-8A8F-41A13F54E1D6}"/>
                  </a:ext>
                </a:extLst>
              </p:cNvPr>
              <p:cNvSpPr>
                <a:spLocks noChangeArrowheads="1"/>
              </p:cNvSpPr>
              <p:nvPr/>
            </p:nvSpPr>
            <p:spPr bwMode="auto">
              <a:xfrm>
                <a:off x="1208" y="976"/>
                <a:ext cx="745" cy="1356"/>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119" name="Group 33">
                <a:extLst>
                  <a:ext uri="{FF2B5EF4-FFF2-40B4-BE49-F238E27FC236}">
                    <a16:creationId xmlns:a16="http://schemas.microsoft.com/office/drawing/2014/main" id="{E1D22FF4-168D-4C4A-9242-A4710729BBB9}"/>
                  </a:ext>
                </a:extLst>
              </p:cNvPr>
              <p:cNvGrpSpPr>
                <a:grpSpLocks/>
              </p:cNvGrpSpPr>
              <p:nvPr/>
            </p:nvGrpSpPr>
            <p:grpSpPr bwMode="auto">
              <a:xfrm>
                <a:off x="804" y="997"/>
                <a:ext cx="249" cy="1295"/>
                <a:chOff x="748" y="997"/>
                <a:chExt cx="249" cy="1295"/>
              </a:xfrm>
            </p:grpSpPr>
            <p:sp>
              <p:nvSpPr>
                <p:cNvPr id="138" name="Rectangle 34">
                  <a:extLst>
                    <a:ext uri="{FF2B5EF4-FFF2-40B4-BE49-F238E27FC236}">
                      <a16:creationId xmlns:a16="http://schemas.microsoft.com/office/drawing/2014/main" id="{90EE215A-C3AE-254D-88D8-6E5E1C625304}"/>
                    </a:ext>
                  </a:extLst>
                </p:cNvPr>
                <p:cNvSpPr>
                  <a:spLocks noChangeArrowheads="1"/>
                </p:cNvSpPr>
                <p:nvPr/>
              </p:nvSpPr>
              <p:spPr bwMode="auto">
                <a:xfrm>
                  <a:off x="759" y="997"/>
                  <a:ext cx="240" cy="352"/>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9" name="Rectangle 35">
                  <a:extLst>
                    <a:ext uri="{FF2B5EF4-FFF2-40B4-BE49-F238E27FC236}">
                      <a16:creationId xmlns:a16="http://schemas.microsoft.com/office/drawing/2014/main" id="{B87EB84E-1DCB-6747-983D-A91A87C6BA50}"/>
                    </a:ext>
                  </a:extLst>
                </p:cNvPr>
                <p:cNvSpPr>
                  <a:spLocks noChangeArrowheads="1"/>
                </p:cNvSpPr>
                <p:nvPr/>
              </p:nvSpPr>
              <p:spPr bwMode="auto">
                <a:xfrm>
                  <a:off x="750" y="1472"/>
                  <a:ext cx="240" cy="352"/>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40" name="Rectangle 36">
                  <a:extLst>
                    <a:ext uri="{FF2B5EF4-FFF2-40B4-BE49-F238E27FC236}">
                      <a16:creationId xmlns:a16="http://schemas.microsoft.com/office/drawing/2014/main" id="{13842296-C860-1A4C-94BA-0C09F8E543A4}"/>
                    </a:ext>
                  </a:extLst>
                </p:cNvPr>
                <p:cNvSpPr>
                  <a:spLocks noChangeArrowheads="1"/>
                </p:cNvSpPr>
                <p:nvPr/>
              </p:nvSpPr>
              <p:spPr bwMode="auto">
                <a:xfrm>
                  <a:off x="748" y="1938"/>
                  <a:ext cx="240" cy="352"/>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20" name="Group 37">
                <a:extLst>
                  <a:ext uri="{FF2B5EF4-FFF2-40B4-BE49-F238E27FC236}">
                    <a16:creationId xmlns:a16="http://schemas.microsoft.com/office/drawing/2014/main" id="{20C7A379-A501-F04B-A31A-66AAB7D4ABA9}"/>
                  </a:ext>
                </a:extLst>
              </p:cNvPr>
              <p:cNvGrpSpPr>
                <a:grpSpLocks/>
              </p:cNvGrpSpPr>
              <p:nvPr/>
            </p:nvGrpSpPr>
            <p:grpSpPr bwMode="auto">
              <a:xfrm>
                <a:off x="2109" y="1002"/>
                <a:ext cx="249" cy="1295"/>
                <a:chOff x="748" y="997"/>
                <a:chExt cx="249" cy="1295"/>
              </a:xfrm>
            </p:grpSpPr>
            <p:sp>
              <p:nvSpPr>
                <p:cNvPr id="135" name="Rectangle 38">
                  <a:extLst>
                    <a:ext uri="{FF2B5EF4-FFF2-40B4-BE49-F238E27FC236}">
                      <a16:creationId xmlns:a16="http://schemas.microsoft.com/office/drawing/2014/main" id="{9AE46CFA-B305-FE44-AB5C-0CCBC6BAF91B}"/>
                    </a:ext>
                  </a:extLst>
                </p:cNvPr>
                <p:cNvSpPr>
                  <a:spLocks noChangeArrowheads="1"/>
                </p:cNvSpPr>
                <p:nvPr/>
              </p:nvSpPr>
              <p:spPr bwMode="auto">
                <a:xfrm>
                  <a:off x="759" y="997"/>
                  <a:ext cx="238" cy="352"/>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6" name="Rectangle 39">
                  <a:extLst>
                    <a:ext uri="{FF2B5EF4-FFF2-40B4-BE49-F238E27FC236}">
                      <a16:creationId xmlns:a16="http://schemas.microsoft.com/office/drawing/2014/main" id="{06D7163C-5A06-6144-AF1D-9BE7DECCB8B7}"/>
                    </a:ext>
                  </a:extLst>
                </p:cNvPr>
                <p:cNvSpPr>
                  <a:spLocks noChangeArrowheads="1"/>
                </p:cNvSpPr>
                <p:nvPr/>
              </p:nvSpPr>
              <p:spPr bwMode="auto">
                <a:xfrm>
                  <a:off x="750" y="1472"/>
                  <a:ext cx="238" cy="352"/>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7" name="Rectangle 40">
                  <a:extLst>
                    <a:ext uri="{FF2B5EF4-FFF2-40B4-BE49-F238E27FC236}">
                      <a16:creationId xmlns:a16="http://schemas.microsoft.com/office/drawing/2014/main" id="{06F54AE9-52AF-6E46-8BE7-EDEF5EBD718A}"/>
                    </a:ext>
                  </a:extLst>
                </p:cNvPr>
                <p:cNvSpPr>
                  <a:spLocks noChangeArrowheads="1"/>
                </p:cNvSpPr>
                <p:nvPr/>
              </p:nvSpPr>
              <p:spPr bwMode="auto">
                <a:xfrm>
                  <a:off x="748" y="1940"/>
                  <a:ext cx="238" cy="352"/>
                </a:xfrm>
                <a:prstGeom prst="rect">
                  <a:avLst/>
                </a:prstGeom>
                <a:solidFill>
                  <a:srgbClr val="FFFFFF"/>
                </a:solidFill>
                <a:ln w="19050">
                  <a:solidFill>
                    <a:srgbClr val="008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121" name="Line 41">
                <a:extLst>
                  <a:ext uri="{FF2B5EF4-FFF2-40B4-BE49-F238E27FC236}">
                    <a16:creationId xmlns:a16="http://schemas.microsoft.com/office/drawing/2014/main" id="{DBC39202-C178-0345-82BD-7B039DC4DAAF}"/>
                  </a:ext>
                </a:extLst>
              </p:cNvPr>
              <p:cNvSpPr>
                <a:spLocks noChangeShapeType="1"/>
              </p:cNvSpPr>
              <p:nvPr/>
            </p:nvSpPr>
            <p:spPr bwMode="auto">
              <a:xfrm>
                <a:off x="1946" y="1181"/>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2" name="Line 42">
                <a:extLst>
                  <a:ext uri="{FF2B5EF4-FFF2-40B4-BE49-F238E27FC236}">
                    <a16:creationId xmlns:a16="http://schemas.microsoft.com/office/drawing/2014/main" id="{7204CF78-4E3E-4646-91B1-ADD2AF615C5C}"/>
                  </a:ext>
                </a:extLst>
              </p:cNvPr>
              <p:cNvSpPr>
                <a:spLocks noChangeShapeType="1"/>
              </p:cNvSpPr>
              <p:nvPr/>
            </p:nvSpPr>
            <p:spPr bwMode="auto">
              <a:xfrm>
                <a:off x="1940" y="1644"/>
                <a:ext cx="163"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3" name="Line 43">
                <a:extLst>
                  <a:ext uri="{FF2B5EF4-FFF2-40B4-BE49-F238E27FC236}">
                    <a16:creationId xmlns:a16="http://schemas.microsoft.com/office/drawing/2014/main" id="{1055BDC1-D40C-E34D-8FC0-FEC34E65B74A}"/>
                  </a:ext>
                </a:extLst>
              </p:cNvPr>
              <p:cNvSpPr>
                <a:spLocks noChangeShapeType="1"/>
              </p:cNvSpPr>
              <p:nvPr/>
            </p:nvSpPr>
            <p:spPr bwMode="auto">
              <a:xfrm>
                <a:off x="1940" y="2119"/>
                <a:ext cx="163"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4" name="Line 44">
                <a:extLst>
                  <a:ext uri="{FF2B5EF4-FFF2-40B4-BE49-F238E27FC236}">
                    <a16:creationId xmlns:a16="http://schemas.microsoft.com/office/drawing/2014/main" id="{ED714F6D-8C7C-B141-9C39-2A02E5F58775}"/>
                  </a:ext>
                </a:extLst>
              </p:cNvPr>
              <p:cNvSpPr>
                <a:spLocks noChangeShapeType="1"/>
              </p:cNvSpPr>
              <p:nvPr/>
            </p:nvSpPr>
            <p:spPr bwMode="auto">
              <a:xfrm>
                <a:off x="1044" y="1164"/>
                <a:ext cx="163"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5" name="Line 45">
                <a:extLst>
                  <a:ext uri="{FF2B5EF4-FFF2-40B4-BE49-F238E27FC236}">
                    <a16:creationId xmlns:a16="http://schemas.microsoft.com/office/drawing/2014/main" id="{933F11AA-9C89-1D46-94C9-F6A2C2D75F3D}"/>
                  </a:ext>
                </a:extLst>
              </p:cNvPr>
              <p:cNvSpPr>
                <a:spLocks noChangeShapeType="1"/>
              </p:cNvSpPr>
              <p:nvPr/>
            </p:nvSpPr>
            <p:spPr bwMode="auto">
              <a:xfrm>
                <a:off x="1038" y="1629"/>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6" name="Line 46">
                <a:extLst>
                  <a:ext uri="{FF2B5EF4-FFF2-40B4-BE49-F238E27FC236}">
                    <a16:creationId xmlns:a16="http://schemas.microsoft.com/office/drawing/2014/main" id="{24DAFD3A-BCAA-494F-BFF3-4DD6E41FEE98}"/>
                  </a:ext>
                </a:extLst>
              </p:cNvPr>
              <p:cNvSpPr>
                <a:spLocks noChangeShapeType="1"/>
              </p:cNvSpPr>
              <p:nvPr/>
            </p:nvSpPr>
            <p:spPr bwMode="auto">
              <a:xfrm>
                <a:off x="1038" y="2102"/>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127" name="Group 47">
                <a:extLst>
                  <a:ext uri="{FF2B5EF4-FFF2-40B4-BE49-F238E27FC236}">
                    <a16:creationId xmlns:a16="http://schemas.microsoft.com/office/drawing/2014/main" id="{727F9349-D858-B041-AFEF-0AA192390617}"/>
                  </a:ext>
                </a:extLst>
              </p:cNvPr>
              <p:cNvGrpSpPr>
                <a:grpSpLocks/>
              </p:cNvGrpSpPr>
              <p:nvPr/>
            </p:nvGrpSpPr>
            <p:grpSpPr bwMode="auto">
              <a:xfrm>
                <a:off x="523" y="1169"/>
                <a:ext cx="288" cy="939"/>
                <a:chOff x="-60" y="1148"/>
                <a:chExt cx="168" cy="939"/>
              </a:xfrm>
            </p:grpSpPr>
            <p:sp>
              <p:nvSpPr>
                <p:cNvPr id="132" name="Line 48">
                  <a:extLst>
                    <a:ext uri="{FF2B5EF4-FFF2-40B4-BE49-F238E27FC236}">
                      <a16:creationId xmlns:a16="http://schemas.microsoft.com/office/drawing/2014/main" id="{92DDAA32-1BC7-F341-9DF3-8F292F94E486}"/>
                    </a:ext>
                  </a:extLst>
                </p:cNvPr>
                <p:cNvSpPr>
                  <a:spLocks noChangeShapeType="1"/>
                </p:cNvSpPr>
                <p:nvPr/>
              </p:nvSpPr>
              <p:spPr bwMode="auto">
                <a:xfrm>
                  <a:off x="-54" y="1148"/>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3" name="Line 49">
                  <a:extLst>
                    <a:ext uri="{FF2B5EF4-FFF2-40B4-BE49-F238E27FC236}">
                      <a16:creationId xmlns:a16="http://schemas.microsoft.com/office/drawing/2014/main" id="{E1CF388A-0B46-9045-8B1B-9EFE86E92625}"/>
                    </a:ext>
                  </a:extLst>
                </p:cNvPr>
                <p:cNvSpPr>
                  <a:spLocks noChangeShapeType="1"/>
                </p:cNvSpPr>
                <p:nvPr/>
              </p:nvSpPr>
              <p:spPr bwMode="auto">
                <a:xfrm>
                  <a:off x="-60" y="1613"/>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4" name="Line 50">
                  <a:extLst>
                    <a:ext uri="{FF2B5EF4-FFF2-40B4-BE49-F238E27FC236}">
                      <a16:creationId xmlns:a16="http://schemas.microsoft.com/office/drawing/2014/main" id="{8098E830-FF85-B942-A58C-7073F1ABDACD}"/>
                    </a:ext>
                  </a:extLst>
                </p:cNvPr>
                <p:cNvSpPr>
                  <a:spLocks noChangeShapeType="1"/>
                </p:cNvSpPr>
                <p:nvPr/>
              </p:nvSpPr>
              <p:spPr bwMode="auto">
                <a:xfrm>
                  <a:off x="-60" y="2087"/>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28" name="Group 51">
                <a:extLst>
                  <a:ext uri="{FF2B5EF4-FFF2-40B4-BE49-F238E27FC236}">
                    <a16:creationId xmlns:a16="http://schemas.microsoft.com/office/drawing/2014/main" id="{3BE0EB8F-2722-8840-9E9E-42692DC4ECD5}"/>
                  </a:ext>
                </a:extLst>
              </p:cNvPr>
              <p:cNvGrpSpPr>
                <a:grpSpLocks/>
              </p:cNvGrpSpPr>
              <p:nvPr/>
            </p:nvGrpSpPr>
            <p:grpSpPr bwMode="auto">
              <a:xfrm>
                <a:off x="2334" y="1173"/>
                <a:ext cx="288" cy="939"/>
                <a:chOff x="-60" y="1148"/>
                <a:chExt cx="168" cy="939"/>
              </a:xfrm>
            </p:grpSpPr>
            <p:sp>
              <p:nvSpPr>
                <p:cNvPr id="129" name="Line 52">
                  <a:extLst>
                    <a:ext uri="{FF2B5EF4-FFF2-40B4-BE49-F238E27FC236}">
                      <a16:creationId xmlns:a16="http://schemas.microsoft.com/office/drawing/2014/main" id="{1471ECA8-52E2-7B48-B1D0-0E3A3FC8CCDB}"/>
                    </a:ext>
                  </a:extLst>
                </p:cNvPr>
                <p:cNvSpPr>
                  <a:spLocks noChangeShapeType="1"/>
                </p:cNvSpPr>
                <p:nvPr/>
              </p:nvSpPr>
              <p:spPr bwMode="auto">
                <a:xfrm>
                  <a:off x="-54" y="1148"/>
                  <a:ext cx="162"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0" name="Line 53">
                  <a:extLst>
                    <a:ext uri="{FF2B5EF4-FFF2-40B4-BE49-F238E27FC236}">
                      <a16:creationId xmlns:a16="http://schemas.microsoft.com/office/drawing/2014/main" id="{5E4485D6-A44E-9F41-A60B-F118E84451BF}"/>
                    </a:ext>
                  </a:extLst>
                </p:cNvPr>
                <p:cNvSpPr>
                  <a:spLocks noChangeShapeType="1"/>
                </p:cNvSpPr>
                <p:nvPr/>
              </p:nvSpPr>
              <p:spPr bwMode="auto">
                <a:xfrm>
                  <a:off x="-60" y="1615"/>
                  <a:ext cx="162"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1" name="Line 54">
                  <a:extLst>
                    <a:ext uri="{FF2B5EF4-FFF2-40B4-BE49-F238E27FC236}">
                      <a16:creationId xmlns:a16="http://schemas.microsoft.com/office/drawing/2014/main" id="{76683E62-74AF-A340-8049-71651532D7CF}"/>
                    </a:ext>
                  </a:extLst>
                </p:cNvPr>
                <p:cNvSpPr>
                  <a:spLocks noChangeShapeType="1"/>
                </p:cNvSpPr>
                <p:nvPr/>
              </p:nvSpPr>
              <p:spPr bwMode="auto">
                <a:xfrm>
                  <a:off x="-60" y="2087"/>
                  <a:ext cx="162"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sp>
          <p:nvSpPr>
            <p:cNvPr id="109" name="Text Box 63">
              <a:extLst>
                <a:ext uri="{FF2B5EF4-FFF2-40B4-BE49-F238E27FC236}">
                  <a16:creationId xmlns:a16="http://schemas.microsoft.com/office/drawing/2014/main" id="{BB81457D-DD34-A44B-8BDA-064DBFE04D32}"/>
                </a:ext>
              </a:extLst>
            </p:cNvPr>
            <p:cNvSpPr txBox="1">
              <a:spLocks noChangeArrowheads="1"/>
            </p:cNvSpPr>
            <p:nvPr/>
          </p:nvSpPr>
          <p:spPr bwMode="auto">
            <a:xfrm>
              <a:off x="2950" y="3237"/>
              <a:ext cx="2260"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one packet time later: green packet experiences HOL blocking</a:t>
              </a:r>
              <a:endParaRPr kumimoji="0" lang="en-US" altLang="en-US" sz="1800" b="0" i="1"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110" name="Text Box 65">
              <a:extLst>
                <a:ext uri="{FF2B5EF4-FFF2-40B4-BE49-F238E27FC236}">
                  <a16:creationId xmlns:a16="http://schemas.microsoft.com/office/drawing/2014/main" id="{07D40F57-D66B-F444-8FCA-AFEAF69F0D14}"/>
                </a:ext>
              </a:extLst>
            </p:cNvPr>
            <p:cNvSpPr txBox="1">
              <a:spLocks noChangeArrowheads="1"/>
            </p:cNvSpPr>
            <p:nvPr/>
          </p:nvSpPr>
          <p:spPr bwMode="auto">
            <a:xfrm>
              <a:off x="3778" y="2507"/>
              <a:ext cx="43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switch</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fabric</a:t>
              </a:r>
            </a:p>
          </p:txBody>
        </p:sp>
        <p:sp>
          <p:nvSpPr>
            <p:cNvPr id="111" name="Rectangle 66">
              <a:extLst>
                <a:ext uri="{FF2B5EF4-FFF2-40B4-BE49-F238E27FC236}">
                  <a16:creationId xmlns:a16="http://schemas.microsoft.com/office/drawing/2014/main" id="{CF7111F1-74EA-1F48-AF61-C3DDC0EAC0AE}"/>
                </a:ext>
              </a:extLst>
            </p:cNvPr>
            <p:cNvSpPr>
              <a:spLocks noChangeArrowheads="1"/>
            </p:cNvSpPr>
            <p:nvPr/>
          </p:nvSpPr>
          <p:spPr bwMode="auto">
            <a:xfrm>
              <a:off x="4551" y="2025"/>
              <a:ext cx="159" cy="83"/>
            </a:xfrm>
            <a:prstGeom prst="rect">
              <a:avLst/>
            </a:prstGeom>
            <a:solidFill>
              <a:srgbClr val="FF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2" name="Rectangle 69">
              <a:extLst>
                <a:ext uri="{FF2B5EF4-FFF2-40B4-BE49-F238E27FC236}">
                  <a16:creationId xmlns:a16="http://schemas.microsoft.com/office/drawing/2014/main" id="{C338CC7B-B194-3243-B60D-75BEFA01C177}"/>
                </a:ext>
              </a:extLst>
            </p:cNvPr>
            <p:cNvSpPr>
              <a:spLocks noChangeArrowheads="1"/>
            </p:cNvSpPr>
            <p:nvPr/>
          </p:nvSpPr>
          <p:spPr bwMode="auto">
            <a:xfrm>
              <a:off x="3363" y="2050"/>
              <a:ext cx="159" cy="82"/>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3" name="Rectangle 70">
              <a:extLst>
                <a:ext uri="{FF2B5EF4-FFF2-40B4-BE49-F238E27FC236}">
                  <a16:creationId xmlns:a16="http://schemas.microsoft.com/office/drawing/2014/main" id="{CD0DF6A5-8591-FF4A-B8B0-1D6E21620201}"/>
                </a:ext>
              </a:extLst>
            </p:cNvPr>
            <p:cNvSpPr>
              <a:spLocks noChangeArrowheads="1"/>
            </p:cNvSpPr>
            <p:nvPr/>
          </p:nvSpPr>
          <p:spPr bwMode="auto">
            <a:xfrm>
              <a:off x="3360" y="2916"/>
              <a:ext cx="159" cy="83"/>
            </a:xfrm>
            <a:prstGeom prst="rect">
              <a:avLst/>
            </a:prstGeom>
            <a:solidFill>
              <a:srgbClr val="FF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4" name="Freeform 71">
              <a:extLst>
                <a:ext uri="{FF2B5EF4-FFF2-40B4-BE49-F238E27FC236}">
                  <a16:creationId xmlns:a16="http://schemas.microsoft.com/office/drawing/2014/main" id="{D86522CF-FBA5-EA4F-A7F3-97C45B0DB909}"/>
                </a:ext>
              </a:extLst>
            </p:cNvPr>
            <p:cNvSpPr>
              <a:spLocks/>
            </p:cNvSpPr>
            <p:nvPr/>
          </p:nvSpPr>
          <p:spPr bwMode="auto">
            <a:xfrm>
              <a:off x="3585" y="2324"/>
              <a:ext cx="878" cy="618"/>
            </a:xfrm>
            <a:custGeom>
              <a:avLst/>
              <a:gdLst>
                <a:gd name="T0" fmla="*/ 0 w 967"/>
                <a:gd name="T1" fmla="*/ 65 h 735"/>
                <a:gd name="T2" fmla="*/ 134 w 967"/>
                <a:gd name="T3" fmla="*/ 65 h 735"/>
                <a:gd name="T4" fmla="*/ 251 w 967"/>
                <a:gd name="T5" fmla="*/ 0 h 735"/>
                <a:gd name="T6" fmla="*/ 0 60000 65536"/>
                <a:gd name="T7" fmla="*/ 0 60000 65536"/>
                <a:gd name="T8" fmla="*/ 0 60000 65536"/>
                <a:gd name="T9" fmla="*/ 0 w 967"/>
                <a:gd name="T10" fmla="*/ 0 h 735"/>
                <a:gd name="T11" fmla="*/ 967 w 967"/>
                <a:gd name="T12" fmla="*/ 735 h 735"/>
              </a:gdLst>
              <a:ahLst/>
              <a:cxnLst>
                <a:cxn ang="T6">
                  <a:pos x="T0" y="T1"/>
                </a:cxn>
                <a:cxn ang="T7">
                  <a:pos x="T2" y="T3"/>
                </a:cxn>
                <a:cxn ang="T8">
                  <a:pos x="T4" y="T5"/>
                </a:cxn>
              </a:cxnLst>
              <a:rect l="T9" t="T10" r="T11" b="T12"/>
              <a:pathLst>
                <a:path w="967" h="735">
                  <a:moveTo>
                    <a:pt x="0" y="733"/>
                  </a:moveTo>
                  <a:lnTo>
                    <a:pt x="522" y="735"/>
                  </a:lnTo>
                  <a:lnTo>
                    <a:pt x="967" y="0"/>
                  </a:lnTo>
                </a:path>
              </a:pathLst>
            </a:custGeom>
            <a:noFill/>
            <a:ln w="28575" cap="flat" cmpd="sng">
              <a:solidFill>
                <a:srgbClr val="FF0000"/>
              </a:solidFill>
              <a:prstDash val="dash"/>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5" name="Freeform 72">
              <a:extLst>
                <a:ext uri="{FF2B5EF4-FFF2-40B4-BE49-F238E27FC236}">
                  <a16:creationId xmlns:a16="http://schemas.microsoft.com/office/drawing/2014/main" id="{F3DEE41D-FD9A-D049-8B83-8B6A31265C7F}"/>
                </a:ext>
              </a:extLst>
            </p:cNvPr>
            <p:cNvSpPr>
              <a:spLocks/>
            </p:cNvSpPr>
            <p:nvPr/>
          </p:nvSpPr>
          <p:spPr bwMode="auto">
            <a:xfrm>
              <a:off x="3573" y="2134"/>
              <a:ext cx="860" cy="437"/>
            </a:xfrm>
            <a:custGeom>
              <a:avLst/>
              <a:gdLst>
                <a:gd name="T0" fmla="*/ 0 w 860"/>
                <a:gd name="T1" fmla="*/ 3 h 437"/>
                <a:gd name="T2" fmla="*/ 468 w 860"/>
                <a:gd name="T3" fmla="*/ 0 h 437"/>
                <a:gd name="T4" fmla="*/ 860 w 860"/>
                <a:gd name="T5" fmla="*/ 437 h 437"/>
                <a:gd name="T6" fmla="*/ 0 60000 65536"/>
                <a:gd name="T7" fmla="*/ 0 60000 65536"/>
                <a:gd name="T8" fmla="*/ 0 60000 65536"/>
                <a:gd name="T9" fmla="*/ 0 w 860"/>
                <a:gd name="T10" fmla="*/ 0 h 437"/>
                <a:gd name="T11" fmla="*/ 860 w 860"/>
                <a:gd name="T12" fmla="*/ 437 h 437"/>
              </a:gdLst>
              <a:ahLst/>
              <a:cxnLst>
                <a:cxn ang="T6">
                  <a:pos x="T0" y="T1"/>
                </a:cxn>
                <a:cxn ang="T7">
                  <a:pos x="T2" y="T3"/>
                </a:cxn>
                <a:cxn ang="T8">
                  <a:pos x="T4" y="T5"/>
                </a:cxn>
              </a:cxnLst>
              <a:rect l="T9" t="T10" r="T11" b="T12"/>
              <a:pathLst>
                <a:path w="860" h="437">
                  <a:moveTo>
                    <a:pt x="0" y="3"/>
                  </a:moveTo>
                  <a:lnTo>
                    <a:pt x="468" y="0"/>
                  </a:lnTo>
                  <a:lnTo>
                    <a:pt x="860" y="437"/>
                  </a:lnTo>
                </a:path>
              </a:pathLst>
            </a:custGeom>
            <a:noFill/>
            <a:ln w="28575" cap="flat" cmpd="sng">
              <a:solidFill>
                <a:srgbClr val="000099"/>
              </a:solidFill>
              <a:prstDash val="dash"/>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6" name="Rectangle 76">
              <a:extLst>
                <a:ext uri="{FF2B5EF4-FFF2-40B4-BE49-F238E27FC236}">
                  <a16:creationId xmlns:a16="http://schemas.microsoft.com/office/drawing/2014/main" id="{CC9EB8FA-449A-AD48-B0D0-F22B0CB1DCA2}"/>
                </a:ext>
              </a:extLst>
            </p:cNvPr>
            <p:cNvSpPr>
              <a:spLocks noChangeArrowheads="1"/>
            </p:cNvSpPr>
            <p:nvPr/>
          </p:nvSpPr>
          <p:spPr bwMode="auto">
            <a:xfrm>
              <a:off x="3141" y="2890"/>
              <a:ext cx="159" cy="83"/>
            </a:xfrm>
            <a:prstGeom prst="rect">
              <a:avLst/>
            </a:prstGeom>
            <a:solidFill>
              <a:srgbClr val="00CC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7" name="Rectangle 77">
              <a:extLst>
                <a:ext uri="{FF2B5EF4-FFF2-40B4-BE49-F238E27FC236}">
                  <a16:creationId xmlns:a16="http://schemas.microsoft.com/office/drawing/2014/main" id="{ED96AE20-CFC4-C449-96F2-A1836A8ADFC9}"/>
                </a:ext>
              </a:extLst>
            </p:cNvPr>
            <p:cNvSpPr>
              <a:spLocks noChangeArrowheads="1"/>
            </p:cNvSpPr>
            <p:nvPr/>
          </p:nvSpPr>
          <p:spPr bwMode="auto">
            <a:xfrm>
              <a:off x="4542" y="2518"/>
              <a:ext cx="159" cy="83"/>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142" name="Content Placeholder 1">
            <a:extLst>
              <a:ext uri="{FF2B5EF4-FFF2-40B4-BE49-F238E27FC236}">
                <a16:creationId xmlns:a16="http://schemas.microsoft.com/office/drawing/2014/main" id="{427FA225-82DF-964C-86B6-E9C527239F0C}"/>
              </a:ext>
            </a:extLst>
          </p:cNvPr>
          <p:cNvSpPr txBox="1">
            <a:spLocks/>
          </p:cNvSpPr>
          <p:nvPr/>
        </p:nvSpPr>
        <p:spPr>
          <a:xfrm>
            <a:off x="835334" y="2690269"/>
            <a:ext cx="10515600" cy="984265"/>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4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ＭＳ Ｐゴシック" panose="020B0600070205080204" pitchFamily="34" charset="-128"/>
              </a:rPr>
              <a:t>Head-of-the-Line (HOL) blocking:</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 queued datagram at front of queue prevents others in queue from moving forward</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3" name="Slide Number Placeholder 4">
            <a:extLst>
              <a:ext uri="{FF2B5EF4-FFF2-40B4-BE49-F238E27FC236}">
                <a16:creationId xmlns:a16="http://schemas.microsoft.com/office/drawing/2014/main" id="{27DA9828-E8AA-634F-A5D6-E2BC44AAFB57}"/>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50"/>
              <a:t>Network Layer: 4-</a:t>
            </a:r>
            <a:fld id="{C4204591-24BD-A542-B9D5-F8D8A88D2FEE}" type="slidenum">
              <a:rPr lang="en-US" sz="1050" smtClean="0"/>
              <a:pPr/>
              <a:t>16</a:t>
            </a:fld>
            <a:endParaRPr lang="en-US" sz="1050" dirty="0"/>
          </a:p>
        </p:txBody>
      </p:sp>
    </p:spTree>
    <p:extLst>
      <p:ext uri="{BB962C8B-B14F-4D97-AF65-F5344CB8AC3E}">
        <p14:creationId xmlns:p14="http://schemas.microsoft.com/office/powerpoint/2010/main" val="3345053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07"/>
                                        </p:tgtEl>
                                        <p:attrNameLst>
                                          <p:attrName>style.visibility</p:attrName>
                                        </p:attrNameLst>
                                      </p:cBhvr>
                                      <p:to>
                                        <p:strVal val="visible"/>
                                      </p:to>
                                    </p:set>
                                    <p:animEffect transition="in" filter="dissolve">
                                      <p:cBhvr>
                                        <p:cTn id="7" dur="500"/>
                                        <p:tgtEl>
                                          <p:spTgt spid="107"/>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42"/>
                                        </p:tgtEl>
                                        <p:attrNameLst>
                                          <p:attrName>style.visibility</p:attrName>
                                        </p:attrNameLst>
                                      </p:cBhvr>
                                      <p:to>
                                        <p:strVal val="visible"/>
                                      </p:to>
                                    </p:set>
                                    <p:animEffect transition="in" filter="dissolve">
                                      <p:cBhvr>
                                        <p:cTn id="10" dur="500"/>
                                        <p:tgtEl>
                                          <p:spTgt spid="1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6236E45-D353-3946-A538-2B64275829F3}"/>
              </a:ext>
            </a:extLst>
          </p:cNvPr>
          <p:cNvSpPr>
            <a:spLocks noGrp="1"/>
          </p:cNvSpPr>
          <p:nvPr>
            <p:ph type="title"/>
          </p:nvPr>
        </p:nvSpPr>
        <p:spPr>
          <a:xfrm>
            <a:off x="838200" y="311144"/>
            <a:ext cx="10515600" cy="894622"/>
          </a:xfrm>
        </p:spPr>
        <p:txBody>
          <a:bodyPr/>
          <a:lstStyle/>
          <a:p>
            <a:r>
              <a:rPr lang="en-US" altLang="en-US" dirty="0">
                <a:ea typeface="ＭＳ Ｐゴシック" panose="020B0600070205080204" pitchFamily="34" charset="-128"/>
              </a:rPr>
              <a:t>Output port queuing</a:t>
            </a:r>
            <a:endParaRPr lang="en-US" dirty="0"/>
          </a:p>
        </p:txBody>
      </p:sp>
      <p:sp>
        <p:nvSpPr>
          <p:cNvPr id="142" name="Rectangle 3">
            <a:extLst>
              <a:ext uri="{FF2B5EF4-FFF2-40B4-BE49-F238E27FC236}">
                <a16:creationId xmlns:a16="http://schemas.microsoft.com/office/drawing/2014/main" id="{913FC5A4-1E19-7B47-9F20-2A2FD0E7A215}"/>
              </a:ext>
            </a:extLst>
          </p:cNvPr>
          <p:cNvSpPr txBox="1">
            <a:spLocks noChangeArrowheads="1"/>
          </p:cNvSpPr>
          <p:nvPr/>
        </p:nvSpPr>
        <p:spPr>
          <a:xfrm>
            <a:off x="888773" y="3417068"/>
            <a:ext cx="5977544" cy="1413266"/>
          </a:xfrm>
          <a:prstGeom prst="rect">
            <a:avLst/>
          </a:prstGeom>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lIns="91440" tIns="45720" rIns="91440" bIns="45720" rtlCol="0">
            <a:normAutofit fontScale="92500"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Pct val="100000"/>
              <a:buFont typeface="Wingdings" pitchFamily="2" charset="2"/>
              <a:buChar char="§"/>
              <a:tabLst/>
              <a:defRPr/>
            </a:pPr>
            <a:r>
              <a:rPr kumimoji="0" lang="en-US" sz="2800" b="0" i="1" u="none" strike="noStrike" kern="1200" cap="none" spc="0" normalizeH="0" baseline="0" noProof="0" dirty="0">
                <a:ln>
                  <a:noFill/>
                </a:ln>
                <a:solidFill>
                  <a:srgbClr val="CC0000"/>
                </a:solidFill>
                <a:effectLst/>
                <a:uLnTx/>
                <a:uFillTx/>
                <a:latin typeface="Calibri" panose="020F0502020204030204"/>
                <a:ea typeface="+mn-ea"/>
                <a:cs typeface="+mn-cs"/>
              </a:rPr>
              <a:t>Buffering</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required when datagrams arrive from fabric faster than link transmission rate. </a:t>
            </a:r>
            <a:r>
              <a:rPr kumimoji="0" lang="en-US" sz="2800" b="0" i="1" u="none" strike="noStrike" kern="1200" cap="none" spc="0" normalizeH="0" baseline="0" noProof="0" dirty="0">
                <a:ln>
                  <a:noFill/>
                </a:ln>
                <a:solidFill>
                  <a:srgbClr val="C00000"/>
                </a:solidFill>
                <a:effectLst/>
                <a:uLnTx/>
                <a:uFillTx/>
                <a:latin typeface="Calibri" panose="020F0502020204030204"/>
                <a:ea typeface="+mn-ea"/>
                <a:cs typeface="+mn-cs"/>
              </a:rPr>
              <a:t>Drop policy: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which datagrams to drop if no free buffers?</a:t>
            </a:r>
          </a:p>
        </p:txBody>
      </p:sp>
      <p:sp>
        <p:nvSpPr>
          <p:cNvPr id="191" name="Rectangle 3">
            <a:extLst>
              <a:ext uri="{FF2B5EF4-FFF2-40B4-BE49-F238E27FC236}">
                <a16:creationId xmlns:a16="http://schemas.microsoft.com/office/drawing/2014/main" id="{655E40F4-C569-5647-83A5-4E4AC0D12CE4}"/>
              </a:ext>
            </a:extLst>
          </p:cNvPr>
          <p:cNvSpPr txBox="1">
            <a:spLocks noChangeArrowheads="1"/>
          </p:cNvSpPr>
          <p:nvPr/>
        </p:nvSpPr>
        <p:spPr>
          <a:xfrm>
            <a:off x="938650" y="5182135"/>
            <a:ext cx="5131875" cy="1289003"/>
          </a:xfrm>
          <a:prstGeom prst="rect">
            <a:avLst/>
          </a:prstGeom>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Pct val="100000"/>
              <a:buFont typeface="Wingdings" charset="2"/>
              <a:buChar char="§"/>
              <a:tabLst/>
              <a:defRPr/>
            </a:pPr>
            <a:r>
              <a:rPr kumimoji="0" lang="en-US" sz="2800" b="0" i="1" u="none" strike="noStrike" kern="1200" cap="none" spc="0" normalizeH="0" baseline="0" noProof="0" dirty="0">
                <a:ln>
                  <a:noFill/>
                </a:ln>
                <a:solidFill>
                  <a:srgbClr val="CC0000"/>
                </a:solidFill>
                <a:effectLst/>
                <a:uLnTx/>
                <a:uFillTx/>
                <a:latin typeface="Calibri" panose="020F0502020204030204"/>
                <a:ea typeface="+mn-ea"/>
                <a:cs typeface="+mn-cs"/>
              </a:rPr>
              <a:t>Scheduling discipline</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chooses among queued datagrams for transmission</a:t>
            </a:r>
          </a:p>
        </p:txBody>
      </p:sp>
      <p:grpSp>
        <p:nvGrpSpPr>
          <p:cNvPr id="14" name="Group 13">
            <a:extLst>
              <a:ext uri="{FF2B5EF4-FFF2-40B4-BE49-F238E27FC236}">
                <a16:creationId xmlns:a16="http://schemas.microsoft.com/office/drawing/2014/main" id="{CEACDE6A-9FE9-BD4D-9835-19E2A389BF2D}"/>
              </a:ext>
            </a:extLst>
          </p:cNvPr>
          <p:cNvGrpSpPr/>
          <p:nvPr/>
        </p:nvGrpSpPr>
        <p:grpSpPr>
          <a:xfrm>
            <a:off x="6900841" y="3768360"/>
            <a:ext cx="5036234" cy="1255728"/>
            <a:chOff x="6302327" y="3768360"/>
            <a:chExt cx="5036234" cy="1255728"/>
          </a:xfrm>
        </p:grpSpPr>
        <p:sp>
          <p:nvSpPr>
            <p:cNvPr id="143" name="TextBox 142">
              <a:extLst>
                <a:ext uri="{FF2B5EF4-FFF2-40B4-BE49-F238E27FC236}">
                  <a16:creationId xmlns:a16="http://schemas.microsoft.com/office/drawing/2014/main" id="{30FDEEE0-B9AF-9D4C-ACC2-98B5C103795E}"/>
                </a:ext>
              </a:extLst>
            </p:cNvPr>
            <p:cNvSpPr txBox="1">
              <a:spLocks noChangeArrowheads="1"/>
            </p:cNvSpPr>
            <p:nvPr/>
          </p:nvSpPr>
          <p:spPr bwMode="auto">
            <a:xfrm>
              <a:off x="7385539" y="3768360"/>
              <a:ext cx="3953022" cy="1255728"/>
            </a:xfrm>
            <a:prstGeom prst="rect">
              <a:avLst/>
            </a:prstGeom>
            <a:solidFill>
              <a:schemeClr val="bg1"/>
            </a:solidFill>
            <a:ln w="25400">
              <a:noFill/>
              <a:miter lim="800000"/>
              <a:headEnd/>
              <a:tailEnd/>
            </a:ln>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Datagrams can be lost due to congestion, lack of buffers</a:t>
              </a:r>
            </a:p>
          </p:txBody>
        </p:sp>
        <p:sp>
          <p:nvSpPr>
            <p:cNvPr id="7" name="Right Arrow 6">
              <a:extLst>
                <a:ext uri="{FF2B5EF4-FFF2-40B4-BE49-F238E27FC236}">
                  <a16:creationId xmlns:a16="http://schemas.microsoft.com/office/drawing/2014/main" id="{2B8D69F4-7226-5D4D-A695-DB1CC7F30950}"/>
                </a:ext>
              </a:extLst>
            </p:cNvPr>
            <p:cNvSpPr/>
            <p:nvPr/>
          </p:nvSpPr>
          <p:spPr>
            <a:xfrm>
              <a:off x="6302327" y="4135902"/>
              <a:ext cx="978408" cy="484632"/>
            </a:xfrm>
            <a:prstGeom prst="rightArrow">
              <a:avLst/>
            </a:prstGeom>
            <a:gradFill>
              <a:gsLst>
                <a:gs pos="0">
                  <a:srgbClr val="C00000"/>
                </a:gs>
                <a:gs pos="100000">
                  <a:srgbClr val="FFFFFF"/>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5" name="Group 14">
            <a:extLst>
              <a:ext uri="{FF2B5EF4-FFF2-40B4-BE49-F238E27FC236}">
                <a16:creationId xmlns:a16="http://schemas.microsoft.com/office/drawing/2014/main" id="{F388476A-12F9-364B-B461-B0624DF38E97}"/>
              </a:ext>
            </a:extLst>
          </p:cNvPr>
          <p:cNvGrpSpPr/>
          <p:nvPr/>
        </p:nvGrpSpPr>
        <p:grpSpPr>
          <a:xfrm>
            <a:off x="6875475" y="5201260"/>
            <a:ext cx="5319932" cy="1255728"/>
            <a:chOff x="6243711" y="5201260"/>
            <a:chExt cx="5319932" cy="1255728"/>
          </a:xfrm>
        </p:grpSpPr>
        <p:sp>
          <p:nvSpPr>
            <p:cNvPr id="144" name="TextBox 143">
              <a:extLst>
                <a:ext uri="{FF2B5EF4-FFF2-40B4-BE49-F238E27FC236}">
                  <a16:creationId xmlns:a16="http://schemas.microsoft.com/office/drawing/2014/main" id="{5EC532F3-AD2F-834B-A210-0023284DAED3}"/>
                </a:ext>
              </a:extLst>
            </p:cNvPr>
            <p:cNvSpPr txBox="1">
              <a:spLocks noChangeArrowheads="1"/>
            </p:cNvSpPr>
            <p:nvPr/>
          </p:nvSpPr>
          <p:spPr bwMode="auto">
            <a:xfrm>
              <a:off x="7371470" y="5201260"/>
              <a:ext cx="4192173" cy="1255728"/>
            </a:xfrm>
            <a:prstGeom prst="rect">
              <a:avLst/>
            </a:prstGeom>
            <a:solidFill>
              <a:schemeClr val="bg1"/>
            </a:solidFill>
            <a:ln w="25400">
              <a:noFill/>
              <a:miter lim="800000"/>
              <a:headEnd/>
              <a:tailEnd/>
            </a:ln>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Priority scheduling – who gets best performance, network neutrality</a:t>
              </a:r>
            </a:p>
          </p:txBody>
        </p:sp>
        <p:sp>
          <p:nvSpPr>
            <p:cNvPr id="192" name="Right Arrow 191">
              <a:extLst>
                <a:ext uri="{FF2B5EF4-FFF2-40B4-BE49-F238E27FC236}">
                  <a16:creationId xmlns:a16="http://schemas.microsoft.com/office/drawing/2014/main" id="{0BB35D2A-3275-9A47-BFA6-3685C1F9CA7F}"/>
                </a:ext>
              </a:extLst>
            </p:cNvPr>
            <p:cNvSpPr/>
            <p:nvPr/>
          </p:nvSpPr>
          <p:spPr>
            <a:xfrm>
              <a:off x="6243711" y="5512190"/>
              <a:ext cx="978408" cy="484632"/>
            </a:xfrm>
            <a:prstGeom prst="rightArrow">
              <a:avLst/>
            </a:prstGeom>
            <a:gradFill>
              <a:gsLst>
                <a:gs pos="0">
                  <a:srgbClr val="C00000"/>
                </a:gs>
                <a:gs pos="100000">
                  <a:srgbClr val="FFFFFF"/>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0" name="Group 9">
            <a:extLst>
              <a:ext uri="{FF2B5EF4-FFF2-40B4-BE49-F238E27FC236}">
                <a16:creationId xmlns:a16="http://schemas.microsoft.com/office/drawing/2014/main" id="{89D5CAC8-4273-BF4C-A720-130BA9B77F38}"/>
              </a:ext>
            </a:extLst>
          </p:cNvPr>
          <p:cNvGrpSpPr/>
          <p:nvPr/>
        </p:nvGrpSpPr>
        <p:grpSpPr>
          <a:xfrm>
            <a:off x="1178949" y="1396538"/>
            <a:ext cx="7113685" cy="1695796"/>
            <a:chOff x="763318" y="1529542"/>
            <a:chExt cx="7113685" cy="1695796"/>
          </a:xfrm>
        </p:grpSpPr>
        <p:sp>
          <p:nvSpPr>
            <p:cNvPr id="168" name="Rectangle 5">
              <a:extLst>
                <a:ext uri="{FF2B5EF4-FFF2-40B4-BE49-F238E27FC236}">
                  <a16:creationId xmlns:a16="http://schemas.microsoft.com/office/drawing/2014/main" id="{9B163D0F-CA1A-3E4C-BF5C-777B168A4EEA}"/>
                </a:ext>
              </a:extLst>
            </p:cNvPr>
            <p:cNvSpPr>
              <a:spLocks noChangeArrowheads="1"/>
            </p:cNvSpPr>
            <p:nvPr/>
          </p:nvSpPr>
          <p:spPr bwMode="auto">
            <a:xfrm>
              <a:off x="2505123" y="1529542"/>
              <a:ext cx="4568825" cy="1679171"/>
            </a:xfrm>
            <a:prstGeom prst="rect">
              <a:avLst/>
            </a:prstGeom>
            <a:solidFill>
              <a:srgbClr val="FFFFFF"/>
            </a:solidFill>
            <a:ln w="19050">
              <a:solidFill>
                <a:srgbClr val="5F5F5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69" name="Rectangle 6">
              <a:extLst>
                <a:ext uri="{FF2B5EF4-FFF2-40B4-BE49-F238E27FC236}">
                  <a16:creationId xmlns:a16="http://schemas.microsoft.com/office/drawing/2014/main" id="{D9ABA473-56A4-9140-B810-39DA1BF9AA4C}"/>
                </a:ext>
              </a:extLst>
            </p:cNvPr>
            <p:cNvSpPr>
              <a:spLocks noChangeArrowheads="1"/>
            </p:cNvSpPr>
            <p:nvPr/>
          </p:nvSpPr>
          <p:spPr bwMode="auto">
            <a:xfrm>
              <a:off x="5427711" y="1946056"/>
              <a:ext cx="1417637" cy="828675"/>
            </a:xfrm>
            <a:prstGeom prst="rect">
              <a:avLst/>
            </a:prstGeom>
            <a:solidFill>
              <a:srgbClr val="FFFFFF"/>
            </a:solidFill>
            <a:ln w="28575">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line</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termination</a:t>
              </a:r>
            </a:p>
          </p:txBody>
        </p:sp>
        <p:sp>
          <p:nvSpPr>
            <p:cNvPr id="170" name="Rectangle 7">
              <a:extLst>
                <a:ext uri="{FF2B5EF4-FFF2-40B4-BE49-F238E27FC236}">
                  <a16:creationId xmlns:a16="http://schemas.microsoft.com/office/drawing/2014/main" id="{A93445FD-0A38-824D-AD5C-D69A392C9E2F}"/>
                </a:ext>
              </a:extLst>
            </p:cNvPr>
            <p:cNvSpPr>
              <a:spLocks noChangeArrowheads="1"/>
            </p:cNvSpPr>
            <p:nvPr/>
          </p:nvSpPr>
          <p:spPr bwMode="auto">
            <a:xfrm>
              <a:off x="4118023" y="1673006"/>
              <a:ext cx="1152525" cy="1409700"/>
            </a:xfrm>
            <a:prstGeom prst="rect">
              <a:avLst/>
            </a:prstGeom>
            <a:solidFill>
              <a:srgbClr val="FFFFFF"/>
            </a:solidFill>
            <a:ln w="28575">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1" name="Line 10">
              <a:extLst>
                <a:ext uri="{FF2B5EF4-FFF2-40B4-BE49-F238E27FC236}">
                  <a16:creationId xmlns:a16="http://schemas.microsoft.com/office/drawing/2014/main" id="{F251D37A-1EA2-C048-A7C5-11851E5541EA}"/>
                </a:ext>
              </a:extLst>
            </p:cNvPr>
            <p:cNvSpPr>
              <a:spLocks noChangeShapeType="1"/>
            </p:cNvSpPr>
            <p:nvPr/>
          </p:nvSpPr>
          <p:spPr bwMode="auto">
            <a:xfrm>
              <a:off x="3940223" y="2392143"/>
              <a:ext cx="190500" cy="1588"/>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72" name="Line 11">
              <a:extLst>
                <a:ext uri="{FF2B5EF4-FFF2-40B4-BE49-F238E27FC236}">
                  <a16:creationId xmlns:a16="http://schemas.microsoft.com/office/drawing/2014/main" id="{E70C16AE-A78C-2644-ACA1-5A2B601BF119}"/>
                </a:ext>
              </a:extLst>
            </p:cNvPr>
            <p:cNvSpPr>
              <a:spLocks noChangeShapeType="1"/>
            </p:cNvSpPr>
            <p:nvPr/>
          </p:nvSpPr>
          <p:spPr bwMode="auto">
            <a:xfrm>
              <a:off x="5273723" y="2349281"/>
              <a:ext cx="190500" cy="1587"/>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74" name="Rectangle 13">
              <a:extLst>
                <a:ext uri="{FF2B5EF4-FFF2-40B4-BE49-F238E27FC236}">
                  <a16:creationId xmlns:a16="http://schemas.microsoft.com/office/drawing/2014/main" id="{A66255F7-4CD5-DF46-8B83-7D17A05654C5}"/>
                </a:ext>
              </a:extLst>
            </p:cNvPr>
            <p:cNvSpPr>
              <a:spLocks noChangeArrowheads="1"/>
            </p:cNvSpPr>
            <p:nvPr/>
          </p:nvSpPr>
          <p:spPr bwMode="auto">
            <a:xfrm>
              <a:off x="4151361" y="1982568"/>
              <a:ext cx="1055687" cy="8286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 </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layer </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protocol</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(send)</a:t>
              </a:r>
            </a:p>
          </p:txBody>
        </p:sp>
        <p:sp>
          <p:nvSpPr>
            <p:cNvPr id="175" name="Rectangle 16">
              <a:extLst>
                <a:ext uri="{FF2B5EF4-FFF2-40B4-BE49-F238E27FC236}">
                  <a16:creationId xmlns:a16="http://schemas.microsoft.com/office/drawing/2014/main" id="{DDB93494-97A6-8A4A-91E9-BC29A5AE37AC}"/>
                </a:ext>
              </a:extLst>
            </p:cNvPr>
            <p:cNvSpPr>
              <a:spLocks noChangeArrowheads="1"/>
            </p:cNvSpPr>
            <p:nvPr/>
          </p:nvSpPr>
          <p:spPr bwMode="auto">
            <a:xfrm>
              <a:off x="763318" y="1925822"/>
              <a:ext cx="1055688" cy="8286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switch</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fabric</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a:t>
              </a:r>
              <a:r>
                <a:rPr kumimoji="0" lang="en-US" altLang="en-US" sz="18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rate: </a:t>
              </a: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NR)</a:t>
              </a:r>
            </a:p>
          </p:txBody>
        </p:sp>
        <p:grpSp>
          <p:nvGrpSpPr>
            <p:cNvPr id="176" name="Group 28">
              <a:extLst>
                <a:ext uri="{FF2B5EF4-FFF2-40B4-BE49-F238E27FC236}">
                  <a16:creationId xmlns:a16="http://schemas.microsoft.com/office/drawing/2014/main" id="{D9BF0A2B-C5F9-A740-8460-7E121162451A}"/>
                </a:ext>
              </a:extLst>
            </p:cNvPr>
            <p:cNvGrpSpPr>
              <a:grpSpLocks/>
            </p:cNvGrpSpPr>
            <p:nvPr/>
          </p:nvGrpSpPr>
          <p:grpSpPr bwMode="auto">
            <a:xfrm>
              <a:off x="2657523" y="1623793"/>
              <a:ext cx="1247775" cy="1504950"/>
              <a:chOff x="3180" y="909"/>
              <a:chExt cx="786" cy="948"/>
            </a:xfrm>
          </p:grpSpPr>
          <p:sp>
            <p:nvSpPr>
              <p:cNvPr id="177" name="Rectangle 8">
                <a:extLst>
                  <a:ext uri="{FF2B5EF4-FFF2-40B4-BE49-F238E27FC236}">
                    <a16:creationId xmlns:a16="http://schemas.microsoft.com/office/drawing/2014/main" id="{DD4D9539-6E74-FE4C-939B-205C9E71D416}"/>
                  </a:ext>
                </a:extLst>
              </p:cNvPr>
              <p:cNvSpPr>
                <a:spLocks noChangeArrowheads="1"/>
              </p:cNvSpPr>
              <p:nvPr/>
            </p:nvSpPr>
            <p:spPr bwMode="auto">
              <a:xfrm>
                <a:off x="3180" y="909"/>
                <a:ext cx="786" cy="948"/>
              </a:xfrm>
              <a:prstGeom prst="rect">
                <a:avLst/>
              </a:prstGeom>
              <a:solidFill>
                <a:srgbClr val="FFFFFF"/>
              </a:solidFill>
              <a:ln w="28575">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8" name="Text Box 14">
                <a:extLst>
                  <a:ext uri="{FF2B5EF4-FFF2-40B4-BE49-F238E27FC236}">
                    <a16:creationId xmlns:a16="http://schemas.microsoft.com/office/drawing/2014/main" id="{AE54DBDF-A7F9-704B-B392-E2740194AA62}"/>
                  </a:ext>
                </a:extLst>
              </p:cNvPr>
              <p:cNvSpPr txBox="1">
                <a:spLocks noChangeArrowheads="1"/>
              </p:cNvSpPr>
              <p:nvPr/>
            </p:nvSpPr>
            <p:spPr bwMode="auto">
              <a:xfrm>
                <a:off x="3232" y="917"/>
                <a:ext cx="724" cy="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datagram</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buffer</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queueing</a:t>
                </a:r>
              </a:p>
            </p:txBody>
          </p:sp>
          <p:grpSp>
            <p:nvGrpSpPr>
              <p:cNvPr id="179" name="Group 17">
                <a:extLst>
                  <a:ext uri="{FF2B5EF4-FFF2-40B4-BE49-F238E27FC236}">
                    <a16:creationId xmlns:a16="http://schemas.microsoft.com/office/drawing/2014/main" id="{06F8403D-BA10-5144-A155-19FE3754BE36}"/>
                  </a:ext>
                </a:extLst>
              </p:cNvPr>
              <p:cNvGrpSpPr>
                <a:grpSpLocks/>
              </p:cNvGrpSpPr>
              <p:nvPr/>
            </p:nvGrpSpPr>
            <p:grpSpPr bwMode="auto">
              <a:xfrm>
                <a:off x="3260" y="1299"/>
                <a:ext cx="626" cy="295"/>
                <a:chOff x="310" y="3526"/>
                <a:chExt cx="1040" cy="457"/>
              </a:xfrm>
            </p:grpSpPr>
            <p:sp>
              <p:nvSpPr>
                <p:cNvPr id="180" name="Rectangle 18">
                  <a:extLst>
                    <a:ext uri="{FF2B5EF4-FFF2-40B4-BE49-F238E27FC236}">
                      <a16:creationId xmlns:a16="http://schemas.microsoft.com/office/drawing/2014/main" id="{9A795CC1-826F-4C44-9993-319F64F49FC2}"/>
                    </a:ext>
                  </a:extLst>
                </p:cNvPr>
                <p:cNvSpPr>
                  <a:spLocks noChangeArrowheads="1"/>
                </p:cNvSpPr>
                <p:nvPr/>
              </p:nvSpPr>
              <p:spPr bwMode="auto">
                <a:xfrm>
                  <a:off x="310" y="3526"/>
                  <a:ext cx="1040" cy="457"/>
                </a:xfrm>
                <a:prstGeom prst="rect">
                  <a:avLst/>
                </a:prstGeom>
                <a:solidFill>
                  <a:srgbClr val="FF0000"/>
                </a:solidFill>
                <a:ln w="38100">
                  <a:solidFill>
                    <a:srgbClr val="FFFFF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1" name="Line 19">
                  <a:extLst>
                    <a:ext uri="{FF2B5EF4-FFF2-40B4-BE49-F238E27FC236}">
                      <a16:creationId xmlns:a16="http://schemas.microsoft.com/office/drawing/2014/main" id="{4731A973-BD75-D041-B879-015ABFDDD7EB}"/>
                    </a:ext>
                  </a:extLst>
                </p:cNvPr>
                <p:cNvSpPr>
                  <a:spLocks noChangeShapeType="1"/>
                </p:cNvSpPr>
                <p:nvPr/>
              </p:nvSpPr>
              <p:spPr bwMode="auto">
                <a:xfrm>
                  <a:off x="446" y="3535"/>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82" name="Line 20">
                  <a:extLst>
                    <a:ext uri="{FF2B5EF4-FFF2-40B4-BE49-F238E27FC236}">
                      <a16:creationId xmlns:a16="http://schemas.microsoft.com/office/drawing/2014/main" id="{E25B9F25-22CB-0447-9AC4-9FC92218F432}"/>
                    </a:ext>
                  </a:extLst>
                </p:cNvPr>
                <p:cNvSpPr>
                  <a:spLocks noChangeShapeType="1"/>
                </p:cNvSpPr>
                <p:nvPr/>
              </p:nvSpPr>
              <p:spPr bwMode="auto">
                <a:xfrm>
                  <a:off x="558" y="3538"/>
                  <a:ext cx="2" cy="435"/>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83" name="Line 21">
                  <a:extLst>
                    <a:ext uri="{FF2B5EF4-FFF2-40B4-BE49-F238E27FC236}">
                      <a16:creationId xmlns:a16="http://schemas.microsoft.com/office/drawing/2014/main" id="{91851468-4893-D34C-9AE7-1771C894A65C}"/>
                    </a:ext>
                  </a:extLst>
                </p:cNvPr>
                <p:cNvSpPr>
                  <a:spLocks noChangeShapeType="1"/>
                </p:cNvSpPr>
                <p:nvPr/>
              </p:nvSpPr>
              <p:spPr bwMode="auto">
                <a:xfrm>
                  <a:off x="671" y="3534"/>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84" name="Line 22">
                  <a:extLst>
                    <a:ext uri="{FF2B5EF4-FFF2-40B4-BE49-F238E27FC236}">
                      <a16:creationId xmlns:a16="http://schemas.microsoft.com/office/drawing/2014/main" id="{24979CFA-E6E8-6443-8031-1C8E87B15CF5}"/>
                    </a:ext>
                  </a:extLst>
                </p:cNvPr>
                <p:cNvSpPr>
                  <a:spLocks noChangeShapeType="1"/>
                </p:cNvSpPr>
                <p:nvPr/>
              </p:nvSpPr>
              <p:spPr bwMode="auto">
                <a:xfrm>
                  <a:off x="782" y="3535"/>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85" name="Line 23">
                  <a:extLst>
                    <a:ext uri="{FF2B5EF4-FFF2-40B4-BE49-F238E27FC236}">
                      <a16:creationId xmlns:a16="http://schemas.microsoft.com/office/drawing/2014/main" id="{DD3375EE-F46C-7845-8A16-1C39FA3943F4}"/>
                    </a:ext>
                  </a:extLst>
                </p:cNvPr>
                <p:cNvSpPr>
                  <a:spLocks noChangeShapeType="1"/>
                </p:cNvSpPr>
                <p:nvPr/>
              </p:nvSpPr>
              <p:spPr bwMode="auto">
                <a:xfrm>
                  <a:off x="895" y="3534"/>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86" name="Line 24">
                  <a:extLst>
                    <a:ext uri="{FF2B5EF4-FFF2-40B4-BE49-F238E27FC236}">
                      <a16:creationId xmlns:a16="http://schemas.microsoft.com/office/drawing/2014/main" id="{2CF7F543-916F-574B-9CF5-E75F82B8E662}"/>
                    </a:ext>
                  </a:extLst>
                </p:cNvPr>
                <p:cNvSpPr>
                  <a:spLocks noChangeShapeType="1"/>
                </p:cNvSpPr>
                <p:nvPr/>
              </p:nvSpPr>
              <p:spPr bwMode="auto">
                <a:xfrm>
                  <a:off x="1006" y="3534"/>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87" name="Line 25">
                  <a:extLst>
                    <a:ext uri="{FF2B5EF4-FFF2-40B4-BE49-F238E27FC236}">
                      <a16:creationId xmlns:a16="http://schemas.microsoft.com/office/drawing/2014/main" id="{5571B680-4F31-6A43-B505-CB421081C050}"/>
                    </a:ext>
                  </a:extLst>
                </p:cNvPr>
                <p:cNvSpPr>
                  <a:spLocks noChangeShapeType="1"/>
                </p:cNvSpPr>
                <p:nvPr/>
              </p:nvSpPr>
              <p:spPr bwMode="auto">
                <a:xfrm>
                  <a:off x="1121" y="3535"/>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88" name="Line 26">
                  <a:extLst>
                    <a:ext uri="{FF2B5EF4-FFF2-40B4-BE49-F238E27FC236}">
                      <a16:creationId xmlns:a16="http://schemas.microsoft.com/office/drawing/2014/main" id="{87E5063B-F80B-F542-9BC3-D9BE9AAED9D2}"/>
                    </a:ext>
                  </a:extLst>
                </p:cNvPr>
                <p:cNvSpPr>
                  <a:spLocks noChangeShapeType="1"/>
                </p:cNvSpPr>
                <p:nvPr/>
              </p:nvSpPr>
              <p:spPr bwMode="auto">
                <a:xfrm>
                  <a:off x="1229" y="3538"/>
                  <a:ext cx="2" cy="435"/>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sp>
          <p:nvSpPr>
            <p:cNvPr id="189" name="Line 27">
              <a:extLst>
                <a:ext uri="{FF2B5EF4-FFF2-40B4-BE49-F238E27FC236}">
                  <a16:creationId xmlns:a16="http://schemas.microsoft.com/office/drawing/2014/main" id="{AC914BE7-EF9D-D444-B3B1-4333D5182D93}"/>
                </a:ext>
              </a:extLst>
            </p:cNvPr>
            <p:cNvSpPr>
              <a:spLocks noChangeShapeType="1"/>
            </p:cNvSpPr>
            <p:nvPr/>
          </p:nvSpPr>
          <p:spPr bwMode="auto">
            <a:xfrm>
              <a:off x="1878016" y="1579418"/>
              <a:ext cx="0" cy="164592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90" name="Line 9">
              <a:extLst>
                <a:ext uri="{FF2B5EF4-FFF2-40B4-BE49-F238E27FC236}">
                  <a16:creationId xmlns:a16="http://schemas.microsoft.com/office/drawing/2014/main" id="{CBD25FB7-BD31-354A-B607-0A105E81B218}"/>
                </a:ext>
              </a:extLst>
            </p:cNvPr>
            <p:cNvSpPr>
              <a:spLocks noChangeShapeType="1"/>
            </p:cNvSpPr>
            <p:nvPr/>
          </p:nvSpPr>
          <p:spPr bwMode="auto">
            <a:xfrm flipV="1">
              <a:off x="1860598" y="2435006"/>
              <a:ext cx="925513"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8" name="Straight Arrow Connector 7">
              <a:extLst>
                <a:ext uri="{FF2B5EF4-FFF2-40B4-BE49-F238E27FC236}">
                  <a16:creationId xmlns:a16="http://schemas.microsoft.com/office/drawing/2014/main" id="{12077A03-5191-4C4E-9229-0F4C5ED20B83}"/>
                </a:ext>
              </a:extLst>
            </p:cNvPr>
            <p:cNvCxnSpPr/>
            <p:nvPr/>
          </p:nvCxnSpPr>
          <p:spPr>
            <a:xfrm>
              <a:off x="6846225" y="2394066"/>
              <a:ext cx="1030778" cy="0"/>
            </a:xfrm>
            <a:prstGeom prst="straightConnector1">
              <a:avLst/>
            </a:prstGeom>
            <a:ln w="349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4C49EDB8-5525-2E4A-8DBC-6D03E6692746}"/>
                </a:ext>
              </a:extLst>
            </p:cNvPr>
            <p:cNvSpPr txBox="1"/>
            <p:nvPr/>
          </p:nvSpPr>
          <p:spPr>
            <a:xfrm flipH="1">
              <a:off x="7215448" y="2377441"/>
              <a:ext cx="315884"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R</a:t>
              </a:r>
            </a:p>
          </p:txBody>
        </p:sp>
      </p:grpSp>
      <p:sp>
        <p:nvSpPr>
          <p:cNvPr id="39" name="Slide Number Placeholder 4">
            <a:extLst>
              <a:ext uri="{FF2B5EF4-FFF2-40B4-BE49-F238E27FC236}">
                <a16:creationId xmlns:a16="http://schemas.microsoft.com/office/drawing/2014/main" id="{00A3717F-1F0F-FC43-A1DA-5E87871F0596}"/>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Network Layer: 4-</a:t>
            </a:r>
            <a:fld id="{C4204591-24BD-A542-B9D5-F8D8A88D2FEE}" type="slidenum">
              <a:rPr lang="en-US" smtClean="0"/>
              <a:pPr/>
              <a:t>17</a:t>
            </a:fld>
            <a:endParaRPr lang="en-US" dirty="0"/>
          </a:p>
        </p:txBody>
      </p:sp>
    </p:spTree>
    <p:extLst>
      <p:ext uri="{BB962C8B-B14F-4D97-AF65-F5344CB8AC3E}">
        <p14:creationId xmlns:p14="http://schemas.microsoft.com/office/powerpoint/2010/main" val="2029984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91"/>
                                        </p:tgtEl>
                                        <p:attrNameLst>
                                          <p:attrName>style.visibility</p:attrName>
                                        </p:attrNameLst>
                                      </p:cBhvr>
                                      <p:to>
                                        <p:strVal val="visible"/>
                                      </p:to>
                                    </p:set>
                                    <p:animEffect transition="in" filter="dissolve">
                                      <p:cBhvr>
                                        <p:cTn id="12" dur="500"/>
                                        <p:tgtEl>
                                          <p:spTgt spid="19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ipe(left)">
                                      <p:cBhvr>
                                        <p:cTn id="1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6236E45-D353-3946-A538-2B64275829F3}"/>
              </a:ext>
            </a:extLst>
          </p:cNvPr>
          <p:cNvSpPr>
            <a:spLocks noGrp="1"/>
          </p:cNvSpPr>
          <p:nvPr>
            <p:ph type="title"/>
          </p:nvPr>
        </p:nvSpPr>
        <p:spPr>
          <a:xfrm>
            <a:off x="838200" y="311144"/>
            <a:ext cx="10515600" cy="894622"/>
          </a:xfrm>
        </p:spPr>
        <p:txBody>
          <a:bodyPr/>
          <a:lstStyle/>
          <a:p>
            <a:r>
              <a:rPr lang="en-US" altLang="en-US" dirty="0">
                <a:ea typeface="ＭＳ Ｐゴシック" panose="020B0600070205080204" pitchFamily="34" charset="-128"/>
              </a:rPr>
              <a:t>Output port queuing</a:t>
            </a:r>
            <a:endParaRPr lang="en-US" dirty="0"/>
          </a:p>
        </p:txBody>
      </p:sp>
      <p:grpSp>
        <p:nvGrpSpPr>
          <p:cNvPr id="109" name="Group 78">
            <a:extLst>
              <a:ext uri="{FF2B5EF4-FFF2-40B4-BE49-F238E27FC236}">
                <a16:creationId xmlns:a16="http://schemas.microsoft.com/office/drawing/2014/main" id="{082D51D0-D1D3-A942-9BB2-2D4682B56DD8}"/>
              </a:ext>
            </a:extLst>
          </p:cNvPr>
          <p:cNvGrpSpPr>
            <a:grpSpLocks/>
          </p:cNvGrpSpPr>
          <p:nvPr/>
        </p:nvGrpSpPr>
        <p:grpSpPr bwMode="auto">
          <a:xfrm>
            <a:off x="2375414" y="1576437"/>
            <a:ext cx="7412037" cy="2870200"/>
            <a:chOff x="550" y="931"/>
            <a:chExt cx="4669" cy="1808"/>
          </a:xfrm>
        </p:grpSpPr>
        <p:grpSp>
          <p:nvGrpSpPr>
            <p:cNvPr id="110" name="Group 29">
              <a:extLst>
                <a:ext uri="{FF2B5EF4-FFF2-40B4-BE49-F238E27FC236}">
                  <a16:creationId xmlns:a16="http://schemas.microsoft.com/office/drawing/2014/main" id="{A3EB5D9E-72A3-7745-8A3E-36D91FF392DE}"/>
                </a:ext>
              </a:extLst>
            </p:cNvPr>
            <p:cNvGrpSpPr>
              <a:grpSpLocks/>
            </p:cNvGrpSpPr>
            <p:nvPr/>
          </p:nvGrpSpPr>
          <p:grpSpPr bwMode="auto">
            <a:xfrm>
              <a:off x="699" y="948"/>
              <a:ext cx="2099" cy="1356"/>
              <a:chOff x="523" y="976"/>
              <a:chExt cx="2099" cy="1356"/>
            </a:xfrm>
          </p:grpSpPr>
          <p:sp>
            <p:nvSpPr>
              <p:cNvPr id="159" name="Rectangle 6">
                <a:extLst>
                  <a:ext uri="{FF2B5EF4-FFF2-40B4-BE49-F238E27FC236}">
                    <a16:creationId xmlns:a16="http://schemas.microsoft.com/office/drawing/2014/main" id="{D8B6A1DB-471C-CC4C-A15D-8F1744B84968}"/>
                  </a:ext>
                </a:extLst>
              </p:cNvPr>
              <p:cNvSpPr>
                <a:spLocks noChangeArrowheads="1"/>
              </p:cNvSpPr>
              <p:nvPr/>
            </p:nvSpPr>
            <p:spPr bwMode="auto">
              <a:xfrm>
                <a:off x="1208" y="976"/>
                <a:ext cx="745" cy="1356"/>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160" name="Group 10">
                <a:extLst>
                  <a:ext uri="{FF2B5EF4-FFF2-40B4-BE49-F238E27FC236}">
                    <a16:creationId xmlns:a16="http://schemas.microsoft.com/office/drawing/2014/main" id="{CF011BEC-3BD8-724A-930F-DF1BD144E0F3}"/>
                  </a:ext>
                </a:extLst>
              </p:cNvPr>
              <p:cNvGrpSpPr>
                <a:grpSpLocks/>
              </p:cNvGrpSpPr>
              <p:nvPr/>
            </p:nvGrpSpPr>
            <p:grpSpPr bwMode="auto">
              <a:xfrm>
                <a:off x="804" y="997"/>
                <a:ext cx="249" cy="1295"/>
                <a:chOff x="748" y="997"/>
                <a:chExt cx="249" cy="1295"/>
              </a:xfrm>
            </p:grpSpPr>
            <p:sp>
              <p:nvSpPr>
                <p:cNvPr id="204" name="Rectangle 7">
                  <a:extLst>
                    <a:ext uri="{FF2B5EF4-FFF2-40B4-BE49-F238E27FC236}">
                      <a16:creationId xmlns:a16="http://schemas.microsoft.com/office/drawing/2014/main" id="{0ECFBAAE-DF3A-A940-A3AE-05CA1F501F0F}"/>
                    </a:ext>
                  </a:extLst>
                </p:cNvPr>
                <p:cNvSpPr>
                  <a:spLocks noChangeArrowheads="1"/>
                </p:cNvSpPr>
                <p:nvPr/>
              </p:nvSpPr>
              <p:spPr bwMode="auto">
                <a:xfrm>
                  <a:off x="759" y="997"/>
                  <a:ext cx="238" cy="352"/>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05" name="Rectangle 8">
                  <a:extLst>
                    <a:ext uri="{FF2B5EF4-FFF2-40B4-BE49-F238E27FC236}">
                      <a16:creationId xmlns:a16="http://schemas.microsoft.com/office/drawing/2014/main" id="{E7A662AD-6DCF-F34A-A047-07F4B580C18A}"/>
                    </a:ext>
                  </a:extLst>
                </p:cNvPr>
                <p:cNvSpPr>
                  <a:spLocks noChangeArrowheads="1"/>
                </p:cNvSpPr>
                <p:nvPr/>
              </p:nvSpPr>
              <p:spPr bwMode="auto">
                <a:xfrm>
                  <a:off x="750" y="1472"/>
                  <a:ext cx="238" cy="352"/>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06" name="Rectangle 9">
                  <a:extLst>
                    <a:ext uri="{FF2B5EF4-FFF2-40B4-BE49-F238E27FC236}">
                      <a16:creationId xmlns:a16="http://schemas.microsoft.com/office/drawing/2014/main" id="{9926E030-FA12-C74C-949A-473AE1056F2D}"/>
                    </a:ext>
                  </a:extLst>
                </p:cNvPr>
                <p:cNvSpPr>
                  <a:spLocks noChangeArrowheads="1"/>
                </p:cNvSpPr>
                <p:nvPr/>
              </p:nvSpPr>
              <p:spPr bwMode="auto">
                <a:xfrm>
                  <a:off x="748" y="1940"/>
                  <a:ext cx="238" cy="352"/>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61" name="Group 11">
                <a:extLst>
                  <a:ext uri="{FF2B5EF4-FFF2-40B4-BE49-F238E27FC236}">
                    <a16:creationId xmlns:a16="http://schemas.microsoft.com/office/drawing/2014/main" id="{2DAF4907-42BF-A548-B33A-D2FBEF2C97AB}"/>
                  </a:ext>
                </a:extLst>
              </p:cNvPr>
              <p:cNvGrpSpPr>
                <a:grpSpLocks/>
              </p:cNvGrpSpPr>
              <p:nvPr/>
            </p:nvGrpSpPr>
            <p:grpSpPr bwMode="auto">
              <a:xfrm>
                <a:off x="2109" y="1002"/>
                <a:ext cx="249" cy="1295"/>
                <a:chOff x="748" y="997"/>
                <a:chExt cx="249" cy="1295"/>
              </a:xfrm>
            </p:grpSpPr>
            <p:sp>
              <p:nvSpPr>
                <p:cNvPr id="201" name="Rectangle 12">
                  <a:extLst>
                    <a:ext uri="{FF2B5EF4-FFF2-40B4-BE49-F238E27FC236}">
                      <a16:creationId xmlns:a16="http://schemas.microsoft.com/office/drawing/2014/main" id="{CD600951-D32E-2F4A-8B8D-2BC1898E47E2}"/>
                    </a:ext>
                  </a:extLst>
                </p:cNvPr>
                <p:cNvSpPr>
                  <a:spLocks noChangeArrowheads="1"/>
                </p:cNvSpPr>
                <p:nvPr/>
              </p:nvSpPr>
              <p:spPr bwMode="auto">
                <a:xfrm>
                  <a:off x="759" y="997"/>
                  <a:ext cx="238" cy="352"/>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02" name="Rectangle 13">
                  <a:extLst>
                    <a:ext uri="{FF2B5EF4-FFF2-40B4-BE49-F238E27FC236}">
                      <a16:creationId xmlns:a16="http://schemas.microsoft.com/office/drawing/2014/main" id="{349846DD-5315-9F46-A3D4-630D59325ADA}"/>
                    </a:ext>
                  </a:extLst>
                </p:cNvPr>
                <p:cNvSpPr>
                  <a:spLocks noChangeArrowheads="1"/>
                </p:cNvSpPr>
                <p:nvPr/>
              </p:nvSpPr>
              <p:spPr bwMode="auto">
                <a:xfrm>
                  <a:off x="750" y="1472"/>
                  <a:ext cx="238" cy="352"/>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03" name="Rectangle 14">
                  <a:extLst>
                    <a:ext uri="{FF2B5EF4-FFF2-40B4-BE49-F238E27FC236}">
                      <a16:creationId xmlns:a16="http://schemas.microsoft.com/office/drawing/2014/main" id="{AE0A909B-B320-604A-89A1-1760A69BDA86}"/>
                    </a:ext>
                  </a:extLst>
                </p:cNvPr>
                <p:cNvSpPr>
                  <a:spLocks noChangeArrowheads="1"/>
                </p:cNvSpPr>
                <p:nvPr/>
              </p:nvSpPr>
              <p:spPr bwMode="auto">
                <a:xfrm>
                  <a:off x="748" y="1940"/>
                  <a:ext cx="238" cy="352"/>
                </a:xfrm>
                <a:prstGeom prst="rect">
                  <a:avLst/>
                </a:prstGeom>
                <a:solidFill>
                  <a:srgbClr val="FFFFFF"/>
                </a:solidFill>
                <a:ln w="19050">
                  <a:solidFill>
                    <a:srgbClr val="008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162" name="Line 15">
                <a:extLst>
                  <a:ext uri="{FF2B5EF4-FFF2-40B4-BE49-F238E27FC236}">
                    <a16:creationId xmlns:a16="http://schemas.microsoft.com/office/drawing/2014/main" id="{B4E57E31-441A-7241-9895-1E601460DF16}"/>
                  </a:ext>
                </a:extLst>
              </p:cNvPr>
              <p:cNvSpPr>
                <a:spLocks noChangeShapeType="1"/>
              </p:cNvSpPr>
              <p:nvPr/>
            </p:nvSpPr>
            <p:spPr bwMode="auto">
              <a:xfrm>
                <a:off x="1946" y="1180"/>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63" name="Line 16">
                <a:extLst>
                  <a:ext uri="{FF2B5EF4-FFF2-40B4-BE49-F238E27FC236}">
                    <a16:creationId xmlns:a16="http://schemas.microsoft.com/office/drawing/2014/main" id="{51B07D47-E6CB-8D41-85B6-448EE5F8FF59}"/>
                  </a:ext>
                </a:extLst>
              </p:cNvPr>
              <p:cNvSpPr>
                <a:spLocks noChangeShapeType="1"/>
              </p:cNvSpPr>
              <p:nvPr/>
            </p:nvSpPr>
            <p:spPr bwMode="auto">
              <a:xfrm>
                <a:off x="1940" y="1645"/>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64" name="Line 17">
                <a:extLst>
                  <a:ext uri="{FF2B5EF4-FFF2-40B4-BE49-F238E27FC236}">
                    <a16:creationId xmlns:a16="http://schemas.microsoft.com/office/drawing/2014/main" id="{1BA71812-14CA-334D-B6DE-FC0BBC8501AF}"/>
                  </a:ext>
                </a:extLst>
              </p:cNvPr>
              <p:cNvSpPr>
                <a:spLocks noChangeShapeType="1"/>
              </p:cNvSpPr>
              <p:nvPr/>
            </p:nvSpPr>
            <p:spPr bwMode="auto">
              <a:xfrm>
                <a:off x="1940" y="2119"/>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65" name="Line 18">
                <a:extLst>
                  <a:ext uri="{FF2B5EF4-FFF2-40B4-BE49-F238E27FC236}">
                    <a16:creationId xmlns:a16="http://schemas.microsoft.com/office/drawing/2014/main" id="{87EC818D-2CED-6445-96A3-B864E22C9CAA}"/>
                  </a:ext>
                </a:extLst>
              </p:cNvPr>
              <p:cNvSpPr>
                <a:spLocks noChangeShapeType="1"/>
              </p:cNvSpPr>
              <p:nvPr/>
            </p:nvSpPr>
            <p:spPr bwMode="auto">
              <a:xfrm>
                <a:off x="1044" y="1164"/>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66" name="Line 19">
                <a:extLst>
                  <a:ext uri="{FF2B5EF4-FFF2-40B4-BE49-F238E27FC236}">
                    <a16:creationId xmlns:a16="http://schemas.microsoft.com/office/drawing/2014/main" id="{3FC82DB6-CD3B-1043-B270-4880E4F38C1C}"/>
                  </a:ext>
                </a:extLst>
              </p:cNvPr>
              <p:cNvSpPr>
                <a:spLocks noChangeShapeType="1"/>
              </p:cNvSpPr>
              <p:nvPr/>
            </p:nvSpPr>
            <p:spPr bwMode="auto">
              <a:xfrm>
                <a:off x="1038" y="1629"/>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67" name="Line 20">
                <a:extLst>
                  <a:ext uri="{FF2B5EF4-FFF2-40B4-BE49-F238E27FC236}">
                    <a16:creationId xmlns:a16="http://schemas.microsoft.com/office/drawing/2014/main" id="{291916CC-CF8D-0C43-904A-57618DC524AB}"/>
                  </a:ext>
                </a:extLst>
              </p:cNvPr>
              <p:cNvSpPr>
                <a:spLocks noChangeShapeType="1"/>
              </p:cNvSpPr>
              <p:nvPr/>
            </p:nvSpPr>
            <p:spPr bwMode="auto">
              <a:xfrm>
                <a:off x="1038" y="2103"/>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193" name="Group 24">
                <a:extLst>
                  <a:ext uri="{FF2B5EF4-FFF2-40B4-BE49-F238E27FC236}">
                    <a16:creationId xmlns:a16="http://schemas.microsoft.com/office/drawing/2014/main" id="{8685B4BD-95B3-D548-8A50-02AB19D73F70}"/>
                  </a:ext>
                </a:extLst>
              </p:cNvPr>
              <p:cNvGrpSpPr>
                <a:grpSpLocks/>
              </p:cNvGrpSpPr>
              <p:nvPr/>
            </p:nvGrpSpPr>
            <p:grpSpPr bwMode="auto">
              <a:xfrm>
                <a:off x="523" y="1169"/>
                <a:ext cx="288" cy="939"/>
                <a:chOff x="-60" y="1148"/>
                <a:chExt cx="168" cy="939"/>
              </a:xfrm>
            </p:grpSpPr>
            <p:sp>
              <p:nvSpPr>
                <p:cNvPr id="198" name="Line 21">
                  <a:extLst>
                    <a:ext uri="{FF2B5EF4-FFF2-40B4-BE49-F238E27FC236}">
                      <a16:creationId xmlns:a16="http://schemas.microsoft.com/office/drawing/2014/main" id="{695AD499-8E12-5F4D-B492-77637F16E768}"/>
                    </a:ext>
                  </a:extLst>
                </p:cNvPr>
                <p:cNvSpPr>
                  <a:spLocks noChangeShapeType="1"/>
                </p:cNvSpPr>
                <p:nvPr/>
              </p:nvSpPr>
              <p:spPr bwMode="auto">
                <a:xfrm>
                  <a:off x="-54" y="1148"/>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99" name="Line 22">
                  <a:extLst>
                    <a:ext uri="{FF2B5EF4-FFF2-40B4-BE49-F238E27FC236}">
                      <a16:creationId xmlns:a16="http://schemas.microsoft.com/office/drawing/2014/main" id="{6D509BF4-A289-5848-B0EC-FF37900D6850}"/>
                    </a:ext>
                  </a:extLst>
                </p:cNvPr>
                <p:cNvSpPr>
                  <a:spLocks noChangeShapeType="1"/>
                </p:cNvSpPr>
                <p:nvPr/>
              </p:nvSpPr>
              <p:spPr bwMode="auto">
                <a:xfrm>
                  <a:off x="-60" y="1613"/>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00" name="Line 23">
                  <a:extLst>
                    <a:ext uri="{FF2B5EF4-FFF2-40B4-BE49-F238E27FC236}">
                      <a16:creationId xmlns:a16="http://schemas.microsoft.com/office/drawing/2014/main" id="{77D1F46B-8487-0443-B204-6D39A32CACEB}"/>
                    </a:ext>
                  </a:extLst>
                </p:cNvPr>
                <p:cNvSpPr>
                  <a:spLocks noChangeShapeType="1"/>
                </p:cNvSpPr>
                <p:nvPr/>
              </p:nvSpPr>
              <p:spPr bwMode="auto">
                <a:xfrm>
                  <a:off x="-60" y="2087"/>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94" name="Group 25">
                <a:extLst>
                  <a:ext uri="{FF2B5EF4-FFF2-40B4-BE49-F238E27FC236}">
                    <a16:creationId xmlns:a16="http://schemas.microsoft.com/office/drawing/2014/main" id="{8CC26DE9-2259-C249-BCBA-49FB43CFADBA}"/>
                  </a:ext>
                </a:extLst>
              </p:cNvPr>
              <p:cNvGrpSpPr>
                <a:grpSpLocks/>
              </p:cNvGrpSpPr>
              <p:nvPr/>
            </p:nvGrpSpPr>
            <p:grpSpPr bwMode="auto">
              <a:xfrm>
                <a:off x="2334" y="1173"/>
                <a:ext cx="288" cy="939"/>
                <a:chOff x="-60" y="1148"/>
                <a:chExt cx="168" cy="939"/>
              </a:xfrm>
            </p:grpSpPr>
            <p:sp>
              <p:nvSpPr>
                <p:cNvPr id="195" name="Line 26">
                  <a:extLst>
                    <a:ext uri="{FF2B5EF4-FFF2-40B4-BE49-F238E27FC236}">
                      <a16:creationId xmlns:a16="http://schemas.microsoft.com/office/drawing/2014/main" id="{CAC9505F-8DFC-D849-A39D-F3F19EF2D5FA}"/>
                    </a:ext>
                  </a:extLst>
                </p:cNvPr>
                <p:cNvSpPr>
                  <a:spLocks noChangeShapeType="1"/>
                </p:cNvSpPr>
                <p:nvPr/>
              </p:nvSpPr>
              <p:spPr bwMode="auto">
                <a:xfrm>
                  <a:off x="-54" y="1148"/>
                  <a:ext cx="162"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96" name="Line 27">
                  <a:extLst>
                    <a:ext uri="{FF2B5EF4-FFF2-40B4-BE49-F238E27FC236}">
                      <a16:creationId xmlns:a16="http://schemas.microsoft.com/office/drawing/2014/main" id="{55359C2D-B6B3-3344-987F-A1ADCD12D9F3}"/>
                    </a:ext>
                  </a:extLst>
                </p:cNvPr>
                <p:cNvSpPr>
                  <a:spLocks noChangeShapeType="1"/>
                </p:cNvSpPr>
                <p:nvPr/>
              </p:nvSpPr>
              <p:spPr bwMode="auto">
                <a:xfrm>
                  <a:off x="-60" y="1613"/>
                  <a:ext cx="162"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97" name="Line 28">
                  <a:extLst>
                    <a:ext uri="{FF2B5EF4-FFF2-40B4-BE49-F238E27FC236}">
                      <a16:creationId xmlns:a16="http://schemas.microsoft.com/office/drawing/2014/main" id="{5F30395D-D362-F345-A3BD-DBCBEAE6AE6F}"/>
                    </a:ext>
                  </a:extLst>
                </p:cNvPr>
                <p:cNvSpPr>
                  <a:spLocks noChangeShapeType="1"/>
                </p:cNvSpPr>
                <p:nvPr/>
              </p:nvSpPr>
              <p:spPr bwMode="auto">
                <a:xfrm>
                  <a:off x="-60" y="2087"/>
                  <a:ext cx="162"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grpSp>
          <p:nvGrpSpPr>
            <p:cNvPr id="111" name="Group 30">
              <a:extLst>
                <a:ext uri="{FF2B5EF4-FFF2-40B4-BE49-F238E27FC236}">
                  <a16:creationId xmlns:a16="http://schemas.microsoft.com/office/drawing/2014/main" id="{87B52D43-752A-3147-8555-38567E7FADD6}"/>
                </a:ext>
              </a:extLst>
            </p:cNvPr>
            <p:cNvGrpSpPr>
              <a:grpSpLocks/>
            </p:cNvGrpSpPr>
            <p:nvPr/>
          </p:nvGrpSpPr>
          <p:grpSpPr bwMode="auto">
            <a:xfrm>
              <a:off x="3120" y="931"/>
              <a:ext cx="2099" cy="1356"/>
              <a:chOff x="523" y="976"/>
              <a:chExt cx="2099" cy="1356"/>
            </a:xfrm>
          </p:grpSpPr>
          <p:sp>
            <p:nvSpPr>
              <p:cNvPr id="133" name="Rectangle 31">
                <a:extLst>
                  <a:ext uri="{FF2B5EF4-FFF2-40B4-BE49-F238E27FC236}">
                    <a16:creationId xmlns:a16="http://schemas.microsoft.com/office/drawing/2014/main" id="{01131CB9-416C-BC46-84D2-855A2BA959F5}"/>
                  </a:ext>
                </a:extLst>
              </p:cNvPr>
              <p:cNvSpPr>
                <a:spLocks noChangeArrowheads="1"/>
              </p:cNvSpPr>
              <p:nvPr/>
            </p:nvSpPr>
            <p:spPr bwMode="auto">
              <a:xfrm>
                <a:off x="1208" y="976"/>
                <a:ext cx="745" cy="1356"/>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134" name="Group 32">
                <a:extLst>
                  <a:ext uri="{FF2B5EF4-FFF2-40B4-BE49-F238E27FC236}">
                    <a16:creationId xmlns:a16="http://schemas.microsoft.com/office/drawing/2014/main" id="{A51BEB8E-CB78-6343-AB5B-0FAAD83DDB11}"/>
                  </a:ext>
                </a:extLst>
              </p:cNvPr>
              <p:cNvGrpSpPr>
                <a:grpSpLocks/>
              </p:cNvGrpSpPr>
              <p:nvPr/>
            </p:nvGrpSpPr>
            <p:grpSpPr bwMode="auto">
              <a:xfrm>
                <a:off x="804" y="997"/>
                <a:ext cx="249" cy="1295"/>
                <a:chOff x="748" y="997"/>
                <a:chExt cx="249" cy="1295"/>
              </a:xfrm>
            </p:grpSpPr>
            <p:sp>
              <p:nvSpPr>
                <p:cNvPr id="156" name="Rectangle 33">
                  <a:extLst>
                    <a:ext uri="{FF2B5EF4-FFF2-40B4-BE49-F238E27FC236}">
                      <a16:creationId xmlns:a16="http://schemas.microsoft.com/office/drawing/2014/main" id="{1D2E2A7A-D30D-664E-A612-0857B3D0E4B6}"/>
                    </a:ext>
                  </a:extLst>
                </p:cNvPr>
                <p:cNvSpPr>
                  <a:spLocks noChangeArrowheads="1"/>
                </p:cNvSpPr>
                <p:nvPr/>
              </p:nvSpPr>
              <p:spPr bwMode="auto">
                <a:xfrm>
                  <a:off x="759" y="997"/>
                  <a:ext cx="238" cy="352"/>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57" name="Rectangle 34">
                  <a:extLst>
                    <a:ext uri="{FF2B5EF4-FFF2-40B4-BE49-F238E27FC236}">
                      <a16:creationId xmlns:a16="http://schemas.microsoft.com/office/drawing/2014/main" id="{8E72E2CC-79B7-6543-BC67-FF039A8E2FDB}"/>
                    </a:ext>
                  </a:extLst>
                </p:cNvPr>
                <p:cNvSpPr>
                  <a:spLocks noChangeArrowheads="1"/>
                </p:cNvSpPr>
                <p:nvPr/>
              </p:nvSpPr>
              <p:spPr bwMode="auto">
                <a:xfrm>
                  <a:off x="750" y="1472"/>
                  <a:ext cx="238" cy="352"/>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58" name="Rectangle 35">
                  <a:extLst>
                    <a:ext uri="{FF2B5EF4-FFF2-40B4-BE49-F238E27FC236}">
                      <a16:creationId xmlns:a16="http://schemas.microsoft.com/office/drawing/2014/main" id="{30FE5ACD-D95D-574F-9366-5EFC8A7E18FA}"/>
                    </a:ext>
                  </a:extLst>
                </p:cNvPr>
                <p:cNvSpPr>
                  <a:spLocks noChangeArrowheads="1"/>
                </p:cNvSpPr>
                <p:nvPr/>
              </p:nvSpPr>
              <p:spPr bwMode="auto">
                <a:xfrm>
                  <a:off x="748" y="1940"/>
                  <a:ext cx="238" cy="352"/>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35" name="Group 36">
                <a:extLst>
                  <a:ext uri="{FF2B5EF4-FFF2-40B4-BE49-F238E27FC236}">
                    <a16:creationId xmlns:a16="http://schemas.microsoft.com/office/drawing/2014/main" id="{5C3DD79B-12CD-B541-8D50-5DBDCC7A6053}"/>
                  </a:ext>
                </a:extLst>
              </p:cNvPr>
              <p:cNvGrpSpPr>
                <a:grpSpLocks/>
              </p:cNvGrpSpPr>
              <p:nvPr/>
            </p:nvGrpSpPr>
            <p:grpSpPr bwMode="auto">
              <a:xfrm>
                <a:off x="2109" y="1002"/>
                <a:ext cx="249" cy="1295"/>
                <a:chOff x="748" y="997"/>
                <a:chExt cx="249" cy="1295"/>
              </a:xfrm>
            </p:grpSpPr>
            <p:sp>
              <p:nvSpPr>
                <p:cNvPr id="153" name="Rectangle 37">
                  <a:extLst>
                    <a:ext uri="{FF2B5EF4-FFF2-40B4-BE49-F238E27FC236}">
                      <a16:creationId xmlns:a16="http://schemas.microsoft.com/office/drawing/2014/main" id="{0D165B5C-42F0-7146-AA7F-E468E41E9976}"/>
                    </a:ext>
                  </a:extLst>
                </p:cNvPr>
                <p:cNvSpPr>
                  <a:spLocks noChangeArrowheads="1"/>
                </p:cNvSpPr>
                <p:nvPr/>
              </p:nvSpPr>
              <p:spPr bwMode="auto">
                <a:xfrm>
                  <a:off x="759" y="997"/>
                  <a:ext cx="238" cy="352"/>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54" name="Rectangle 38">
                  <a:extLst>
                    <a:ext uri="{FF2B5EF4-FFF2-40B4-BE49-F238E27FC236}">
                      <a16:creationId xmlns:a16="http://schemas.microsoft.com/office/drawing/2014/main" id="{75AA2AC8-0434-1D42-B745-912205EEB8FB}"/>
                    </a:ext>
                  </a:extLst>
                </p:cNvPr>
                <p:cNvSpPr>
                  <a:spLocks noChangeArrowheads="1"/>
                </p:cNvSpPr>
                <p:nvPr/>
              </p:nvSpPr>
              <p:spPr bwMode="auto">
                <a:xfrm>
                  <a:off x="750" y="1472"/>
                  <a:ext cx="238" cy="352"/>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55" name="Rectangle 39">
                  <a:extLst>
                    <a:ext uri="{FF2B5EF4-FFF2-40B4-BE49-F238E27FC236}">
                      <a16:creationId xmlns:a16="http://schemas.microsoft.com/office/drawing/2014/main" id="{53CBA0BE-8E05-424B-B90D-1C4E2ED7296C}"/>
                    </a:ext>
                  </a:extLst>
                </p:cNvPr>
                <p:cNvSpPr>
                  <a:spLocks noChangeArrowheads="1"/>
                </p:cNvSpPr>
                <p:nvPr/>
              </p:nvSpPr>
              <p:spPr bwMode="auto">
                <a:xfrm>
                  <a:off x="748" y="1940"/>
                  <a:ext cx="238" cy="352"/>
                </a:xfrm>
                <a:prstGeom prst="rect">
                  <a:avLst/>
                </a:prstGeom>
                <a:solidFill>
                  <a:srgbClr val="FFFFFF"/>
                </a:solidFill>
                <a:ln w="19050">
                  <a:solidFill>
                    <a:srgbClr val="008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136" name="Line 40">
                <a:extLst>
                  <a:ext uri="{FF2B5EF4-FFF2-40B4-BE49-F238E27FC236}">
                    <a16:creationId xmlns:a16="http://schemas.microsoft.com/office/drawing/2014/main" id="{414D90B8-DEBE-B84E-92C6-CBB94C405FBA}"/>
                  </a:ext>
                </a:extLst>
              </p:cNvPr>
              <p:cNvSpPr>
                <a:spLocks noChangeShapeType="1"/>
              </p:cNvSpPr>
              <p:nvPr/>
            </p:nvSpPr>
            <p:spPr bwMode="auto">
              <a:xfrm>
                <a:off x="1946" y="1180"/>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7" name="Line 41">
                <a:extLst>
                  <a:ext uri="{FF2B5EF4-FFF2-40B4-BE49-F238E27FC236}">
                    <a16:creationId xmlns:a16="http://schemas.microsoft.com/office/drawing/2014/main" id="{193F439E-A0CB-BE4E-A767-399A338483CC}"/>
                  </a:ext>
                </a:extLst>
              </p:cNvPr>
              <p:cNvSpPr>
                <a:spLocks noChangeShapeType="1"/>
              </p:cNvSpPr>
              <p:nvPr/>
            </p:nvSpPr>
            <p:spPr bwMode="auto">
              <a:xfrm>
                <a:off x="1940" y="1645"/>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8" name="Line 42">
                <a:extLst>
                  <a:ext uri="{FF2B5EF4-FFF2-40B4-BE49-F238E27FC236}">
                    <a16:creationId xmlns:a16="http://schemas.microsoft.com/office/drawing/2014/main" id="{07DC5438-65CD-8040-9C95-EB788FCACA85}"/>
                  </a:ext>
                </a:extLst>
              </p:cNvPr>
              <p:cNvSpPr>
                <a:spLocks noChangeShapeType="1"/>
              </p:cNvSpPr>
              <p:nvPr/>
            </p:nvSpPr>
            <p:spPr bwMode="auto">
              <a:xfrm>
                <a:off x="1940" y="2119"/>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9" name="Line 43">
                <a:extLst>
                  <a:ext uri="{FF2B5EF4-FFF2-40B4-BE49-F238E27FC236}">
                    <a16:creationId xmlns:a16="http://schemas.microsoft.com/office/drawing/2014/main" id="{EC6AC95C-A7B2-8D45-BDD7-51C70380F2E9}"/>
                  </a:ext>
                </a:extLst>
              </p:cNvPr>
              <p:cNvSpPr>
                <a:spLocks noChangeShapeType="1"/>
              </p:cNvSpPr>
              <p:nvPr/>
            </p:nvSpPr>
            <p:spPr bwMode="auto">
              <a:xfrm>
                <a:off x="1044" y="1164"/>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40" name="Line 44">
                <a:extLst>
                  <a:ext uri="{FF2B5EF4-FFF2-40B4-BE49-F238E27FC236}">
                    <a16:creationId xmlns:a16="http://schemas.microsoft.com/office/drawing/2014/main" id="{391784A2-88F1-CF43-B836-438D26F35D99}"/>
                  </a:ext>
                </a:extLst>
              </p:cNvPr>
              <p:cNvSpPr>
                <a:spLocks noChangeShapeType="1"/>
              </p:cNvSpPr>
              <p:nvPr/>
            </p:nvSpPr>
            <p:spPr bwMode="auto">
              <a:xfrm>
                <a:off x="1038" y="1629"/>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41" name="Line 45">
                <a:extLst>
                  <a:ext uri="{FF2B5EF4-FFF2-40B4-BE49-F238E27FC236}">
                    <a16:creationId xmlns:a16="http://schemas.microsoft.com/office/drawing/2014/main" id="{E4BF36D2-171F-B148-8431-04035400B2D1}"/>
                  </a:ext>
                </a:extLst>
              </p:cNvPr>
              <p:cNvSpPr>
                <a:spLocks noChangeShapeType="1"/>
              </p:cNvSpPr>
              <p:nvPr/>
            </p:nvSpPr>
            <p:spPr bwMode="auto">
              <a:xfrm>
                <a:off x="1038" y="2103"/>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145" name="Group 46">
                <a:extLst>
                  <a:ext uri="{FF2B5EF4-FFF2-40B4-BE49-F238E27FC236}">
                    <a16:creationId xmlns:a16="http://schemas.microsoft.com/office/drawing/2014/main" id="{6A23E468-2FC0-D842-99E6-C85245510E21}"/>
                  </a:ext>
                </a:extLst>
              </p:cNvPr>
              <p:cNvGrpSpPr>
                <a:grpSpLocks/>
              </p:cNvGrpSpPr>
              <p:nvPr/>
            </p:nvGrpSpPr>
            <p:grpSpPr bwMode="auto">
              <a:xfrm>
                <a:off x="523" y="1169"/>
                <a:ext cx="288" cy="939"/>
                <a:chOff x="-60" y="1148"/>
                <a:chExt cx="168" cy="939"/>
              </a:xfrm>
            </p:grpSpPr>
            <p:sp>
              <p:nvSpPr>
                <p:cNvPr id="150" name="Line 47">
                  <a:extLst>
                    <a:ext uri="{FF2B5EF4-FFF2-40B4-BE49-F238E27FC236}">
                      <a16:creationId xmlns:a16="http://schemas.microsoft.com/office/drawing/2014/main" id="{46B8DCC8-C78E-5946-97FA-DF37A5D12279}"/>
                    </a:ext>
                  </a:extLst>
                </p:cNvPr>
                <p:cNvSpPr>
                  <a:spLocks noChangeShapeType="1"/>
                </p:cNvSpPr>
                <p:nvPr/>
              </p:nvSpPr>
              <p:spPr bwMode="auto">
                <a:xfrm>
                  <a:off x="-54" y="1148"/>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51" name="Line 48">
                  <a:extLst>
                    <a:ext uri="{FF2B5EF4-FFF2-40B4-BE49-F238E27FC236}">
                      <a16:creationId xmlns:a16="http://schemas.microsoft.com/office/drawing/2014/main" id="{CDDE8C10-BFA8-D045-BFE9-3D6F6089A748}"/>
                    </a:ext>
                  </a:extLst>
                </p:cNvPr>
                <p:cNvSpPr>
                  <a:spLocks noChangeShapeType="1"/>
                </p:cNvSpPr>
                <p:nvPr/>
              </p:nvSpPr>
              <p:spPr bwMode="auto">
                <a:xfrm>
                  <a:off x="-60" y="1613"/>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52" name="Line 49">
                  <a:extLst>
                    <a:ext uri="{FF2B5EF4-FFF2-40B4-BE49-F238E27FC236}">
                      <a16:creationId xmlns:a16="http://schemas.microsoft.com/office/drawing/2014/main" id="{39539C18-A10C-DB44-A87D-DDBFE4B9A78C}"/>
                    </a:ext>
                  </a:extLst>
                </p:cNvPr>
                <p:cNvSpPr>
                  <a:spLocks noChangeShapeType="1"/>
                </p:cNvSpPr>
                <p:nvPr/>
              </p:nvSpPr>
              <p:spPr bwMode="auto">
                <a:xfrm>
                  <a:off x="-60" y="2087"/>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46" name="Group 50">
                <a:extLst>
                  <a:ext uri="{FF2B5EF4-FFF2-40B4-BE49-F238E27FC236}">
                    <a16:creationId xmlns:a16="http://schemas.microsoft.com/office/drawing/2014/main" id="{C5C5F675-53F5-C345-BF7D-D175E0816F5D}"/>
                  </a:ext>
                </a:extLst>
              </p:cNvPr>
              <p:cNvGrpSpPr>
                <a:grpSpLocks/>
              </p:cNvGrpSpPr>
              <p:nvPr/>
            </p:nvGrpSpPr>
            <p:grpSpPr bwMode="auto">
              <a:xfrm>
                <a:off x="2334" y="1173"/>
                <a:ext cx="288" cy="939"/>
                <a:chOff x="-60" y="1148"/>
                <a:chExt cx="168" cy="939"/>
              </a:xfrm>
            </p:grpSpPr>
            <p:sp>
              <p:nvSpPr>
                <p:cNvPr id="147" name="Line 51">
                  <a:extLst>
                    <a:ext uri="{FF2B5EF4-FFF2-40B4-BE49-F238E27FC236}">
                      <a16:creationId xmlns:a16="http://schemas.microsoft.com/office/drawing/2014/main" id="{98C13E3B-D516-B947-BE59-93C8B104F33B}"/>
                    </a:ext>
                  </a:extLst>
                </p:cNvPr>
                <p:cNvSpPr>
                  <a:spLocks noChangeShapeType="1"/>
                </p:cNvSpPr>
                <p:nvPr/>
              </p:nvSpPr>
              <p:spPr bwMode="auto">
                <a:xfrm>
                  <a:off x="-54" y="1148"/>
                  <a:ext cx="162"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48" name="Line 52">
                  <a:extLst>
                    <a:ext uri="{FF2B5EF4-FFF2-40B4-BE49-F238E27FC236}">
                      <a16:creationId xmlns:a16="http://schemas.microsoft.com/office/drawing/2014/main" id="{CE252363-458C-C941-BAB9-6BC53DD18A58}"/>
                    </a:ext>
                  </a:extLst>
                </p:cNvPr>
                <p:cNvSpPr>
                  <a:spLocks noChangeShapeType="1"/>
                </p:cNvSpPr>
                <p:nvPr/>
              </p:nvSpPr>
              <p:spPr bwMode="auto">
                <a:xfrm>
                  <a:off x="-60" y="1613"/>
                  <a:ext cx="162"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49" name="Line 53">
                  <a:extLst>
                    <a:ext uri="{FF2B5EF4-FFF2-40B4-BE49-F238E27FC236}">
                      <a16:creationId xmlns:a16="http://schemas.microsoft.com/office/drawing/2014/main" id="{D9F4BF94-F778-5040-8CC6-996F2BF703AE}"/>
                    </a:ext>
                  </a:extLst>
                </p:cNvPr>
                <p:cNvSpPr>
                  <a:spLocks noChangeShapeType="1"/>
                </p:cNvSpPr>
                <p:nvPr/>
              </p:nvSpPr>
              <p:spPr bwMode="auto">
                <a:xfrm>
                  <a:off x="-60" y="2087"/>
                  <a:ext cx="162"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sp>
          <p:nvSpPr>
            <p:cNvPr id="112" name="Rectangle 54">
              <a:extLst>
                <a:ext uri="{FF2B5EF4-FFF2-40B4-BE49-F238E27FC236}">
                  <a16:creationId xmlns:a16="http://schemas.microsoft.com/office/drawing/2014/main" id="{6533D250-EDC5-4146-A678-D8717156F903}"/>
                </a:ext>
              </a:extLst>
            </p:cNvPr>
            <p:cNvSpPr>
              <a:spLocks noChangeArrowheads="1"/>
            </p:cNvSpPr>
            <p:nvPr/>
          </p:nvSpPr>
          <p:spPr bwMode="auto">
            <a:xfrm>
              <a:off x="1012" y="1012"/>
              <a:ext cx="175" cy="98"/>
            </a:xfrm>
            <a:prstGeom prst="rect">
              <a:avLst/>
            </a:prstGeom>
            <a:solidFill>
              <a:srgbClr val="FF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3" name="Rectangle 55">
              <a:extLst>
                <a:ext uri="{FF2B5EF4-FFF2-40B4-BE49-F238E27FC236}">
                  <a16:creationId xmlns:a16="http://schemas.microsoft.com/office/drawing/2014/main" id="{733150BE-256C-9945-B7EB-CAF89F9D7BA8}"/>
                </a:ext>
              </a:extLst>
            </p:cNvPr>
            <p:cNvSpPr>
              <a:spLocks noChangeArrowheads="1"/>
            </p:cNvSpPr>
            <p:nvPr/>
          </p:nvSpPr>
          <p:spPr bwMode="auto">
            <a:xfrm>
              <a:off x="1003" y="1494"/>
              <a:ext cx="175" cy="98"/>
            </a:xfrm>
            <a:prstGeom prst="rect">
              <a:avLst/>
            </a:prstGeom>
            <a:solidFill>
              <a:srgbClr val="0000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4" name="Rectangle 56">
              <a:extLst>
                <a:ext uri="{FF2B5EF4-FFF2-40B4-BE49-F238E27FC236}">
                  <a16:creationId xmlns:a16="http://schemas.microsoft.com/office/drawing/2014/main" id="{DCF223E2-6636-B042-B0AB-7F418AF1C068}"/>
                </a:ext>
              </a:extLst>
            </p:cNvPr>
            <p:cNvSpPr>
              <a:spLocks noChangeArrowheads="1"/>
            </p:cNvSpPr>
            <p:nvPr/>
          </p:nvSpPr>
          <p:spPr bwMode="auto">
            <a:xfrm>
              <a:off x="994" y="1969"/>
              <a:ext cx="175" cy="98"/>
            </a:xfrm>
            <a:prstGeom prst="rect">
              <a:avLst/>
            </a:prstGeom>
            <a:solidFill>
              <a:srgbClr val="FF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5" name="Rectangle 57">
              <a:extLst>
                <a:ext uri="{FF2B5EF4-FFF2-40B4-BE49-F238E27FC236}">
                  <a16:creationId xmlns:a16="http://schemas.microsoft.com/office/drawing/2014/main" id="{42A5E003-C01F-464E-BA40-0D2180E7A947}"/>
                </a:ext>
              </a:extLst>
            </p:cNvPr>
            <p:cNvSpPr>
              <a:spLocks noChangeArrowheads="1"/>
            </p:cNvSpPr>
            <p:nvPr/>
          </p:nvSpPr>
          <p:spPr bwMode="auto">
            <a:xfrm>
              <a:off x="764" y="1017"/>
              <a:ext cx="175" cy="98"/>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6" name="Rectangle 58">
              <a:extLst>
                <a:ext uri="{FF2B5EF4-FFF2-40B4-BE49-F238E27FC236}">
                  <a16:creationId xmlns:a16="http://schemas.microsoft.com/office/drawing/2014/main" id="{AF8A4BDE-7DE0-5D4B-BAF3-25D6FE49F4C1}"/>
                </a:ext>
              </a:extLst>
            </p:cNvPr>
            <p:cNvSpPr>
              <a:spLocks noChangeArrowheads="1"/>
            </p:cNvSpPr>
            <p:nvPr/>
          </p:nvSpPr>
          <p:spPr bwMode="auto">
            <a:xfrm>
              <a:off x="760" y="1953"/>
              <a:ext cx="175" cy="98"/>
            </a:xfrm>
            <a:prstGeom prst="rect">
              <a:avLst/>
            </a:prstGeom>
            <a:solidFill>
              <a:srgbClr val="FF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7" name="Line 60">
              <a:extLst>
                <a:ext uri="{FF2B5EF4-FFF2-40B4-BE49-F238E27FC236}">
                  <a16:creationId xmlns:a16="http://schemas.microsoft.com/office/drawing/2014/main" id="{96A833D6-A794-2B49-A8B8-2E8C1DECA3C6}"/>
                </a:ext>
              </a:extLst>
            </p:cNvPr>
            <p:cNvSpPr>
              <a:spLocks noChangeShapeType="1"/>
            </p:cNvSpPr>
            <p:nvPr/>
          </p:nvSpPr>
          <p:spPr bwMode="auto">
            <a:xfrm>
              <a:off x="1215" y="1054"/>
              <a:ext cx="1026" cy="1"/>
            </a:xfrm>
            <a:prstGeom prst="line">
              <a:avLst/>
            </a:prstGeom>
            <a:noFill/>
            <a:ln w="28575">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8" name="Freeform 62">
              <a:extLst>
                <a:ext uri="{FF2B5EF4-FFF2-40B4-BE49-F238E27FC236}">
                  <a16:creationId xmlns:a16="http://schemas.microsoft.com/office/drawing/2014/main" id="{7BD68626-6CAA-5243-9905-C91EECAD0D86}"/>
                </a:ext>
              </a:extLst>
            </p:cNvPr>
            <p:cNvSpPr>
              <a:spLocks/>
            </p:cNvSpPr>
            <p:nvPr/>
          </p:nvSpPr>
          <p:spPr bwMode="auto">
            <a:xfrm>
              <a:off x="1246" y="1285"/>
              <a:ext cx="967" cy="735"/>
            </a:xfrm>
            <a:custGeom>
              <a:avLst/>
              <a:gdLst>
                <a:gd name="T0" fmla="*/ 0 w 967"/>
                <a:gd name="T1" fmla="*/ 733 h 735"/>
                <a:gd name="T2" fmla="*/ 522 w 967"/>
                <a:gd name="T3" fmla="*/ 735 h 735"/>
                <a:gd name="T4" fmla="*/ 967 w 967"/>
                <a:gd name="T5" fmla="*/ 0 h 735"/>
                <a:gd name="T6" fmla="*/ 0 60000 65536"/>
                <a:gd name="T7" fmla="*/ 0 60000 65536"/>
                <a:gd name="T8" fmla="*/ 0 60000 65536"/>
                <a:gd name="T9" fmla="*/ 0 w 967"/>
                <a:gd name="T10" fmla="*/ 0 h 735"/>
                <a:gd name="T11" fmla="*/ 967 w 967"/>
                <a:gd name="T12" fmla="*/ 735 h 735"/>
              </a:gdLst>
              <a:ahLst/>
              <a:cxnLst>
                <a:cxn ang="T6">
                  <a:pos x="T0" y="T1"/>
                </a:cxn>
                <a:cxn ang="T7">
                  <a:pos x="T2" y="T3"/>
                </a:cxn>
                <a:cxn ang="T8">
                  <a:pos x="T4" y="T5"/>
                </a:cxn>
              </a:cxnLst>
              <a:rect l="T9" t="T10" r="T11" b="T12"/>
              <a:pathLst>
                <a:path w="967" h="735">
                  <a:moveTo>
                    <a:pt x="0" y="733"/>
                  </a:moveTo>
                  <a:lnTo>
                    <a:pt x="522" y="735"/>
                  </a:lnTo>
                  <a:lnTo>
                    <a:pt x="967" y="0"/>
                  </a:lnTo>
                </a:path>
              </a:pathLst>
            </a:custGeom>
            <a:noFill/>
            <a:ln w="28575" cap="flat" cmpd="sng">
              <a:solidFill>
                <a:srgbClr val="FF0000"/>
              </a:solidFill>
              <a:prstDash val="dash"/>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9" name="Text Box 63">
              <a:extLst>
                <a:ext uri="{FF2B5EF4-FFF2-40B4-BE49-F238E27FC236}">
                  <a16:creationId xmlns:a16="http://schemas.microsoft.com/office/drawing/2014/main" id="{604F0A70-4585-C940-BDA5-31DD439A5158}"/>
                </a:ext>
              </a:extLst>
            </p:cNvPr>
            <p:cNvSpPr txBox="1">
              <a:spLocks noChangeArrowheads="1"/>
            </p:cNvSpPr>
            <p:nvPr/>
          </p:nvSpPr>
          <p:spPr bwMode="auto">
            <a:xfrm>
              <a:off x="933" y="2335"/>
              <a:ext cx="1549"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t>
              </a:r>
              <a:r>
                <a:rPr kumimoji="0" lang="en-US" altLang="en-US" sz="1800" b="0" i="1"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t,</a:t>
              </a: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packets more</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from input to output</a:t>
              </a:r>
              <a:endParaRPr kumimoji="0" lang="en-US" altLang="en-US" sz="1800" b="0" i="1"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0" name="Text Box 64">
              <a:extLst>
                <a:ext uri="{FF2B5EF4-FFF2-40B4-BE49-F238E27FC236}">
                  <a16:creationId xmlns:a16="http://schemas.microsoft.com/office/drawing/2014/main" id="{96BB623D-5AC2-324A-9F19-41604686D0B5}"/>
                </a:ext>
              </a:extLst>
            </p:cNvPr>
            <p:cNvSpPr txBox="1">
              <a:spLocks noChangeArrowheads="1"/>
            </p:cNvSpPr>
            <p:nvPr/>
          </p:nvSpPr>
          <p:spPr bwMode="auto">
            <a:xfrm>
              <a:off x="3354" y="2325"/>
              <a:ext cx="154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one packet time later</a:t>
              </a:r>
              <a:endParaRPr kumimoji="0" lang="en-US" altLang="en-US" sz="1800" b="0" i="1"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1" name="Text Box 66">
              <a:extLst>
                <a:ext uri="{FF2B5EF4-FFF2-40B4-BE49-F238E27FC236}">
                  <a16:creationId xmlns:a16="http://schemas.microsoft.com/office/drawing/2014/main" id="{7BEE8A84-29FF-8A46-80DB-4C86D5CEDC5A}"/>
                </a:ext>
              </a:extLst>
            </p:cNvPr>
            <p:cNvSpPr txBox="1">
              <a:spLocks noChangeArrowheads="1"/>
            </p:cNvSpPr>
            <p:nvPr/>
          </p:nvSpPr>
          <p:spPr bwMode="auto">
            <a:xfrm>
              <a:off x="1488" y="1545"/>
              <a:ext cx="471"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switch</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fabric</a:t>
              </a:r>
            </a:p>
          </p:txBody>
        </p:sp>
        <p:sp>
          <p:nvSpPr>
            <p:cNvPr id="122" name="Text Box 67">
              <a:extLst>
                <a:ext uri="{FF2B5EF4-FFF2-40B4-BE49-F238E27FC236}">
                  <a16:creationId xmlns:a16="http://schemas.microsoft.com/office/drawing/2014/main" id="{E29AC416-78AA-EF47-B951-CE10628CE883}"/>
                </a:ext>
              </a:extLst>
            </p:cNvPr>
            <p:cNvSpPr txBox="1">
              <a:spLocks noChangeArrowheads="1"/>
            </p:cNvSpPr>
            <p:nvPr/>
          </p:nvSpPr>
          <p:spPr bwMode="auto">
            <a:xfrm>
              <a:off x="3895" y="1479"/>
              <a:ext cx="471"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switch</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fabric</a:t>
              </a:r>
            </a:p>
          </p:txBody>
        </p:sp>
        <p:sp>
          <p:nvSpPr>
            <p:cNvPr id="123" name="Rectangle 68">
              <a:extLst>
                <a:ext uri="{FF2B5EF4-FFF2-40B4-BE49-F238E27FC236}">
                  <a16:creationId xmlns:a16="http://schemas.microsoft.com/office/drawing/2014/main" id="{EBBED845-CC7D-A448-A26A-9D83004FB163}"/>
                </a:ext>
              </a:extLst>
            </p:cNvPr>
            <p:cNvSpPr>
              <a:spLocks noChangeArrowheads="1"/>
            </p:cNvSpPr>
            <p:nvPr/>
          </p:nvSpPr>
          <p:spPr bwMode="auto">
            <a:xfrm>
              <a:off x="4746" y="972"/>
              <a:ext cx="175" cy="98"/>
            </a:xfrm>
            <a:prstGeom prst="rect">
              <a:avLst/>
            </a:prstGeom>
            <a:solidFill>
              <a:srgbClr val="FF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4" name="Rectangle 69">
              <a:extLst>
                <a:ext uri="{FF2B5EF4-FFF2-40B4-BE49-F238E27FC236}">
                  <a16:creationId xmlns:a16="http://schemas.microsoft.com/office/drawing/2014/main" id="{B9035B93-B30D-CE44-9DA1-9C70506C0C26}"/>
                </a:ext>
              </a:extLst>
            </p:cNvPr>
            <p:cNvSpPr>
              <a:spLocks noChangeArrowheads="1"/>
            </p:cNvSpPr>
            <p:nvPr/>
          </p:nvSpPr>
          <p:spPr bwMode="auto">
            <a:xfrm>
              <a:off x="4746" y="1497"/>
              <a:ext cx="175" cy="98"/>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5" name="Rectangle 70">
              <a:extLst>
                <a:ext uri="{FF2B5EF4-FFF2-40B4-BE49-F238E27FC236}">
                  <a16:creationId xmlns:a16="http://schemas.microsoft.com/office/drawing/2014/main" id="{5810B19B-3BE7-A24D-B82A-414C00ADCFDD}"/>
                </a:ext>
              </a:extLst>
            </p:cNvPr>
            <p:cNvSpPr>
              <a:spLocks noChangeArrowheads="1"/>
            </p:cNvSpPr>
            <p:nvPr/>
          </p:nvSpPr>
          <p:spPr bwMode="auto">
            <a:xfrm>
              <a:off x="4743" y="1099"/>
              <a:ext cx="175" cy="98"/>
            </a:xfrm>
            <a:prstGeom prst="rect">
              <a:avLst/>
            </a:prstGeom>
            <a:solidFill>
              <a:srgbClr val="FF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6" name="Rectangle 71">
              <a:extLst>
                <a:ext uri="{FF2B5EF4-FFF2-40B4-BE49-F238E27FC236}">
                  <a16:creationId xmlns:a16="http://schemas.microsoft.com/office/drawing/2014/main" id="{6B5B1987-5B94-E443-9D49-E20CCF048D23}"/>
                </a:ext>
              </a:extLst>
            </p:cNvPr>
            <p:cNvSpPr>
              <a:spLocks noChangeArrowheads="1"/>
            </p:cNvSpPr>
            <p:nvPr/>
          </p:nvSpPr>
          <p:spPr bwMode="auto">
            <a:xfrm>
              <a:off x="3445" y="1001"/>
              <a:ext cx="175" cy="98"/>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7" name="Rectangle 72">
              <a:extLst>
                <a:ext uri="{FF2B5EF4-FFF2-40B4-BE49-F238E27FC236}">
                  <a16:creationId xmlns:a16="http://schemas.microsoft.com/office/drawing/2014/main" id="{6534AE61-2C02-FF40-9B6B-17890769827B}"/>
                </a:ext>
              </a:extLst>
            </p:cNvPr>
            <p:cNvSpPr>
              <a:spLocks noChangeArrowheads="1"/>
            </p:cNvSpPr>
            <p:nvPr/>
          </p:nvSpPr>
          <p:spPr bwMode="auto">
            <a:xfrm>
              <a:off x="3434" y="1965"/>
              <a:ext cx="175" cy="98"/>
            </a:xfrm>
            <a:prstGeom prst="rect">
              <a:avLst/>
            </a:prstGeom>
            <a:solidFill>
              <a:srgbClr val="FF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8" name="Freeform 73">
              <a:extLst>
                <a:ext uri="{FF2B5EF4-FFF2-40B4-BE49-F238E27FC236}">
                  <a16:creationId xmlns:a16="http://schemas.microsoft.com/office/drawing/2014/main" id="{1E7AE224-FE87-FB4E-B36B-C15E6C5CA58C}"/>
                </a:ext>
              </a:extLst>
            </p:cNvPr>
            <p:cNvSpPr>
              <a:spLocks/>
            </p:cNvSpPr>
            <p:nvPr/>
          </p:nvSpPr>
          <p:spPr bwMode="auto">
            <a:xfrm>
              <a:off x="3682" y="1261"/>
              <a:ext cx="967" cy="735"/>
            </a:xfrm>
            <a:custGeom>
              <a:avLst/>
              <a:gdLst>
                <a:gd name="T0" fmla="*/ 0 w 967"/>
                <a:gd name="T1" fmla="*/ 733 h 735"/>
                <a:gd name="T2" fmla="*/ 522 w 967"/>
                <a:gd name="T3" fmla="*/ 735 h 735"/>
                <a:gd name="T4" fmla="*/ 967 w 967"/>
                <a:gd name="T5" fmla="*/ 0 h 735"/>
                <a:gd name="T6" fmla="*/ 0 60000 65536"/>
                <a:gd name="T7" fmla="*/ 0 60000 65536"/>
                <a:gd name="T8" fmla="*/ 0 60000 65536"/>
                <a:gd name="T9" fmla="*/ 0 w 967"/>
                <a:gd name="T10" fmla="*/ 0 h 735"/>
                <a:gd name="T11" fmla="*/ 967 w 967"/>
                <a:gd name="T12" fmla="*/ 735 h 735"/>
              </a:gdLst>
              <a:ahLst/>
              <a:cxnLst>
                <a:cxn ang="T6">
                  <a:pos x="T0" y="T1"/>
                </a:cxn>
                <a:cxn ang="T7">
                  <a:pos x="T2" y="T3"/>
                </a:cxn>
                <a:cxn ang="T8">
                  <a:pos x="T4" y="T5"/>
                </a:cxn>
              </a:cxnLst>
              <a:rect l="T9" t="T10" r="T11" b="T12"/>
              <a:pathLst>
                <a:path w="967" h="735">
                  <a:moveTo>
                    <a:pt x="0" y="733"/>
                  </a:moveTo>
                  <a:lnTo>
                    <a:pt x="522" y="735"/>
                  </a:lnTo>
                  <a:lnTo>
                    <a:pt x="967" y="0"/>
                  </a:lnTo>
                </a:path>
              </a:pathLst>
            </a:custGeom>
            <a:noFill/>
            <a:ln w="28575" cap="flat" cmpd="sng">
              <a:solidFill>
                <a:srgbClr val="FF0000"/>
              </a:solidFill>
              <a:prstDash val="dash"/>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9" name="Freeform 74">
              <a:extLst>
                <a:ext uri="{FF2B5EF4-FFF2-40B4-BE49-F238E27FC236}">
                  <a16:creationId xmlns:a16="http://schemas.microsoft.com/office/drawing/2014/main" id="{2CC15758-62B6-7548-9E59-821BE4E8E2DF}"/>
                </a:ext>
              </a:extLst>
            </p:cNvPr>
            <p:cNvSpPr>
              <a:spLocks/>
            </p:cNvSpPr>
            <p:nvPr/>
          </p:nvSpPr>
          <p:spPr bwMode="auto">
            <a:xfrm>
              <a:off x="3669" y="1051"/>
              <a:ext cx="988" cy="951"/>
            </a:xfrm>
            <a:custGeom>
              <a:avLst/>
              <a:gdLst>
                <a:gd name="T0" fmla="*/ 0 w 1002"/>
                <a:gd name="T1" fmla="*/ 29707 h 480"/>
                <a:gd name="T2" fmla="*/ 429 w 1002"/>
                <a:gd name="T3" fmla="*/ 0 h 480"/>
                <a:gd name="T4" fmla="*/ 822 w 1002"/>
                <a:gd name="T5" fmla="*/ 6892561 h 480"/>
                <a:gd name="T6" fmla="*/ 0 60000 65536"/>
                <a:gd name="T7" fmla="*/ 0 60000 65536"/>
                <a:gd name="T8" fmla="*/ 0 60000 65536"/>
                <a:gd name="T9" fmla="*/ 0 w 1002"/>
                <a:gd name="T10" fmla="*/ 0 h 480"/>
                <a:gd name="T11" fmla="*/ 1002 w 1002"/>
                <a:gd name="T12" fmla="*/ 480 h 480"/>
              </a:gdLst>
              <a:ahLst/>
              <a:cxnLst>
                <a:cxn ang="T6">
                  <a:pos x="T0" y="T1"/>
                </a:cxn>
                <a:cxn ang="T7">
                  <a:pos x="T2" y="T3"/>
                </a:cxn>
                <a:cxn ang="T8">
                  <a:pos x="T4" y="T5"/>
                </a:cxn>
              </a:cxnLst>
              <a:rect l="T9" t="T10" r="T11" b="T12"/>
              <a:pathLst>
                <a:path w="1002" h="480">
                  <a:moveTo>
                    <a:pt x="0" y="2"/>
                  </a:moveTo>
                  <a:lnTo>
                    <a:pt x="522" y="0"/>
                  </a:lnTo>
                  <a:lnTo>
                    <a:pt x="1002" y="480"/>
                  </a:lnTo>
                </a:path>
              </a:pathLst>
            </a:custGeom>
            <a:noFill/>
            <a:ln w="28575" cap="flat" cmpd="sng">
              <a:solidFill>
                <a:srgbClr val="008000"/>
              </a:solidFill>
              <a:prstDash val="dash"/>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0" name="Line 75">
              <a:extLst>
                <a:ext uri="{FF2B5EF4-FFF2-40B4-BE49-F238E27FC236}">
                  <a16:creationId xmlns:a16="http://schemas.microsoft.com/office/drawing/2014/main" id="{44597880-5DB3-2847-9281-A57CE0DEB824}"/>
                </a:ext>
              </a:extLst>
            </p:cNvPr>
            <p:cNvSpPr>
              <a:spLocks noChangeShapeType="1"/>
            </p:cNvSpPr>
            <p:nvPr/>
          </p:nvSpPr>
          <p:spPr bwMode="auto">
            <a:xfrm>
              <a:off x="1208" y="1545"/>
              <a:ext cx="1012" cy="14"/>
            </a:xfrm>
            <a:prstGeom prst="line">
              <a:avLst/>
            </a:prstGeom>
            <a:noFill/>
            <a:ln w="28575">
              <a:solidFill>
                <a:srgbClr val="3333CC"/>
              </a:solidFill>
              <a:prstDash val="dash"/>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1" name="Rectangle 76">
              <a:extLst>
                <a:ext uri="{FF2B5EF4-FFF2-40B4-BE49-F238E27FC236}">
                  <a16:creationId xmlns:a16="http://schemas.microsoft.com/office/drawing/2014/main" id="{55AA31C1-E06E-3A4D-9D65-59BD27F99ABB}"/>
                </a:ext>
              </a:extLst>
            </p:cNvPr>
            <p:cNvSpPr>
              <a:spLocks noChangeArrowheads="1"/>
            </p:cNvSpPr>
            <p:nvPr/>
          </p:nvSpPr>
          <p:spPr bwMode="auto">
            <a:xfrm>
              <a:off x="550" y="1010"/>
              <a:ext cx="175" cy="98"/>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2" name="Rectangle 77">
              <a:extLst>
                <a:ext uri="{FF2B5EF4-FFF2-40B4-BE49-F238E27FC236}">
                  <a16:creationId xmlns:a16="http://schemas.microsoft.com/office/drawing/2014/main" id="{57ED66FB-7C4E-D94C-9C1E-E868CE831114}"/>
                </a:ext>
              </a:extLst>
            </p:cNvPr>
            <p:cNvSpPr>
              <a:spLocks noChangeArrowheads="1"/>
            </p:cNvSpPr>
            <p:nvPr/>
          </p:nvSpPr>
          <p:spPr bwMode="auto">
            <a:xfrm>
              <a:off x="3194" y="997"/>
              <a:ext cx="175" cy="98"/>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207" name="Rectangle 3">
            <a:extLst>
              <a:ext uri="{FF2B5EF4-FFF2-40B4-BE49-F238E27FC236}">
                <a16:creationId xmlns:a16="http://schemas.microsoft.com/office/drawing/2014/main" id="{58037103-EAF8-5B49-9CFE-A0E92B794745}"/>
              </a:ext>
            </a:extLst>
          </p:cNvPr>
          <p:cNvSpPr txBox="1">
            <a:spLocks noChangeArrowheads="1"/>
          </p:cNvSpPr>
          <p:nvPr/>
        </p:nvSpPr>
        <p:spPr>
          <a:xfrm>
            <a:off x="900868" y="4672501"/>
            <a:ext cx="10057863" cy="1756434"/>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buffering when arrival rate via switch exceeds output line speed</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ＭＳ Ｐゴシック" panose="020B0600070205080204" pitchFamily="34" charset="-128"/>
              </a:rPr>
              <a:t>queueing (delay) and loss due to output port buffer overflow!</a:t>
            </a:r>
            <a:endParaRPr kumimoji="0" lang="en-US" altLang="en-US" sz="28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ＭＳ Ｐゴシック" panose="020B0600070205080204" pitchFamily="34" charset="-128"/>
            </a:endParaRPr>
          </a:p>
        </p:txBody>
      </p:sp>
      <p:sp>
        <p:nvSpPr>
          <p:cNvPr id="74" name="Slide Number Placeholder 4">
            <a:extLst>
              <a:ext uri="{FF2B5EF4-FFF2-40B4-BE49-F238E27FC236}">
                <a16:creationId xmlns:a16="http://schemas.microsoft.com/office/drawing/2014/main" id="{099ED71D-C4B2-544C-BD35-62F10A59E721}"/>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Network Layer: 4-</a:t>
            </a:r>
            <a:fld id="{C4204591-24BD-A542-B9D5-F8D8A88D2FEE}" type="slidenum">
              <a:rPr lang="en-US" smtClean="0"/>
              <a:pPr/>
              <a:t>18</a:t>
            </a:fld>
            <a:endParaRPr lang="en-US" dirty="0"/>
          </a:p>
        </p:txBody>
      </p:sp>
    </p:spTree>
    <p:extLst>
      <p:ext uri="{BB962C8B-B14F-4D97-AF65-F5344CB8AC3E}">
        <p14:creationId xmlns:p14="http://schemas.microsoft.com/office/powerpoint/2010/main" val="23860150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TotalTime>
  <Words>1236</Words>
  <Application>Microsoft Macintosh PowerPoint</Application>
  <PresentationFormat>Widescreen</PresentationFormat>
  <Paragraphs>353</Paragraphs>
  <Slides>18</Slides>
  <Notes>15</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18</vt:i4>
      </vt:variant>
    </vt:vector>
  </HeadingPairs>
  <TitlesOfParts>
    <vt:vector size="29" baseType="lpstr">
      <vt:lpstr>ＭＳ Ｐゴシック</vt:lpstr>
      <vt:lpstr>ＭＳ Ｐゴシック</vt:lpstr>
      <vt:lpstr>Arial</vt:lpstr>
      <vt:lpstr>Calibri</vt:lpstr>
      <vt:lpstr>Gill Sans MT</vt:lpstr>
      <vt:lpstr>Tahoma</vt:lpstr>
      <vt:lpstr>Times New Roman</vt:lpstr>
      <vt:lpstr>TimesLTPro</vt:lpstr>
      <vt:lpstr>Wingdings</vt:lpstr>
      <vt:lpstr>ZapfDingbats</vt:lpstr>
      <vt:lpstr>Office Theme</vt:lpstr>
      <vt:lpstr>IT694 Computer Networks Week8-Lec1</vt:lpstr>
      <vt:lpstr>Network layer: our goals</vt:lpstr>
      <vt:lpstr>What services does a Network layer provide?</vt:lpstr>
      <vt:lpstr>Protocols in the Network layer?</vt:lpstr>
      <vt:lpstr>Network service model</vt:lpstr>
      <vt:lpstr>Network-layer service model</vt:lpstr>
      <vt:lpstr>Overview - Router architecture</vt:lpstr>
      <vt:lpstr>Network layer: data plane, control plane</vt:lpstr>
      <vt:lpstr>Per-router control plane</vt:lpstr>
      <vt:lpstr>Router interfaces</vt:lpstr>
      <vt:lpstr>How Router Forwards Packets</vt:lpstr>
      <vt:lpstr>Router architecture overview</vt:lpstr>
      <vt:lpstr>Input port functions</vt:lpstr>
      <vt:lpstr>Input port functions</vt:lpstr>
      <vt:lpstr>PowerPoint Presentation</vt:lpstr>
      <vt:lpstr>Input port queuing</vt:lpstr>
      <vt:lpstr>Output port queuing</vt:lpstr>
      <vt:lpstr>Output port queuing</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Week7-Lec1</dc:title>
  <dc:creator>Microsoft Office User</dc:creator>
  <cp:lastModifiedBy>Microsoft Office User</cp:lastModifiedBy>
  <cp:revision>21</cp:revision>
  <dcterms:created xsi:type="dcterms:W3CDTF">2023-09-11T05:01:14Z</dcterms:created>
  <dcterms:modified xsi:type="dcterms:W3CDTF">2025-03-04T05:17:34Z</dcterms:modified>
</cp:coreProperties>
</file>