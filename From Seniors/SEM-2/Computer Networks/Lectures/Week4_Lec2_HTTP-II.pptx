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1083" r:id="rId3"/>
    <p:sldId id="1084" r:id="rId4"/>
    <p:sldId id="1085" r:id="rId5"/>
    <p:sldId id="1086" r:id="rId6"/>
    <p:sldId id="965" r:id="rId7"/>
    <p:sldId id="966" r:id="rId8"/>
    <p:sldId id="967" r:id="rId9"/>
    <p:sldId id="968" r:id="rId10"/>
    <p:sldId id="1008" r:id="rId11"/>
    <p:sldId id="1087" r:id="rId12"/>
    <p:sldId id="1088" r:id="rId13"/>
    <p:sldId id="1089" r:id="rId14"/>
    <p:sldId id="1090" r:id="rId15"/>
    <p:sldId id="1214" r:id="rId16"/>
    <p:sldId id="121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68"/>
    <p:restoredTop sz="96538"/>
  </p:normalViewPr>
  <p:slideViewPr>
    <p:cSldViewPr snapToGrid="0" snapToObjects="1">
      <p:cViewPr varScale="1">
        <p:scale>
          <a:sx n="112" d="100"/>
          <a:sy n="112" d="100"/>
        </p:scale>
        <p:origin x="21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6803-C671-4A49-818F-8C2DE3526CF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41297-3699-DB43-A313-86618AD8D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2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4835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4170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429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571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355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620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340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3221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543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189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re:</a:t>
            </a:r>
            <a:r>
              <a:rPr lang="en-US" baseline="0" dirty="0"/>
              <a:t> poor content providers – like in real-estate, location is everything.  servers want to be close to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2541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104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7E35-2803-7F48-9142-C92303946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1B8AA-E4B2-6849-A908-57BF0B4ED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B059E-8982-D940-9BDC-04BF8AEB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02D4-C22A-B04A-B1C9-086038357015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652D5-AF30-8B44-98B9-F74A10A0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C2E99-8BC5-3D42-ADD1-2D1F0BB8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DC7-C0AB-FB42-A745-A4488CDFC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56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2948-EC1D-4047-8BDF-20CEF9A3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EEFE8-5076-0049-9EED-AC67871A2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02DAD-303E-DA4C-AEEC-9E4115239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02D4-C22A-B04A-B1C9-086038357015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3BB1E-4607-EF4E-BB55-3C62BFD8F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80AD7-2A3D-144A-9231-7D4B74E9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DC7-C0AB-FB42-A745-A4488CDFC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76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D8A1-47D7-9944-895A-E05342B2C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F30CD-CCC6-5C42-98CC-819F08566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46952-2650-EB49-867F-07716D2E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02D4-C22A-B04A-B1C9-086038357015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D3447-9C50-264F-9772-3EF2D3D4E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FEB59-58CA-3F46-8FC5-87E77778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DC7-C0AB-FB42-A745-A4488CDFC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6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E1D7E-98F2-C44C-AC6A-11651231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72507-08B8-2B42-B161-3CD93DD186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71D58-016B-9A40-9C62-1454AE859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69082-D01A-C640-922A-F9650F283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02D4-C22A-B04A-B1C9-086038357015}" type="datetimeFigureOut">
              <a:rPr lang="en-US" smtClean="0"/>
              <a:t>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BAC30-F75B-A84E-BEE0-166B47E1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01C3D-C0CD-6643-9432-C47F093D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DC7-C0AB-FB42-A745-A4488CDFC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01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99D99-EA29-3448-A2FB-40D2F02B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F65A2-835E-784C-A36C-234A70655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05C12-90B1-774E-88E7-1E20BD0AC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DDBB50-331F-3D4F-AE63-77424AA0A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F829F4-4B4D-C942-B377-36F068AB4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58028A-1859-1243-B928-9B5FC8201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02D4-C22A-B04A-B1C9-086038357015}" type="datetimeFigureOut">
              <a:rPr lang="en-US" smtClean="0"/>
              <a:t>1/22/25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DB312E-6937-784C-805E-F531451B4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087BFF-A639-8449-80DA-EBE9081C3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DC7-C0AB-FB42-A745-A4488CDFC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643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6E79-EDE8-DF48-8BA9-2F6E542EC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26F341-19D2-3E4E-B558-928FFBF4B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02D4-C22A-B04A-B1C9-086038357015}" type="datetimeFigureOut">
              <a:rPr lang="en-US" smtClean="0"/>
              <a:t>1/22/25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4FCF3-1F8D-414D-896B-78BEEE26F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40139-4FA1-E048-84B2-958912296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DC7-C0AB-FB42-A745-A4488CDFC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59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C907C4-5614-1045-B3AD-6BAFA25AC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02D4-C22A-B04A-B1C9-086038357015}" type="datetimeFigureOut">
              <a:rPr lang="en-US" smtClean="0"/>
              <a:t>1/22/25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787759-9B9F-5443-9815-A553D7CE7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8A1B8-3DAF-5B4A-99B2-617463B98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DC7-C0AB-FB42-A745-A4488CDFC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75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3996A-85C2-4D49-955B-6003F48D6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56124-D80C-7A4F-AC85-2061DFF73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C631C-DF62-8B47-9ACE-499F1B235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E39F5-AA96-7644-AEAB-453CAEE9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02D4-C22A-B04A-B1C9-086038357015}" type="datetimeFigureOut">
              <a:rPr lang="en-US" smtClean="0"/>
              <a:t>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78F9B-648F-CA45-BC41-813C5D209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F020C-49F2-5949-A66D-A85CC77D9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DC7-C0AB-FB42-A745-A4488CDFC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46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5CD0E-0DBE-9A4A-A7AA-789FFE140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07C26-21F4-9F40-BE3F-7D1F0246A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3A033-E1A5-A141-816B-0E400B480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30952-7351-8047-BDE1-41D0D6F01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02D4-C22A-B04A-B1C9-086038357015}" type="datetimeFigureOut">
              <a:rPr lang="en-US" smtClean="0"/>
              <a:t>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E3AF5-9D2C-A046-9587-D98BE23EB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38310-7F67-E54B-9937-1B25FCEA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DC7-C0AB-FB42-A745-A4488CDFC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16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52F4-55F3-6746-8928-251260013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23032-BC04-3D48-BD3C-F0CE573AD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14836-8B00-B14C-AD18-B7EEA73C2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02D4-C22A-B04A-B1C9-086038357015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EA15B-1684-9E44-828F-AE981C61E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E90D5-E4B8-9542-B737-3885487C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DC7-C0AB-FB42-A745-A4488CDFC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61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186344-AE0F-D543-BEB1-B26874FC53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D01F46-C3C8-054C-A159-ED33C6BF0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1340F-5497-4643-8696-2C7FD364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02D4-C22A-B04A-B1C9-086038357015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F8407-FB2F-9948-9F18-89B5ACE4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636CB-4DA9-A84F-BF3E-A236B51B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ADC7-C0AB-FB42-A745-A4488CDFC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71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92A4B7-5613-9A41-85F8-6645C35C4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3516C-6DEC-864C-BA4A-B958E75DD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2BE4B-5EB3-7449-B6BA-C7045E37C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E02D4-C22A-B04A-B1C9-086038357015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17EF0-5A1F-E041-A5D1-85F3CF33C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A0345-C901-B54E-AE9B-AB8400ECC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BADC7-C0AB-FB42-A745-A4488CDFC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84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A7D7563-094E-8F49-A9B8-6B683C609F85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IT694 </a:t>
            </a:r>
          </a:p>
          <a:p>
            <a:r>
              <a:rPr lang="en-US" dirty="0"/>
              <a:t>Computer Networks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D98DB92-DF04-3C4E-9A6F-6B6BACE74347}"/>
              </a:ext>
            </a:extLst>
          </p:cNvPr>
          <p:cNvSpPr txBox="1">
            <a:spLocks/>
          </p:cNvSpPr>
          <p:nvPr/>
        </p:nvSpPr>
        <p:spPr>
          <a:xfrm>
            <a:off x="1676400" y="37544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Week4_Lec2_HTTP-II</a:t>
            </a:r>
          </a:p>
        </p:txBody>
      </p:sp>
    </p:spTree>
    <p:extLst>
      <p:ext uri="{BB962C8B-B14F-4D97-AF65-F5344CB8AC3E}">
        <p14:creationId xmlns:p14="http://schemas.microsoft.com/office/powerpoint/2010/main" val="949712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635EFC9-A521-0240-B257-CD458B330808}"/>
              </a:ext>
            </a:extLst>
          </p:cNvPr>
          <p:cNvSpPr txBox="1">
            <a:spLocks noChangeArrowheads="1"/>
          </p:cNvSpPr>
          <p:nvPr/>
        </p:nvSpPr>
        <p:spPr>
          <a:xfrm>
            <a:off x="751523" y="1368109"/>
            <a:ext cx="5877880" cy="483674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Recall:  HTTP GET/response interaction is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stateless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tracking “state” of multi-step exchange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all HTTP requests are independent of each other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need for client/server to “recover” from a partially-completed-but-never-completely-completed transaction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1F961A-6387-0345-9591-6D8E9EDB9801}"/>
              </a:ext>
            </a:extLst>
          </p:cNvPr>
          <p:cNvSpPr txBox="1"/>
          <p:nvPr/>
        </p:nvSpPr>
        <p:spPr>
          <a:xfrm>
            <a:off x="7777183" y="1266045"/>
            <a:ext cx="3347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stateful protocol: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 makes two changes to X, or none at all</a:t>
            </a: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E1896121-77D8-FD42-BC74-F51FD18D8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1743" y="2818375"/>
            <a:ext cx="0" cy="28321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7668C468-5627-F641-A1D5-CCCD71D47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2430" y="2812025"/>
            <a:ext cx="0" cy="2881312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 Box 37">
            <a:extLst>
              <a:ext uri="{FF2B5EF4-FFF2-40B4-BE49-F238E27FC236}">
                <a16:creationId xmlns:a16="http://schemas.microsoft.com/office/drawing/2014/main" id="{4D29A06D-1A18-BA46-8999-A8C319B06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318" y="5664762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35" name="Text Box 38">
            <a:extLst>
              <a:ext uri="{FF2B5EF4-FFF2-40B4-BE49-F238E27FC236}">
                <a16:creationId xmlns:a16="http://schemas.microsoft.com/office/drawing/2014/main" id="{27466D26-729A-A04F-8FFC-34F73F8EF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4305" y="5647300"/>
            <a:ext cx="5196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grpSp>
        <p:nvGrpSpPr>
          <p:cNvPr id="36" name="Group 43">
            <a:extLst>
              <a:ext uri="{FF2B5EF4-FFF2-40B4-BE49-F238E27FC236}">
                <a16:creationId xmlns:a16="http://schemas.microsoft.com/office/drawing/2014/main" id="{FAE9785A-4169-E940-B94F-671A4AB9F406}"/>
              </a:ext>
            </a:extLst>
          </p:cNvPr>
          <p:cNvGrpSpPr>
            <a:grpSpLocks/>
          </p:cNvGrpSpPr>
          <p:nvPr/>
        </p:nvGrpSpPr>
        <p:grpSpPr bwMode="auto">
          <a:xfrm>
            <a:off x="9702405" y="2045262"/>
            <a:ext cx="423863" cy="684213"/>
            <a:chOff x="4140" y="429"/>
            <a:chExt cx="1425" cy="2396"/>
          </a:xfrm>
        </p:grpSpPr>
        <p:sp>
          <p:nvSpPr>
            <p:cNvPr id="37" name="Freeform 44">
              <a:extLst>
                <a:ext uri="{FF2B5EF4-FFF2-40B4-BE49-F238E27FC236}">
                  <a16:creationId xmlns:a16="http://schemas.microsoft.com/office/drawing/2014/main" id="{6CED6B20-429D-A742-A5A8-C560D2273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Rectangle 45">
              <a:extLst>
                <a:ext uri="{FF2B5EF4-FFF2-40B4-BE49-F238E27FC236}">
                  <a16:creationId xmlns:a16="http://schemas.microsoft.com/office/drawing/2014/main" id="{3217673F-28F2-7F49-B23F-A3ED64A05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" name="Freeform 46">
              <a:extLst>
                <a:ext uri="{FF2B5EF4-FFF2-40B4-BE49-F238E27FC236}">
                  <a16:creationId xmlns:a16="http://schemas.microsoft.com/office/drawing/2014/main" id="{2C8F4947-7476-8140-9308-A091DA125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reeform 47">
              <a:extLst>
                <a:ext uri="{FF2B5EF4-FFF2-40B4-BE49-F238E27FC236}">
                  <a16:creationId xmlns:a16="http://schemas.microsoft.com/office/drawing/2014/main" id="{C324215D-D2F8-D640-866A-AD06AEA38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8">
              <a:extLst>
                <a:ext uri="{FF2B5EF4-FFF2-40B4-BE49-F238E27FC236}">
                  <a16:creationId xmlns:a16="http://schemas.microsoft.com/office/drawing/2014/main" id="{AF16B93D-625D-BF47-B9C3-3122406F6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2" name="Group 49">
              <a:extLst>
                <a:ext uri="{FF2B5EF4-FFF2-40B4-BE49-F238E27FC236}">
                  <a16:creationId xmlns:a16="http://schemas.microsoft.com/office/drawing/2014/main" id="{E5823F1D-E46B-E542-BA9A-BE7B2ADB2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7" name="AutoShape 50">
                <a:extLst>
                  <a:ext uri="{FF2B5EF4-FFF2-40B4-BE49-F238E27FC236}">
                    <a16:creationId xmlns:a16="http://schemas.microsoft.com/office/drawing/2014/main" id="{5EDFB4BA-9ECC-1D4B-9DE1-6892D81BD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8" name="AutoShape 51">
                <a:extLst>
                  <a:ext uri="{FF2B5EF4-FFF2-40B4-BE49-F238E27FC236}">
                    <a16:creationId xmlns:a16="http://schemas.microsoft.com/office/drawing/2014/main" id="{322B0365-5AB5-FB41-8CFB-D0A89CDC6C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" name="Rectangle 52">
              <a:extLst>
                <a:ext uri="{FF2B5EF4-FFF2-40B4-BE49-F238E27FC236}">
                  <a16:creationId xmlns:a16="http://schemas.microsoft.com/office/drawing/2014/main" id="{29C26A51-8119-1C45-B765-0A6FDC420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" name="Group 53">
              <a:extLst>
                <a:ext uri="{FF2B5EF4-FFF2-40B4-BE49-F238E27FC236}">
                  <a16:creationId xmlns:a16="http://schemas.microsoft.com/office/drawing/2014/main" id="{A0E07450-02B5-944A-993E-ED4E720D6C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5" name="AutoShape 54">
                <a:extLst>
                  <a:ext uri="{FF2B5EF4-FFF2-40B4-BE49-F238E27FC236}">
                    <a16:creationId xmlns:a16="http://schemas.microsoft.com/office/drawing/2014/main" id="{B895EECE-8814-364B-ABEF-BDFDB5B69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6" name="AutoShape 55">
                <a:extLst>
                  <a:ext uri="{FF2B5EF4-FFF2-40B4-BE49-F238E27FC236}">
                    <a16:creationId xmlns:a16="http://schemas.microsoft.com/office/drawing/2014/main" id="{19862CEA-43CD-F949-9939-14C77DA0F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5" name="Rectangle 56">
              <a:extLst>
                <a:ext uri="{FF2B5EF4-FFF2-40B4-BE49-F238E27FC236}">
                  <a16:creationId xmlns:a16="http://schemas.microsoft.com/office/drawing/2014/main" id="{AF3B098B-3C77-8047-942A-938B768EC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Rectangle 57">
              <a:extLst>
                <a:ext uri="{FF2B5EF4-FFF2-40B4-BE49-F238E27FC236}">
                  <a16:creationId xmlns:a16="http://schemas.microsoft.com/office/drawing/2014/main" id="{B55EF1A5-9C91-874D-A21C-9283813B9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7" name="Group 58">
              <a:extLst>
                <a:ext uri="{FF2B5EF4-FFF2-40B4-BE49-F238E27FC236}">
                  <a16:creationId xmlns:a16="http://schemas.microsoft.com/office/drawing/2014/main" id="{4BE447F1-4065-604D-9C52-935316AF90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3" name="AutoShape 59">
                <a:extLst>
                  <a:ext uri="{FF2B5EF4-FFF2-40B4-BE49-F238E27FC236}">
                    <a16:creationId xmlns:a16="http://schemas.microsoft.com/office/drawing/2014/main" id="{B6AF28E0-3DFD-B648-BA8B-C954368CED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4" name="AutoShape 60">
                <a:extLst>
                  <a:ext uri="{FF2B5EF4-FFF2-40B4-BE49-F238E27FC236}">
                    <a16:creationId xmlns:a16="http://schemas.microsoft.com/office/drawing/2014/main" id="{CD352178-7C9F-9247-ADEE-3A9C5EEDD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8" name="Freeform 61">
              <a:extLst>
                <a:ext uri="{FF2B5EF4-FFF2-40B4-BE49-F238E27FC236}">
                  <a16:creationId xmlns:a16="http://schemas.microsoft.com/office/drawing/2014/main" id="{167E2C73-34F7-5443-B80D-3E31BC266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49" name="Group 62">
              <a:extLst>
                <a:ext uri="{FF2B5EF4-FFF2-40B4-BE49-F238E27FC236}">
                  <a16:creationId xmlns:a16="http://schemas.microsoft.com/office/drawing/2014/main" id="{FD3C1C1A-4BE2-8A4D-B7D1-6FE82CCD5E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1" name="AutoShape 63">
                <a:extLst>
                  <a:ext uri="{FF2B5EF4-FFF2-40B4-BE49-F238E27FC236}">
                    <a16:creationId xmlns:a16="http://schemas.microsoft.com/office/drawing/2014/main" id="{37F891D2-79F1-BA40-9E94-2CB7F92C3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2" name="AutoShape 64">
                <a:extLst>
                  <a:ext uri="{FF2B5EF4-FFF2-40B4-BE49-F238E27FC236}">
                    <a16:creationId xmlns:a16="http://schemas.microsoft.com/office/drawing/2014/main" id="{A6F14F93-50F0-1D44-A328-C58C4810E5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0" name="Rectangle 65">
              <a:extLst>
                <a:ext uri="{FF2B5EF4-FFF2-40B4-BE49-F238E27FC236}">
                  <a16:creationId xmlns:a16="http://schemas.microsoft.com/office/drawing/2014/main" id="{002C4B61-E0A4-9947-A2B8-C5E4A183D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Freeform 66">
              <a:extLst>
                <a:ext uri="{FF2B5EF4-FFF2-40B4-BE49-F238E27FC236}">
                  <a16:creationId xmlns:a16="http://schemas.microsoft.com/office/drawing/2014/main" id="{03750C04-4651-264E-A820-846CC991E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Freeform 67">
              <a:extLst>
                <a:ext uri="{FF2B5EF4-FFF2-40B4-BE49-F238E27FC236}">
                  <a16:creationId xmlns:a16="http://schemas.microsoft.com/office/drawing/2014/main" id="{8FAC3F30-F8EF-E042-AB16-84DEBD8CD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Oval 68">
              <a:extLst>
                <a:ext uri="{FF2B5EF4-FFF2-40B4-BE49-F238E27FC236}">
                  <a16:creationId xmlns:a16="http://schemas.microsoft.com/office/drawing/2014/main" id="{0AC7D83A-6568-AE4B-9387-52663F18F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" name="Freeform 69">
              <a:extLst>
                <a:ext uri="{FF2B5EF4-FFF2-40B4-BE49-F238E27FC236}">
                  <a16:creationId xmlns:a16="http://schemas.microsoft.com/office/drawing/2014/main" id="{1F36BF90-AD45-4E43-863B-F7093519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AutoShape 70">
              <a:extLst>
                <a:ext uri="{FF2B5EF4-FFF2-40B4-BE49-F238E27FC236}">
                  <a16:creationId xmlns:a16="http://schemas.microsoft.com/office/drawing/2014/main" id="{F5B54DD4-D0E2-AF41-9405-9DCDB2D7E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6" name="AutoShape 71">
              <a:extLst>
                <a:ext uri="{FF2B5EF4-FFF2-40B4-BE49-F238E27FC236}">
                  <a16:creationId xmlns:a16="http://schemas.microsoft.com/office/drawing/2014/main" id="{23D73537-49F7-C342-B924-696A08B3B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" name="Oval 72">
              <a:extLst>
                <a:ext uri="{FF2B5EF4-FFF2-40B4-BE49-F238E27FC236}">
                  <a16:creationId xmlns:a16="http://schemas.microsoft.com/office/drawing/2014/main" id="{BC45042D-B8F2-A44D-9D8F-FC3BBA5D9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Oval 73">
              <a:extLst>
                <a:ext uri="{FF2B5EF4-FFF2-40B4-BE49-F238E27FC236}">
                  <a16:creationId xmlns:a16="http://schemas.microsoft.com/office/drawing/2014/main" id="{B9F22805-FC3E-6544-AABA-20E89AF95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9" name="Oval 74">
              <a:extLst>
                <a:ext uri="{FF2B5EF4-FFF2-40B4-BE49-F238E27FC236}">
                  <a16:creationId xmlns:a16="http://schemas.microsoft.com/office/drawing/2014/main" id="{EB68854B-BAC2-D941-B3A2-A5819DC3E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" name="Rectangle 75">
              <a:extLst>
                <a:ext uri="{FF2B5EF4-FFF2-40B4-BE49-F238E27FC236}">
                  <a16:creationId xmlns:a16="http://schemas.microsoft.com/office/drawing/2014/main" id="{D02DEB6D-1661-D243-AA4D-D82ACE64A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9" name="Group 76">
            <a:extLst>
              <a:ext uri="{FF2B5EF4-FFF2-40B4-BE49-F238E27FC236}">
                <a16:creationId xmlns:a16="http://schemas.microsoft.com/office/drawing/2014/main" id="{DCF55C78-47F8-BB4D-B7DC-932793317724}"/>
              </a:ext>
            </a:extLst>
          </p:cNvPr>
          <p:cNvGrpSpPr>
            <a:grpSpLocks/>
          </p:cNvGrpSpPr>
          <p:nvPr/>
        </p:nvGrpSpPr>
        <p:grpSpPr bwMode="auto">
          <a:xfrm>
            <a:off x="7700568" y="2067487"/>
            <a:ext cx="698500" cy="709613"/>
            <a:chOff x="-44" y="1473"/>
            <a:chExt cx="981" cy="1105"/>
          </a:xfrm>
        </p:grpSpPr>
        <p:pic>
          <p:nvPicPr>
            <p:cNvPr id="70" name="Picture 77" descr="desktop_computer_stylized_medium">
              <a:extLst>
                <a:ext uri="{FF2B5EF4-FFF2-40B4-BE49-F238E27FC236}">
                  <a16:creationId xmlns:a16="http://schemas.microsoft.com/office/drawing/2014/main" id="{DA88C7F5-3379-274A-B44E-AF12E56C27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78">
              <a:extLst>
                <a:ext uri="{FF2B5EF4-FFF2-40B4-BE49-F238E27FC236}">
                  <a16:creationId xmlns:a16="http://schemas.microsoft.com/office/drawing/2014/main" id="{FAA003F1-DCEB-8040-A71C-4C8DD7155D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2F7DE24-824D-8B4E-BB5F-5FEDF024EC8E}"/>
              </a:ext>
            </a:extLst>
          </p:cNvPr>
          <p:cNvGrpSpPr/>
          <p:nvPr/>
        </p:nvGrpSpPr>
        <p:grpSpPr>
          <a:xfrm>
            <a:off x="8211743" y="3942941"/>
            <a:ext cx="1673225" cy="337184"/>
            <a:chOff x="8211743" y="3942941"/>
            <a:chExt cx="1673225" cy="337184"/>
          </a:xfrm>
        </p:grpSpPr>
        <p:sp>
          <p:nvSpPr>
            <p:cNvPr id="77" name="Line 18">
              <a:extLst>
                <a:ext uri="{FF2B5EF4-FFF2-40B4-BE49-F238E27FC236}">
                  <a16:creationId xmlns:a16="http://schemas.microsoft.com/office/drawing/2014/main" id="{3D07B504-4294-484D-A15A-873F55BFA7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1743" y="3942941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C44DF33-D418-CB41-BFC5-96705F979CCC}"/>
                </a:ext>
              </a:extLst>
            </p:cNvPr>
            <p:cNvSpPr txBox="1"/>
            <p:nvPr/>
          </p:nvSpPr>
          <p:spPr>
            <a:xfrm rot="21106037">
              <a:off x="9382305" y="3972348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C6582D8-E5C3-E94C-91FA-DD082657187F}"/>
              </a:ext>
            </a:extLst>
          </p:cNvPr>
          <p:cNvGrpSpPr/>
          <p:nvPr/>
        </p:nvGrpSpPr>
        <p:grpSpPr>
          <a:xfrm>
            <a:off x="8220565" y="4654247"/>
            <a:ext cx="1673225" cy="307777"/>
            <a:chOff x="8220565" y="4654247"/>
            <a:chExt cx="1673225" cy="307777"/>
          </a:xfrm>
        </p:grpSpPr>
        <p:sp>
          <p:nvSpPr>
            <p:cNvPr id="82" name="Line 18">
              <a:extLst>
                <a:ext uri="{FF2B5EF4-FFF2-40B4-BE49-F238E27FC236}">
                  <a16:creationId xmlns:a16="http://schemas.microsoft.com/office/drawing/2014/main" id="{4C9BF12C-724F-3C4B-9FC7-C0EB274091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20565" y="4655320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F7DB85B-1569-344D-AC0D-B969F2CD0B87}"/>
                </a:ext>
              </a:extLst>
            </p:cNvPr>
            <p:cNvSpPr txBox="1"/>
            <p:nvPr/>
          </p:nvSpPr>
          <p:spPr>
            <a:xfrm rot="21106037">
              <a:off x="9360647" y="4654247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AAF2513-9DD5-1A4B-B41D-1AFE8BDB247D}"/>
              </a:ext>
            </a:extLst>
          </p:cNvPr>
          <p:cNvGrpSpPr/>
          <p:nvPr/>
        </p:nvGrpSpPr>
        <p:grpSpPr>
          <a:xfrm>
            <a:off x="8226030" y="4881121"/>
            <a:ext cx="1684338" cy="344172"/>
            <a:chOff x="8226030" y="4881121"/>
            <a:chExt cx="1684338" cy="344172"/>
          </a:xfrm>
        </p:grpSpPr>
        <p:sp>
          <p:nvSpPr>
            <p:cNvPr id="86" name="Line 17">
              <a:extLst>
                <a:ext uri="{FF2B5EF4-FFF2-40B4-BE49-F238E27FC236}">
                  <a16:creationId xmlns:a16="http://schemas.microsoft.com/office/drawing/2014/main" id="{33143F67-A599-EE4C-988D-1E52584BC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6030" y="4990711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F421034-4844-1843-9EDF-80D2D2191FFC}"/>
                </a:ext>
              </a:extLst>
            </p:cNvPr>
            <p:cNvSpPr txBox="1"/>
            <p:nvPr/>
          </p:nvSpPr>
          <p:spPr>
            <a:xfrm rot="460210">
              <a:off x="8601378" y="4881121"/>
              <a:ext cx="11269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unlock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2E6B42D-EC51-CD42-8E76-639F17FF9C82}"/>
              </a:ext>
            </a:extLst>
          </p:cNvPr>
          <p:cNvGrpSpPr/>
          <p:nvPr/>
        </p:nvGrpSpPr>
        <p:grpSpPr>
          <a:xfrm>
            <a:off x="8211743" y="5253900"/>
            <a:ext cx="1673225" cy="336684"/>
            <a:chOff x="8211743" y="5253900"/>
            <a:chExt cx="1673225" cy="336684"/>
          </a:xfrm>
        </p:grpSpPr>
        <p:sp>
          <p:nvSpPr>
            <p:cNvPr id="87" name="Line 18">
              <a:extLst>
                <a:ext uri="{FF2B5EF4-FFF2-40B4-BE49-F238E27FC236}">
                  <a16:creationId xmlns:a16="http://schemas.microsoft.com/office/drawing/2014/main" id="{981C6A97-493C-1541-8F46-FB6401EE6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1743" y="5253900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E6BC057-143C-EA4C-9758-617A540239BE}"/>
                </a:ext>
              </a:extLst>
            </p:cNvPr>
            <p:cNvSpPr txBox="1"/>
            <p:nvPr/>
          </p:nvSpPr>
          <p:spPr>
            <a:xfrm rot="21106037">
              <a:off x="9373746" y="5282807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12585BB-270F-6343-8338-140BA89C7E52}"/>
              </a:ext>
            </a:extLst>
          </p:cNvPr>
          <p:cNvGrpSpPr/>
          <p:nvPr/>
        </p:nvGrpSpPr>
        <p:grpSpPr>
          <a:xfrm>
            <a:off x="8226030" y="3575737"/>
            <a:ext cx="1696234" cy="338597"/>
            <a:chOff x="8226030" y="3575737"/>
            <a:chExt cx="1696234" cy="338597"/>
          </a:xfrm>
        </p:grpSpPr>
        <p:sp>
          <p:nvSpPr>
            <p:cNvPr id="76" name="Line 17">
              <a:extLst>
                <a:ext uri="{FF2B5EF4-FFF2-40B4-BE49-F238E27FC236}">
                  <a16:creationId xmlns:a16="http://schemas.microsoft.com/office/drawing/2014/main" id="{06976B72-BDF3-7C48-82E3-924EF74F5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6030" y="3679752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7D38CDC-448B-6D46-8D67-92FCAC24452A}"/>
                </a:ext>
              </a:extLst>
            </p:cNvPr>
            <p:cNvSpPr txBox="1"/>
            <p:nvPr/>
          </p:nvSpPr>
          <p:spPr>
            <a:xfrm rot="460210">
              <a:off x="8589335" y="3575737"/>
              <a:ext cx="13329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update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      X’</a:t>
              </a: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196C1467-1B22-FD48-8EA3-AAA9DBA798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31367" y="3750644"/>
              <a:ext cx="221806" cy="28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BE549BD-AAEC-8444-851F-3374194952CD}"/>
              </a:ext>
            </a:extLst>
          </p:cNvPr>
          <p:cNvGrpSpPr/>
          <p:nvPr/>
        </p:nvGrpSpPr>
        <p:grpSpPr>
          <a:xfrm>
            <a:off x="8234852" y="4259764"/>
            <a:ext cx="1684338" cy="366949"/>
            <a:chOff x="8234852" y="4259764"/>
            <a:chExt cx="1684338" cy="366949"/>
          </a:xfrm>
        </p:grpSpPr>
        <p:sp>
          <p:nvSpPr>
            <p:cNvPr id="81" name="Line 17">
              <a:extLst>
                <a:ext uri="{FF2B5EF4-FFF2-40B4-BE49-F238E27FC236}">
                  <a16:creationId xmlns:a16="http://schemas.microsoft.com/office/drawing/2014/main" id="{BD9CD2B5-5BAD-F64E-ABCA-CBF632B90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4852" y="4392131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C94E783-4022-4840-9168-04845DD3C6E1}"/>
                </a:ext>
              </a:extLst>
            </p:cNvPr>
            <p:cNvSpPr txBox="1"/>
            <p:nvPr/>
          </p:nvSpPr>
          <p:spPr>
            <a:xfrm rot="460210">
              <a:off x="8600615" y="4259764"/>
              <a:ext cx="12570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update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      X’’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E91273DD-2DB7-7D46-A38E-BB2C165693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39955" y="4436145"/>
              <a:ext cx="221806" cy="28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7AF7376-17A3-D741-91E5-0D8534607D08}"/>
              </a:ext>
            </a:extLst>
          </p:cNvPr>
          <p:cNvGrpSpPr/>
          <p:nvPr/>
        </p:nvGrpSpPr>
        <p:grpSpPr>
          <a:xfrm>
            <a:off x="8226030" y="2820539"/>
            <a:ext cx="1684338" cy="362594"/>
            <a:chOff x="8226030" y="2820539"/>
            <a:chExt cx="1684338" cy="36259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770E437-30BF-E34D-A36A-B1465B8979C1}"/>
                </a:ext>
              </a:extLst>
            </p:cNvPr>
            <p:cNvSpPr txBox="1"/>
            <p:nvPr/>
          </p:nvSpPr>
          <p:spPr>
            <a:xfrm rot="460210">
              <a:off x="8283881" y="2820539"/>
              <a:ext cx="15606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lock data record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226EF0C1-2237-8E46-AB56-8D689EE5C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6030" y="2948551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D140EC4-5DA8-F040-BC23-C3A90A90AE49}"/>
              </a:ext>
            </a:extLst>
          </p:cNvPr>
          <p:cNvGrpSpPr/>
          <p:nvPr/>
        </p:nvGrpSpPr>
        <p:grpSpPr>
          <a:xfrm>
            <a:off x="8211743" y="3211740"/>
            <a:ext cx="1673225" cy="326272"/>
            <a:chOff x="8211743" y="3211740"/>
            <a:chExt cx="1673225" cy="326272"/>
          </a:xfrm>
        </p:grpSpPr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C78912E7-84E1-824B-B855-60DAC36E52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1743" y="3211740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39CDE70-7C81-BB40-B7E7-D376841A3505}"/>
                </a:ext>
              </a:extLst>
            </p:cNvPr>
            <p:cNvSpPr txBox="1"/>
            <p:nvPr/>
          </p:nvSpPr>
          <p:spPr>
            <a:xfrm rot="21106037">
              <a:off x="9368027" y="3230235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FE3FF41-4F60-4C4F-85AB-4CC4494FF63A}"/>
              </a:ext>
            </a:extLst>
          </p:cNvPr>
          <p:cNvGrpSpPr/>
          <p:nvPr/>
        </p:nvGrpSpPr>
        <p:grpSpPr>
          <a:xfrm>
            <a:off x="10136156" y="2957082"/>
            <a:ext cx="522425" cy="400110"/>
            <a:chOff x="10136156" y="2957082"/>
            <a:chExt cx="522425" cy="400110"/>
          </a:xfrm>
        </p:grpSpPr>
        <p:sp>
          <p:nvSpPr>
            <p:cNvPr id="91" name="AutoShape 327">
              <a:extLst>
                <a:ext uri="{FF2B5EF4-FFF2-40B4-BE49-F238E27FC236}">
                  <a16:creationId xmlns:a16="http://schemas.microsoft.com/office/drawing/2014/main" id="{819E3430-D00B-DE4A-BF76-DA4F707FA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A7AE3A8-B4B7-5D45-9040-2EECD223536E}"/>
                </a:ext>
              </a:extLst>
            </p:cNvPr>
            <p:cNvSpPr txBox="1"/>
            <p:nvPr/>
          </p:nvSpPr>
          <p:spPr>
            <a:xfrm>
              <a:off x="10364121" y="3049415"/>
              <a:ext cx="294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</a:t>
              </a:r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E64171ED-8243-0748-A18D-E9E66AB8C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</p:spPr>
        </p:pic>
      </p:grpSp>
      <p:sp>
        <p:nvSpPr>
          <p:cNvPr id="102" name="AutoShape 327">
            <a:extLst>
              <a:ext uri="{FF2B5EF4-FFF2-40B4-BE49-F238E27FC236}">
                <a16:creationId xmlns:a16="http://schemas.microsoft.com/office/drawing/2014/main" id="{94D2C5FA-36D2-234A-8CDE-D9DE43DC6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7378" y="2195369"/>
            <a:ext cx="510086" cy="400110"/>
          </a:xfrm>
          <a:prstGeom prst="can">
            <a:avLst>
              <a:gd name="adj" fmla="val 31004"/>
            </a:avLst>
          </a:prstGeom>
          <a:gradFill rotWithShape="1">
            <a:gsLst>
              <a:gs pos="0">
                <a:schemeClr val="accent5">
                  <a:lumMod val="75000"/>
                </a:schemeClr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E67923B-2554-D94F-98BF-5970F66E0A80}"/>
              </a:ext>
            </a:extLst>
          </p:cNvPr>
          <p:cNvSpPr txBox="1"/>
          <p:nvPr/>
        </p:nvSpPr>
        <p:spPr>
          <a:xfrm>
            <a:off x="10383166" y="2287702"/>
            <a:ext cx="294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B5B74FE-39C8-5B43-9432-6DE5518154FD}"/>
              </a:ext>
            </a:extLst>
          </p:cNvPr>
          <p:cNvGrpSpPr/>
          <p:nvPr/>
        </p:nvGrpSpPr>
        <p:grpSpPr>
          <a:xfrm>
            <a:off x="10132163" y="3702128"/>
            <a:ext cx="592569" cy="400110"/>
            <a:chOff x="10136156" y="2957082"/>
            <a:chExt cx="592569" cy="400110"/>
          </a:xfrm>
        </p:grpSpPr>
        <p:sp>
          <p:nvSpPr>
            <p:cNvPr id="107" name="AutoShape 327">
              <a:extLst>
                <a:ext uri="{FF2B5EF4-FFF2-40B4-BE49-F238E27FC236}">
                  <a16:creationId xmlns:a16="http://schemas.microsoft.com/office/drawing/2014/main" id="{8B16F450-5DEA-8B45-B210-945CA6750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2167ECA-B9B2-4E40-82B0-9F43976F24FE}"/>
                </a:ext>
              </a:extLst>
            </p:cNvPr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X’</a:t>
              </a:r>
            </a:p>
          </p:txBody>
        </p: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06DE726C-08C5-5346-B762-9B140BCB8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</p:spPr>
        </p:pic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E55A0D6-71A5-1D45-8A52-331867F92A1A}"/>
              </a:ext>
            </a:extLst>
          </p:cNvPr>
          <p:cNvGrpSpPr/>
          <p:nvPr/>
        </p:nvGrpSpPr>
        <p:grpSpPr>
          <a:xfrm>
            <a:off x="10128170" y="4447174"/>
            <a:ext cx="592569" cy="400110"/>
            <a:chOff x="10136156" y="2957082"/>
            <a:chExt cx="592569" cy="400110"/>
          </a:xfrm>
        </p:grpSpPr>
        <p:sp>
          <p:nvSpPr>
            <p:cNvPr id="111" name="AutoShape 327">
              <a:extLst>
                <a:ext uri="{FF2B5EF4-FFF2-40B4-BE49-F238E27FC236}">
                  <a16:creationId xmlns:a16="http://schemas.microsoft.com/office/drawing/2014/main" id="{AD90F81E-B5AA-6341-8460-5E051080A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02956FF-BB8D-6149-9012-24692DD7049D}"/>
                </a:ext>
              </a:extLst>
            </p:cNvPr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X’’</a:t>
              </a:r>
            </a:p>
          </p:txBody>
        </p:sp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7E37BA2D-D932-D14B-9FD2-5FE1BA0B7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</p:spPr>
        </p:pic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EB7CAB0-F376-054D-A184-1987E69E5578}"/>
              </a:ext>
            </a:extLst>
          </p:cNvPr>
          <p:cNvGrpSpPr/>
          <p:nvPr/>
        </p:nvGrpSpPr>
        <p:grpSpPr>
          <a:xfrm>
            <a:off x="10126354" y="5192220"/>
            <a:ext cx="726072" cy="400110"/>
            <a:chOff x="10138333" y="2957082"/>
            <a:chExt cx="726072" cy="400110"/>
          </a:xfrm>
        </p:grpSpPr>
        <p:sp>
          <p:nvSpPr>
            <p:cNvPr id="115" name="AutoShape 327">
              <a:extLst>
                <a:ext uri="{FF2B5EF4-FFF2-40B4-BE49-F238E27FC236}">
                  <a16:creationId xmlns:a16="http://schemas.microsoft.com/office/drawing/2014/main" id="{0D7E10F2-D009-F14B-82D2-F08AB2218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7935EAA-1BE1-5D4A-BB6F-A7C69F071ADD}"/>
                </a:ext>
              </a:extLst>
            </p:cNvPr>
            <p:cNvSpPr txBox="1"/>
            <p:nvPr/>
          </p:nvSpPr>
          <p:spPr>
            <a:xfrm>
              <a:off x="10364121" y="3049415"/>
              <a:ext cx="5002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X’’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6F306746-EF4C-B446-9F1D-1D85D8A99FAC}"/>
              </a:ext>
            </a:extLst>
          </p:cNvPr>
          <p:cNvSpPr txBox="1"/>
          <p:nvPr/>
        </p:nvSpPr>
        <p:spPr>
          <a:xfrm>
            <a:off x="7895870" y="4140346"/>
            <a:ext cx="414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t’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0C0AC55-7635-2346-85C0-10B75BF4C445}"/>
              </a:ext>
            </a:extLst>
          </p:cNvPr>
          <p:cNvSpPr txBox="1"/>
          <p:nvPr/>
        </p:nvSpPr>
        <p:spPr>
          <a:xfrm>
            <a:off x="7384517" y="5969340"/>
            <a:ext cx="411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happens if network connection or client crashes at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t’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90" name="Slide Number Placeholder 2">
            <a:extLst>
              <a:ext uri="{FF2B5EF4-FFF2-40B4-BE49-F238E27FC236}">
                <a16:creationId xmlns:a16="http://schemas.microsoft.com/office/drawing/2014/main" id="{FF729FF4-43F7-A040-B78F-BE4EC8E98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64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93" name="Rectangle 3">
            <a:extLst>
              <a:ext uri="{FF2B5EF4-FFF2-40B4-BE49-F238E27FC236}">
                <a16:creationId xmlns:a16="http://schemas.microsoft.com/office/drawing/2014/main" id="{044314F4-5E29-A342-9469-ED1D194C2BEE}"/>
              </a:ext>
            </a:extLst>
          </p:cNvPr>
          <p:cNvSpPr txBox="1">
            <a:spLocks noChangeArrowheads="1"/>
          </p:cNvSpPr>
          <p:nvPr/>
        </p:nvSpPr>
        <p:spPr>
          <a:xfrm>
            <a:off x="622608" y="1452389"/>
            <a:ext cx="6335547" cy="488791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sites and client browser  use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to maintain some state between transactions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four components: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1) cookie header line of HTTP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message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2) cookie header line in next HTTP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message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3) cookie file kept on user</a:t>
            </a: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 host, managed by user</a:t>
            </a: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 browser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4) back-end database at Web site</a:t>
            </a:r>
          </a:p>
        </p:txBody>
      </p:sp>
      <p:sp>
        <p:nvSpPr>
          <p:cNvPr id="94" name="Rectangle 4">
            <a:extLst>
              <a:ext uri="{FF2B5EF4-FFF2-40B4-BE49-F238E27FC236}">
                <a16:creationId xmlns:a16="http://schemas.microsoft.com/office/drawing/2014/main" id="{26408C84-4366-9C43-B55D-97AC8C9FA33A}"/>
              </a:ext>
            </a:extLst>
          </p:cNvPr>
          <p:cNvSpPr txBox="1">
            <a:spLocks noChangeArrowheads="1"/>
          </p:cNvSpPr>
          <p:nvPr/>
        </p:nvSpPr>
        <p:spPr>
          <a:xfrm>
            <a:off x="7599363" y="1452389"/>
            <a:ext cx="4363453" cy="502573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marR="0" lvl="0" indent="111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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browser on laptop,</a:t>
            </a:r>
          </a:p>
          <a:p>
            <a:pPr marL="576263" lvl="1" indent="-233363">
              <a:spcBef>
                <a:spcPts val="600"/>
              </a:spcBef>
              <a:buClr>
                <a:srgbClr val="0000A3"/>
              </a:buClr>
              <a:buFont typeface="Wingdings" charset="2"/>
              <a:buChar char="§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e-commerce site for first time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initial HTTP requests arrives at site, site creates: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unique ID (aka “cookie”)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entry in backend database for ID</a:t>
            </a:r>
          </a:p>
          <a:p>
            <a:pPr marL="34290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subsequent HTTP requests from User to this site </a:t>
            </a:r>
          </a:p>
          <a:p>
            <a:pPr marL="685800" lvl="1" indent="-228600">
              <a:spcBef>
                <a:spcPts val="600"/>
              </a:spcBef>
              <a:buClr>
                <a:srgbClr val="0000A3"/>
              </a:buClr>
              <a:buFont typeface="Arial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cookie ID value, allowing site to “identify” User 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52BCA24-99F8-C342-B95E-EB6833D8CA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20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96" name="Text Box 5">
            <a:extLst>
              <a:ext uri="{FF2B5EF4-FFF2-40B4-BE49-F238E27FC236}">
                <a16:creationId xmlns:a16="http://schemas.microsoft.com/office/drawing/2014/main" id="{BDD58876-57D5-6242-A5A0-1F4F57BBD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674" y="1266659"/>
            <a:ext cx="8739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sp>
        <p:nvSpPr>
          <p:cNvPr id="97" name="Text Box 6">
            <a:extLst>
              <a:ext uri="{FF2B5EF4-FFF2-40B4-BE49-F238E27FC236}">
                <a16:creationId xmlns:a16="http://schemas.microsoft.com/office/drawing/2014/main" id="{2C7DB634-32FD-8242-867E-9B9E0867E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5557" y="1520844"/>
            <a:ext cx="20521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Amazon server</a:t>
            </a:r>
          </a:p>
        </p:txBody>
      </p:sp>
      <p:grpSp>
        <p:nvGrpSpPr>
          <p:cNvPr id="98" name="Group 90">
            <a:extLst>
              <a:ext uri="{FF2B5EF4-FFF2-40B4-BE49-F238E27FC236}">
                <a16:creationId xmlns:a16="http://schemas.microsoft.com/office/drawing/2014/main" id="{94011BFB-FD4F-E449-8218-8F0FBC795682}"/>
              </a:ext>
            </a:extLst>
          </p:cNvPr>
          <p:cNvGrpSpPr>
            <a:grpSpLocks/>
          </p:cNvGrpSpPr>
          <p:nvPr/>
        </p:nvGrpSpPr>
        <p:grpSpPr bwMode="auto">
          <a:xfrm>
            <a:off x="2996806" y="4057653"/>
            <a:ext cx="3873500" cy="458788"/>
            <a:chOff x="1414" y="2657"/>
            <a:chExt cx="2440" cy="289"/>
          </a:xfrm>
        </p:grpSpPr>
        <p:sp>
          <p:nvSpPr>
            <p:cNvPr id="99" name="Line 16">
              <a:extLst>
                <a:ext uri="{FF2B5EF4-FFF2-40B4-BE49-F238E27FC236}">
                  <a16:creationId xmlns:a16="http://schemas.microsoft.com/office/drawing/2014/main" id="{88BDB1BC-CF22-D740-8FD0-3286D32A2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4" y="2657"/>
              <a:ext cx="2440" cy="2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0" name="Group 17">
              <a:extLst>
                <a:ext uri="{FF2B5EF4-FFF2-40B4-BE49-F238E27FC236}">
                  <a16:creationId xmlns:a16="http://schemas.microsoft.com/office/drawing/2014/main" id="{1663D802-36E9-1C4C-BFE3-BD3D003350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3" y="2694"/>
              <a:ext cx="1897" cy="252"/>
              <a:chOff x="3268" y="2846"/>
              <a:chExt cx="1897" cy="252"/>
            </a:xfrm>
          </p:grpSpPr>
          <p:sp>
            <p:nvSpPr>
              <p:cNvPr id="101" name="Rectangle 18">
                <a:extLst>
                  <a:ext uri="{FF2B5EF4-FFF2-40B4-BE49-F238E27FC236}">
                    <a16:creationId xmlns:a16="http://schemas.microsoft.com/office/drawing/2014/main" id="{F3795387-184E-6040-B5E5-4A94444CF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2" y="2856"/>
                <a:ext cx="1692" cy="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2" name="Text Box 19">
                <a:extLst>
                  <a:ext uri="{FF2B5EF4-FFF2-40B4-BE49-F238E27FC236}">
                    <a16:creationId xmlns:a16="http://schemas.microsoft.com/office/drawing/2014/main" id="{1E8E6531-8FF1-1C40-8C70-630F4E1475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8" y="2846"/>
                <a:ext cx="1897" cy="25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usual HTTP response msg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03" name="Group 94">
            <a:extLst>
              <a:ext uri="{FF2B5EF4-FFF2-40B4-BE49-F238E27FC236}">
                <a16:creationId xmlns:a16="http://schemas.microsoft.com/office/drawing/2014/main" id="{A02DFDF0-ACF5-0944-BB01-BEA857B2408F}"/>
              </a:ext>
            </a:extLst>
          </p:cNvPr>
          <p:cNvGrpSpPr>
            <a:grpSpLocks/>
          </p:cNvGrpSpPr>
          <p:nvPr/>
        </p:nvGrpSpPr>
        <p:grpSpPr bwMode="auto">
          <a:xfrm>
            <a:off x="3002432" y="5867498"/>
            <a:ext cx="3859213" cy="463549"/>
            <a:chOff x="1392" y="3579"/>
            <a:chExt cx="2431" cy="292"/>
          </a:xfrm>
        </p:grpSpPr>
        <p:sp>
          <p:nvSpPr>
            <p:cNvPr id="104" name="Line 24">
              <a:extLst>
                <a:ext uri="{FF2B5EF4-FFF2-40B4-BE49-F238E27FC236}">
                  <a16:creationId xmlns:a16="http://schemas.microsoft.com/office/drawing/2014/main" id="{EEB16C5E-89E3-9248-A0E9-068D3F51C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3579"/>
              <a:ext cx="2431" cy="2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Text Box 27">
              <a:extLst>
                <a:ext uri="{FF2B5EF4-FFF2-40B4-BE49-F238E27FC236}">
                  <a16:creationId xmlns:a16="http://schemas.microsoft.com/office/drawing/2014/main" id="{474B7C25-022E-B449-BFB7-79520686A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8" y="3619"/>
              <a:ext cx="1852" cy="2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response msg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8" name="Text Box 59">
            <a:extLst>
              <a:ext uri="{FF2B5EF4-FFF2-40B4-BE49-F238E27FC236}">
                <a16:creationId xmlns:a16="http://schemas.microsoft.com/office/drawing/2014/main" id="{8FCE1392-BEBB-7649-A72C-5DBA31761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156" y="2293935"/>
            <a:ext cx="17875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 file</a:t>
            </a:r>
          </a:p>
        </p:txBody>
      </p:sp>
      <p:sp>
        <p:nvSpPr>
          <p:cNvPr id="109" name="Text Box 66">
            <a:extLst>
              <a:ext uri="{FF2B5EF4-FFF2-40B4-BE49-F238E27FC236}">
                <a16:creationId xmlns:a16="http://schemas.microsoft.com/office/drawing/2014/main" id="{0A6A1E02-F6BE-5D46-AD20-D1F7027FB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772" y="4672055"/>
            <a:ext cx="18101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 week later:</a:t>
            </a:r>
          </a:p>
        </p:txBody>
      </p:sp>
      <p:grpSp>
        <p:nvGrpSpPr>
          <p:cNvPr id="110" name="Group 89">
            <a:extLst>
              <a:ext uri="{FF2B5EF4-FFF2-40B4-BE49-F238E27FC236}">
                <a16:creationId xmlns:a16="http://schemas.microsoft.com/office/drawing/2014/main" id="{40D8E44C-8C6C-D542-9BE7-10406B51CDF5}"/>
              </a:ext>
            </a:extLst>
          </p:cNvPr>
          <p:cNvGrpSpPr>
            <a:grpSpLocks/>
          </p:cNvGrpSpPr>
          <p:nvPr/>
        </p:nvGrpSpPr>
        <p:grpSpPr bwMode="auto">
          <a:xfrm>
            <a:off x="2998327" y="3429000"/>
            <a:ext cx="6777024" cy="1128713"/>
            <a:chOff x="1411" y="2261"/>
            <a:chExt cx="3533" cy="711"/>
          </a:xfrm>
        </p:grpSpPr>
        <p:sp>
          <p:nvSpPr>
            <p:cNvPr id="111" name="Line 12">
              <a:extLst>
                <a:ext uri="{FF2B5EF4-FFF2-40B4-BE49-F238E27FC236}">
                  <a16:creationId xmlns:a16="http://schemas.microsoft.com/office/drawing/2014/main" id="{153DBCD9-AEFE-0D4C-84B4-A29E1AAAC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1" y="2361"/>
              <a:ext cx="2016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2" name="Text Box 15">
              <a:extLst>
                <a:ext uri="{FF2B5EF4-FFF2-40B4-BE49-F238E27FC236}">
                  <a16:creationId xmlns:a16="http://schemas.microsoft.com/office/drawing/2014/main" id="{B4EE3ACA-27BC-0046-99A0-E10CEAF86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" y="2261"/>
              <a:ext cx="1689" cy="4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request msg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cookie: 1678</a:t>
              </a:r>
            </a:p>
          </p:txBody>
        </p:sp>
        <p:sp>
          <p:nvSpPr>
            <p:cNvPr id="113" name="Text Box 28">
              <a:extLst>
                <a:ext uri="{FF2B5EF4-FFF2-40B4-BE49-F238E27FC236}">
                  <a16:creationId xmlns:a16="http://schemas.microsoft.com/office/drawing/2014/main" id="{E0C8E058-016B-9643-8EC4-38404A2A2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9" y="2332"/>
              <a:ext cx="60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cookie-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specific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action</a:t>
              </a:r>
            </a:p>
          </p:txBody>
        </p:sp>
        <p:sp>
          <p:nvSpPr>
            <p:cNvPr id="114" name="Line 42">
              <a:extLst>
                <a:ext uri="{FF2B5EF4-FFF2-40B4-BE49-F238E27FC236}">
                  <a16:creationId xmlns:a16="http://schemas.microsoft.com/office/drawing/2014/main" id="{AEE1E959-6738-514B-BC11-A0C6268B0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2" y="2367"/>
              <a:ext cx="692" cy="2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5" name="Group 83">
              <a:extLst>
                <a:ext uri="{FF2B5EF4-FFF2-40B4-BE49-F238E27FC236}">
                  <a16:creationId xmlns:a16="http://schemas.microsoft.com/office/drawing/2014/main" id="{B7857F88-08E3-E240-A20C-5162D29690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6" y="2363"/>
              <a:ext cx="539" cy="252"/>
              <a:chOff x="4306" y="2273"/>
              <a:chExt cx="539" cy="252"/>
            </a:xfrm>
          </p:grpSpPr>
          <p:sp>
            <p:nvSpPr>
              <p:cNvPr id="116" name="Rectangle 72">
                <a:extLst>
                  <a:ext uri="{FF2B5EF4-FFF2-40B4-BE49-F238E27FC236}">
                    <a16:creationId xmlns:a16="http://schemas.microsoft.com/office/drawing/2014/main" id="{597ACCEC-4FF2-6B40-8454-C2F1F6A7C1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9" y="2365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7" name="Text Box 43">
                <a:extLst>
                  <a:ext uri="{FF2B5EF4-FFF2-40B4-BE49-F238E27FC236}">
                    <a16:creationId xmlns:a16="http://schemas.microsoft.com/office/drawing/2014/main" id="{361D7D30-A4D4-5C44-878A-9FE3CEA44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6" y="2273"/>
                <a:ext cx="53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</p:txBody>
          </p:sp>
        </p:grpSp>
      </p:grpSp>
      <p:grpSp>
        <p:nvGrpSpPr>
          <p:cNvPr id="118" name="Group 81">
            <a:extLst>
              <a:ext uri="{FF2B5EF4-FFF2-40B4-BE49-F238E27FC236}">
                <a16:creationId xmlns:a16="http://schemas.microsoft.com/office/drawing/2014/main" id="{CCEC4E82-EFC9-4646-BCEE-C0B8C7E94B5A}"/>
              </a:ext>
            </a:extLst>
          </p:cNvPr>
          <p:cNvGrpSpPr>
            <a:grpSpLocks/>
          </p:cNvGrpSpPr>
          <p:nvPr/>
        </p:nvGrpSpPr>
        <p:grpSpPr bwMode="auto">
          <a:xfrm>
            <a:off x="1704581" y="1762123"/>
            <a:ext cx="1066800" cy="565150"/>
            <a:chOff x="527" y="1047"/>
            <a:chExt cx="855" cy="486"/>
          </a:xfrm>
        </p:grpSpPr>
        <p:sp>
          <p:nvSpPr>
            <p:cNvPr id="119" name="AutoShape 67">
              <a:extLst>
                <a:ext uri="{FF2B5EF4-FFF2-40B4-BE49-F238E27FC236}">
                  <a16:creationId xmlns:a16="http://schemas.microsoft.com/office/drawing/2014/main" id="{3FF0F743-E4ED-2B41-96D3-06A33C244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" y="1047"/>
              <a:ext cx="855" cy="486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0" name="Text Box 60">
              <a:extLst>
                <a:ext uri="{FF2B5EF4-FFF2-40B4-BE49-F238E27FC236}">
                  <a16:creationId xmlns:a16="http://schemas.microsoft.com/office/drawing/2014/main" id="{6117DA15-C6DD-B847-B11A-0D6EFDBC1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" y="1193"/>
              <a:ext cx="805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ebay 8734</a:t>
              </a:r>
            </a:p>
          </p:txBody>
        </p:sp>
      </p:grpSp>
      <p:grpSp>
        <p:nvGrpSpPr>
          <p:cNvPr id="121" name="Group 95">
            <a:extLst>
              <a:ext uri="{FF2B5EF4-FFF2-40B4-BE49-F238E27FC236}">
                <a16:creationId xmlns:a16="http://schemas.microsoft.com/office/drawing/2014/main" id="{6419469C-19C4-3947-B461-0398BDE5A56E}"/>
              </a:ext>
            </a:extLst>
          </p:cNvPr>
          <p:cNvGrpSpPr>
            <a:grpSpLocks/>
          </p:cNvGrpSpPr>
          <p:nvPr/>
        </p:nvGrpSpPr>
        <p:grpSpPr bwMode="auto">
          <a:xfrm>
            <a:off x="2952356" y="1946272"/>
            <a:ext cx="6972540" cy="1301749"/>
            <a:chOff x="1386" y="1327"/>
            <a:chExt cx="3730" cy="820"/>
          </a:xfrm>
        </p:grpSpPr>
        <p:sp>
          <p:nvSpPr>
            <p:cNvPr id="122" name="Line 4">
              <a:extLst>
                <a:ext uri="{FF2B5EF4-FFF2-40B4-BE49-F238E27FC236}">
                  <a16:creationId xmlns:a16="http://schemas.microsoft.com/office/drawing/2014/main" id="{53358BBA-04B8-9D40-89A7-C1749138D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6" y="1355"/>
              <a:ext cx="2082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Text Box 8">
              <a:extLst>
                <a:ext uri="{FF2B5EF4-FFF2-40B4-BE49-F238E27FC236}">
                  <a16:creationId xmlns:a16="http://schemas.microsoft.com/office/drawing/2014/main" id="{437463ED-2B74-A04D-85BF-36A6CD1AD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1327"/>
              <a:ext cx="1689" cy="2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request msg</a:t>
              </a:r>
            </a:p>
          </p:txBody>
        </p:sp>
        <p:sp>
          <p:nvSpPr>
            <p:cNvPr id="124" name="Text Box 31">
              <a:extLst>
                <a:ext uri="{FF2B5EF4-FFF2-40B4-BE49-F238E27FC236}">
                  <a16:creationId xmlns:a16="http://schemas.microsoft.com/office/drawing/2014/main" id="{8689192D-F56C-1640-861C-3C443D419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0" y="1390"/>
              <a:ext cx="848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Amazon server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creates ID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1678 for user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5" name="Group 82">
              <a:extLst>
                <a:ext uri="{FF2B5EF4-FFF2-40B4-BE49-F238E27FC236}">
                  <a16:creationId xmlns:a16="http://schemas.microsoft.com/office/drawing/2014/main" id="{03DF1B1A-A9A9-854D-8891-346BB0DBAA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7" y="1730"/>
              <a:ext cx="739" cy="417"/>
              <a:chOff x="4377" y="1640"/>
              <a:chExt cx="739" cy="417"/>
            </a:xfrm>
          </p:grpSpPr>
          <p:sp>
            <p:nvSpPr>
              <p:cNvPr id="126" name="Line 40">
                <a:extLst>
                  <a:ext uri="{FF2B5EF4-FFF2-40B4-BE49-F238E27FC236}">
                    <a16:creationId xmlns:a16="http://schemas.microsoft.com/office/drawing/2014/main" id="{52C051AD-65C2-504B-9A70-F8E72303C4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7" y="1640"/>
                <a:ext cx="659" cy="4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7" name="Rectangle 73">
                <a:extLst>
                  <a:ext uri="{FF2B5EF4-FFF2-40B4-BE49-F238E27FC236}">
                    <a16:creationId xmlns:a16="http://schemas.microsoft.com/office/drawing/2014/main" id="{7F34673E-5298-3241-9317-86EC3DD70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0" y="1729"/>
                <a:ext cx="602" cy="2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8" name="Text Box 41">
                <a:extLst>
                  <a:ext uri="{FF2B5EF4-FFF2-40B4-BE49-F238E27FC236}">
                    <a16:creationId xmlns:a16="http://schemas.microsoft.com/office/drawing/2014/main" id="{F17F9C36-958E-4C47-BE78-4A1A5F072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1702"/>
                <a:ext cx="735" cy="3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create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    entry</a:t>
                </a:r>
              </a:p>
            </p:txBody>
          </p:sp>
        </p:grpSp>
      </p:grpSp>
      <p:grpSp>
        <p:nvGrpSpPr>
          <p:cNvPr id="129" name="Group 88">
            <a:extLst>
              <a:ext uri="{FF2B5EF4-FFF2-40B4-BE49-F238E27FC236}">
                <a16:creationId xmlns:a16="http://schemas.microsoft.com/office/drawing/2014/main" id="{7A1CD3F5-FA12-5E48-9AC5-0FFB79FB2A15}"/>
              </a:ext>
            </a:extLst>
          </p:cNvPr>
          <p:cNvGrpSpPr>
            <a:grpSpLocks/>
          </p:cNvGrpSpPr>
          <p:nvPr/>
        </p:nvGrpSpPr>
        <p:grpSpPr bwMode="auto">
          <a:xfrm>
            <a:off x="1675603" y="2474086"/>
            <a:ext cx="5151555" cy="890270"/>
            <a:chOff x="462" y="1603"/>
            <a:chExt cx="3550" cy="719"/>
          </a:xfrm>
        </p:grpSpPr>
        <p:sp>
          <p:nvSpPr>
            <p:cNvPr id="130" name="Line 9">
              <a:extLst>
                <a:ext uri="{FF2B5EF4-FFF2-40B4-BE49-F238E27FC236}">
                  <a16:creationId xmlns:a16="http://schemas.microsoft.com/office/drawing/2014/main" id="{34D0E0B7-0FCE-BB41-80D4-74036A275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4" y="1603"/>
              <a:ext cx="2608" cy="2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" name="Text Box 11">
              <a:extLst>
                <a:ext uri="{FF2B5EF4-FFF2-40B4-BE49-F238E27FC236}">
                  <a16:creationId xmlns:a16="http://schemas.microsoft.com/office/drawing/2014/main" id="{C2A582BF-35AD-EC42-8C5E-BCF7C4420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2" y="1650"/>
              <a:ext cx="1665" cy="5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response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set-cookie: 1678 </a:t>
              </a:r>
            </a:p>
          </p:txBody>
        </p:sp>
        <p:grpSp>
          <p:nvGrpSpPr>
            <p:cNvPr id="132" name="Group 76">
              <a:extLst>
                <a:ext uri="{FF2B5EF4-FFF2-40B4-BE49-F238E27FC236}">
                  <a16:creationId xmlns:a16="http://schemas.microsoft.com/office/drawing/2014/main" id="{9B50E41F-6BE8-5B41-B57A-83E988A059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" y="1836"/>
              <a:ext cx="1004" cy="486"/>
              <a:chOff x="687" y="1746"/>
              <a:chExt cx="1004" cy="486"/>
            </a:xfrm>
          </p:grpSpPr>
          <p:sp>
            <p:nvSpPr>
              <p:cNvPr id="133" name="AutoShape 74">
                <a:extLst>
                  <a:ext uri="{FF2B5EF4-FFF2-40B4-BE49-F238E27FC236}">
                    <a16:creationId xmlns:a16="http://schemas.microsoft.com/office/drawing/2014/main" id="{0B53BA64-2104-564F-AC68-42F70CD18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" y="1746"/>
                <a:ext cx="735" cy="486"/>
              </a:xfrm>
              <a:prstGeom prst="can">
                <a:avLst>
                  <a:gd name="adj" fmla="val 25000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4" name="Text Box 75">
                <a:extLst>
                  <a:ext uri="{FF2B5EF4-FFF2-40B4-BE49-F238E27FC236}">
                    <a16:creationId xmlns:a16="http://schemas.microsoft.com/office/drawing/2014/main" id="{40EF6721-60A7-E646-8306-ACE2C580AA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" y="1836"/>
                <a:ext cx="1004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ebay 8734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amazon 1678</a:t>
                </a:r>
              </a:p>
            </p:txBody>
          </p:sp>
        </p:grpSp>
      </p:grpSp>
      <p:grpSp>
        <p:nvGrpSpPr>
          <p:cNvPr id="135" name="Group 93">
            <a:extLst>
              <a:ext uri="{FF2B5EF4-FFF2-40B4-BE49-F238E27FC236}">
                <a16:creationId xmlns:a16="http://schemas.microsoft.com/office/drawing/2014/main" id="{3301D1A0-4332-D44D-9339-6985DCD61D45}"/>
              </a:ext>
            </a:extLst>
          </p:cNvPr>
          <p:cNvGrpSpPr>
            <a:grpSpLocks/>
          </p:cNvGrpSpPr>
          <p:nvPr/>
        </p:nvGrpSpPr>
        <p:grpSpPr bwMode="auto">
          <a:xfrm>
            <a:off x="2994226" y="4365354"/>
            <a:ext cx="6781125" cy="2001838"/>
            <a:chOff x="1406" y="2641"/>
            <a:chExt cx="3562" cy="1261"/>
          </a:xfrm>
        </p:grpSpPr>
        <p:sp>
          <p:nvSpPr>
            <p:cNvPr id="136" name="Line 20">
              <a:extLst>
                <a:ext uri="{FF2B5EF4-FFF2-40B4-BE49-F238E27FC236}">
                  <a16:creationId xmlns:a16="http://schemas.microsoft.com/office/drawing/2014/main" id="{27A08B61-84D4-974B-B631-032C83422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3293"/>
              <a:ext cx="2032" cy="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7" name="Text Box 23">
              <a:extLst>
                <a:ext uri="{FF2B5EF4-FFF2-40B4-BE49-F238E27FC236}">
                  <a16:creationId xmlns:a16="http://schemas.microsoft.com/office/drawing/2014/main" id="{C0FE6E20-0831-D147-9963-B3CABC0FF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1" y="3171"/>
              <a:ext cx="1689" cy="4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request msg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cookie: 1678</a:t>
              </a:r>
            </a:p>
          </p:txBody>
        </p:sp>
        <p:sp>
          <p:nvSpPr>
            <p:cNvPr id="138" name="Text Box 29">
              <a:extLst>
                <a:ext uri="{FF2B5EF4-FFF2-40B4-BE49-F238E27FC236}">
                  <a16:creationId xmlns:a16="http://schemas.microsoft.com/office/drawing/2014/main" id="{8241B379-77A9-114B-8D91-05EAB5E6D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9" y="3262"/>
              <a:ext cx="60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cookie-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specific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action</a:t>
              </a:r>
            </a:p>
          </p:txBody>
        </p:sp>
        <p:sp>
          <p:nvSpPr>
            <p:cNvPr id="139" name="Line 44">
              <a:extLst>
                <a:ext uri="{FF2B5EF4-FFF2-40B4-BE49-F238E27FC236}">
                  <a16:creationId xmlns:a16="http://schemas.microsoft.com/office/drawing/2014/main" id="{E200A986-F657-7343-BB4C-41C023FA53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1" y="2641"/>
              <a:ext cx="787" cy="8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0" name="Text Box 71">
              <a:extLst>
                <a:ext uri="{FF2B5EF4-FFF2-40B4-BE49-F238E27FC236}">
                  <a16:creationId xmlns:a16="http://schemas.microsoft.com/office/drawing/2014/main" id="{CCBDD99D-1C5A-2749-9C7B-9D0A6E0A3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7" y="2939"/>
              <a:ext cx="539" cy="2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access</a:t>
              </a:r>
            </a:p>
          </p:txBody>
        </p:sp>
      </p:grpSp>
      <p:grpSp>
        <p:nvGrpSpPr>
          <p:cNvPr id="141" name="Group 77">
            <a:extLst>
              <a:ext uri="{FF2B5EF4-FFF2-40B4-BE49-F238E27FC236}">
                <a16:creationId xmlns:a16="http://schemas.microsoft.com/office/drawing/2014/main" id="{147D74CA-2DA8-1241-A8E8-3EF2E932E88E}"/>
              </a:ext>
            </a:extLst>
          </p:cNvPr>
          <p:cNvGrpSpPr>
            <a:grpSpLocks/>
          </p:cNvGrpSpPr>
          <p:nvPr/>
        </p:nvGrpSpPr>
        <p:grpSpPr bwMode="auto">
          <a:xfrm>
            <a:off x="1655687" y="5113066"/>
            <a:ext cx="1389062" cy="633978"/>
            <a:chOff x="702" y="1746"/>
            <a:chExt cx="1004" cy="486"/>
          </a:xfrm>
        </p:grpSpPr>
        <p:sp>
          <p:nvSpPr>
            <p:cNvPr id="142" name="AutoShape 78">
              <a:extLst>
                <a:ext uri="{FF2B5EF4-FFF2-40B4-BE49-F238E27FC236}">
                  <a16:creationId xmlns:a16="http://schemas.microsoft.com/office/drawing/2014/main" id="{19C72BA2-8506-044E-A290-911BA7AE5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" y="1746"/>
              <a:ext cx="773" cy="486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3" name="Text Box 79">
              <a:extLst>
                <a:ext uri="{FF2B5EF4-FFF2-40B4-BE49-F238E27FC236}">
                  <a16:creationId xmlns:a16="http://schemas.microsoft.com/office/drawing/2014/main" id="{DF0A1B9A-EFCF-7042-A14D-D22FE4D35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" y="1851"/>
              <a:ext cx="100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ebay 8734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amazon 1678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44" name="Text Box 80">
            <a:extLst>
              <a:ext uri="{FF2B5EF4-FFF2-40B4-BE49-F238E27FC236}">
                <a16:creationId xmlns:a16="http://schemas.microsoft.com/office/drawing/2014/main" id="{EC583638-A99A-9144-B11A-E459DCDD4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963" y="2582111"/>
            <a:ext cx="114005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backend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database</a:t>
            </a:r>
          </a:p>
        </p:txBody>
      </p:sp>
      <p:sp>
        <p:nvSpPr>
          <p:cNvPr id="145" name="AutoShape 327">
            <a:extLst>
              <a:ext uri="{FF2B5EF4-FFF2-40B4-BE49-F238E27FC236}">
                <a16:creationId xmlns:a16="http://schemas.microsoft.com/office/drawing/2014/main" id="{774E3BE6-BFC9-C849-B588-B56E574DA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4838" y="3202824"/>
            <a:ext cx="592138" cy="908050"/>
          </a:xfrm>
          <a:prstGeom prst="can">
            <a:avLst>
              <a:gd name="adj" fmla="val 31004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46" name="Group 63">
            <a:extLst>
              <a:ext uri="{FF2B5EF4-FFF2-40B4-BE49-F238E27FC236}">
                <a16:creationId xmlns:a16="http://schemas.microsoft.com/office/drawing/2014/main" id="{1D650FE6-EFAF-DA42-B6C3-89E2D30D6710}"/>
              </a:ext>
            </a:extLst>
          </p:cNvPr>
          <p:cNvGrpSpPr>
            <a:grpSpLocks/>
          </p:cNvGrpSpPr>
          <p:nvPr/>
        </p:nvGrpSpPr>
        <p:grpSpPr bwMode="auto">
          <a:xfrm>
            <a:off x="6709231" y="1274501"/>
            <a:ext cx="351110" cy="610396"/>
            <a:chOff x="4140" y="429"/>
            <a:chExt cx="1425" cy="2396"/>
          </a:xfrm>
        </p:grpSpPr>
        <p:sp>
          <p:nvSpPr>
            <p:cNvPr id="147" name="Freeform 64">
              <a:extLst>
                <a:ext uri="{FF2B5EF4-FFF2-40B4-BE49-F238E27FC236}">
                  <a16:creationId xmlns:a16="http://schemas.microsoft.com/office/drawing/2014/main" id="{23F46B7A-88B4-C64E-A298-064AE8ED2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Rectangle 65">
              <a:extLst>
                <a:ext uri="{FF2B5EF4-FFF2-40B4-BE49-F238E27FC236}">
                  <a16:creationId xmlns:a16="http://schemas.microsoft.com/office/drawing/2014/main" id="{932E7E2F-358A-204B-ACA1-ECA34C748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5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9" name="Freeform 66">
              <a:extLst>
                <a:ext uri="{FF2B5EF4-FFF2-40B4-BE49-F238E27FC236}">
                  <a16:creationId xmlns:a16="http://schemas.microsoft.com/office/drawing/2014/main" id="{5AD2CC4E-2BC1-3742-B273-CCF955749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0" name="Freeform 67">
              <a:extLst>
                <a:ext uri="{FF2B5EF4-FFF2-40B4-BE49-F238E27FC236}">
                  <a16:creationId xmlns:a16="http://schemas.microsoft.com/office/drawing/2014/main" id="{1DBFB074-4990-854E-B454-9FF52C6C4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Rectangle 68">
              <a:extLst>
                <a:ext uri="{FF2B5EF4-FFF2-40B4-BE49-F238E27FC236}">
                  <a16:creationId xmlns:a16="http://schemas.microsoft.com/office/drawing/2014/main" id="{BE0EBEA8-CD1D-5047-B6F1-2FAA1FF32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5"/>
              <a:ext cx="594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2" name="Group 69">
              <a:extLst>
                <a:ext uri="{FF2B5EF4-FFF2-40B4-BE49-F238E27FC236}">
                  <a16:creationId xmlns:a16="http://schemas.microsoft.com/office/drawing/2014/main" id="{FB3D83DD-33C0-D64F-AEA3-0EDE47897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77" name="AutoShape 70">
                <a:extLst>
                  <a:ext uri="{FF2B5EF4-FFF2-40B4-BE49-F238E27FC236}">
                    <a16:creationId xmlns:a16="http://schemas.microsoft.com/office/drawing/2014/main" id="{9F58D14A-E308-6E43-8765-29117CEB2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8" name="AutoShape 71">
                <a:extLst>
                  <a:ext uri="{FF2B5EF4-FFF2-40B4-BE49-F238E27FC236}">
                    <a16:creationId xmlns:a16="http://schemas.microsoft.com/office/drawing/2014/main" id="{990E0E9A-D7D4-F540-994A-F5A32D42A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0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53" name="Rectangle 72">
              <a:extLst>
                <a:ext uri="{FF2B5EF4-FFF2-40B4-BE49-F238E27FC236}">
                  <a16:creationId xmlns:a16="http://schemas.microsoft.com/office/drawing/2014/main" id="{914BF847-475C-7C47-96A4-CAFCCACEC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1"/>
              <a:ext cx="600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4" name="Group 73">
              <a:extLst>
                <a:ext uri="{FF2B5EF4-FFF2-40B4-BE49-F238E27FC236}">
                  <a16:creationId xmlns:a16="http://schemas.microsoft.com/office/drawing/2014/main" id="{A276F146-AB6A-8C4E-BD8B-856A510CB0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75" name="AutoShape 74">
                <a:extLst>
                  <a:ext uri="{FF2B5EF4-FFF2-40B4-BE49-F238E27FC236}">
                    <a16:creationId xmlns:a16="http://schemas.microsoft.com/office/drawing/2014/main" id="{FB783255-C8AF-CD4E-84DF-1573DF917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6" name="AutoShape 75">
                <a:extLst>
                  <a:ext uri="{FF2B5EF4-FFF2-40B4-BE49-F238E27FC236}">
                    <a16:creationId xmlns:a16="http://schemas.microsoft.com/office/drawing/2014/main" id="{46E81119-BF44-D945-96D2-7A6A2F19E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5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55" name="Rectangle 76">
              <a:extLst>
                <a:ext uri="{FF2B5EF4-FFF2-40B4-BE49-F238E27FC236}">
                  <a16:creationId xmlns:a16="http://schemas.microsoft.com/office/drawing/2014/main" id="{823BB60D-416A-0746-BBEF-9DC4528B9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4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Rectangle 77">
              <a:extLst>
                <a:ext uri="{FF2B5EF4-FFF2-40B4-BE49-F238E27FC236}">
                  <a16:creationId xmlns:a16="http://schemas.microsoft.com/office/drawing/2014/main" id="{500EA440-64F5-FE43-A9CD-EC38855A5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7"/>
              <a:ext cx="594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7" name="Group 78">
              <a:extLst>
                <a:ext uri="{FF2B5EF4-FFF2-40B4-BE49-F238E27FC236}">
                  <a16:creationId xmlns:a16="http://schemas.microsoft.com/office/drawing/2014/main" id="{014CE493-B3CF-454F-97A3-BF80992E34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3" name="AutoShape 79">
                <a:extLst>
                  <a:ext uri="{FF2B5EF4-FFF2-40B4-BE49-F238E27FC236}">
                    <a16:creationId xmlns:a16="http://schemas.microsoft.com/office/drawing/2014/main" id="{40259673-2628-3C41-9A32-A9512F4B2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7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4" name="AutoShape 80">
                <a:extLst>
                  <a:ext uri="{FF2B5EF4-FFF2-40B4-BE49-F238E27FC236}">
                    <a16:creationId xmlns:a16="http://schemas.microsoft.com/office/drawing/2014/main" id="{F5B75204-14D3-4949-85E6-E03DC0637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58" name="Freeform 81">
              <a:extLst>
                <a:ext uri="{FF2B5EF4-FFF2-40B4-BE49-F238E27FC236}">
                  <a16:creationId xmlns:a16="http://schemas.microsoft.com/office/drawing/2014/main" id="{C088528D-4021-6642-8A80-03351DCF2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9" name="Group 82">
              <a:extLst>
                <a:ext uri="{FF2B5EF4-FFF2-40B4-BE49-F238E27FC236}">
                  <a16:creationId xmlns:a16="http://schemas.microsoft.com/office/drawing/2014/main" id="{1859255F-C0C6-124B-9F92-5E236F8BD3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1" name="AutoShape 83">
                <a:extLst>
                  <a:ext uri="{FF2B5EF4-FFF2-40B4-BE49-F238E27FC236}">
                    <a16:creationId xmlns:a16="http://schemas.microsoft.com/office/drawing/2014/main" id="{C035ED52-DDB2-C843-9FFF-5BC45A6C0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2" name="AutoShape 84">
                <a:extLst>
                  <a:ext uri="{FF2B5EF4-FFF2-40B4-BE49-F238E27FC236}">
                    <a16:creationId xmlns:a16="http://schemas.microsoft.com/office/drawing/2014/main" id="{E3C20259-037C-3641-A789-24D0DCCDC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0" name="Rectangle 85">
              <a:extLst>
                <a:ext uri="{FF2B5EF4-FFF2-40B4-BE49-F238E27FC236}">
                  <a16:creationId xmlns:a16="http://schemas.microsoft.com/office/drawing/2014/main" id="{AAA45EA2-DB28-264A-8894-70368F48D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1" name="Freeform 86">
              <a:extLst>
                <a:ext uri="{FF2B5EF4-FFF2-40B4-BE49-F238E27FC236}">
                  <a16:creationId xmlns:a16="http://schemas.microsoft.com/office/drawing/2014/main" id="{056A9634-8A28-174F-BB52-3C9B4E969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2" name="Freeform 87">
              <a:extLst>
                <a:ext uri="{FF2B5EF4-FFF2-40B4-BE49-F238E27FC236}">
                  <a16:creationId xmlns:a16="http://schemas.microsoft.com/office/drawing/2014/main" id="{28B4EE70-3F36-D84A-BBF7-26FCDCAB2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3" name="Oval 88">
              <a:extLst>
                <a:ext uri="{FF2B5EF4-FFF2-40B4-BE49-F238E27FC236}">
                  <a16:creationId xmlns:a16="http://schemas.microsoft.com/office/drawing/2014/main" id="{AFA23CDD-2C19-364F-8CB6-E34A3A50A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4" name="Freeform 89">
              <a:extLst>
                <a:ext uri="{FF2B5EF4-FFF2-40B4-BE49-F238E27FC236}">
                  <a16:creationId xmlns:a16="http://schemas.microsoft.com/office/drawing/2014/main" id="{C80FF08C-B05A-5742-B82B-9D6BFBFA2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5" name="AutoShape 90">
              <a:extLst>
                <a:ext uri="{FF2B5EF4-FFF2-40B4-BE49-F238E27FC236}">
                  <a16:creationId xmlns:a16="http://schemas.microsoft.com/office/drawing/2014/main" id="{D46EF758-7531-924C-8A33-5AC571E08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6" name="AutoShape 91">
              <a:extLst>
                <a:ext uri="{FF2B5EF4-FFF2-40B4-BE49-F238E27FC236}">
                  <a16:creationId xmlns:a16="http://schemas.microsoft.com/office/drawing/2014/main" id="{E252E208-3522-884B-9DE7-7EB157685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2"/>
              <a:ext cx="1067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7" name="Oval 92">
              <a:extLst>
                <a:ext uri="{FF2B5EF4-FFF2-40B4-BE49-F238E27FC236}">
                  <a16:creationId xmlns:a16="http://schemas.microsoft.com/office/drawing/2014/main" id="{957DD520-6280-3E4E-BAD7-651F51413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8" name="Oval 93">
              <a:extLst>
                <a:ext uri="{FF2B5EF4-FFF2-40B4-BE49-F238E27FC236}">
                  <a16:creationId xmlns:a16="http://schemas.microsoft.com/office/drawing/2014/main" id="{ECF80637-5F56-1F4E-A6A8-ED0FA8AC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69" name="Oval 94">
              <a:extLst>
                <a:ext uri="{FF2B5EF4-FFF2-40B4-BE49-F238E27FC236}">
                  <a16:creationId xmlns:a16="http://schemas.microsoft.com/office/drawing/2014/main" id="{FFEB5237-B81D-9B45-A444-21BB49902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Rectangle 95">
              <a:extLst>
                <a:ext uri="{FF2B5EF4-FFF2-40B4-BE49-F238E27FC236}">
                  <a16:creationId xmlns:a16="http://schemas.microsoft.com/office/drawing/2014/main" id="{8C2A523A-6ED6-094A-8260-B51956D79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9" name="Group 96">
            <a:extLst>
              <a:ext uri="{FF2B5EF4-FFF2-40B4-BE49-F238E27FC236}">
                <a16:creationId xmlns:a16="http://schemas.microsoft.com/office/drawing/2014/main" id="{079DFC6E-4E8A-7B4D-8113-190A0989D0FB}"/>
              </a:ext>
            </a:extLst>
          </p:cNvPr>
          <p:cNvGrpSpPr>
            <a:grpSpLocks/>
          </p:cNvGrpSpPr>
          <p:nvPr/>
        </p:nvGrpSpPr>
        <p:grpSpPr bwMode="auto">
          <a:xfrm>
            <a:off x="2734523" y="1369488"/>
            <a:ext cx="667783" cy="586047"/>
            <a:chOff x="-44" y="1473"/>
            <a:chExt cx="981" cy="1105"/>
          </a:xfrm>
        </p:grpSpPr>
        <p:pic>
          <p:nvPicPr>
            <p:cNvPr id="180" name="Picture 97" descr="desktop_computer_stylized_medium">
              <a:extLst>
                <a:ext uri="{FF2B5EF4-FFF2-40B4-BE49-F238E27FC236}">
                  <a16:creationId xmlns:a16="http://schemas.microsoft.com/office/drawing/2014/main" id="{FB14A9C2-A921-3747-8B81-81EE51820A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" name="Freeform 98">
              <a:extLst>
                <a:ext uri="{FF2B5EF4-FFF2-40B4-BE49-F238E27FC236}">
                  <a16:creationId xmlns:a16="http://schemas.microsoft.com/office/drawing/2014/main" id="{9C2960BD-B3C9-AE44-9E68-217EF326B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8" name="Line 15">
            <a:extLst>
              <a:ext uri="{FF2B5EF4-FFF2-40B4-BE49-F238E27FC236}">
                <a16:creationId xmlns:a16="http://schemas.microsoft.com/office/drawing/2014/main" id="{9030FA43-2615-A74C-949D-871EDD5258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99897" y="1993139"/>
            <a:ext cx="510" cy="4465805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Text Box 37">
            <a:extLst>
              <a:ext uri="{FF2B5EF4-FFF2-40B4-BE49-F238E27FC236}">
                <a16:creationId xmlns:a16="http://schemas.microsoft.com/office/drawing/2014/main" id="{7717F97B-37DE-2442-8F9E-81FB9F33A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707" y="6459827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6E5A588C-0539-7140-B8E3-80735DCD2D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67352" y="2001551"/>
            <a:ext cx="510" cy="4465805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 Box 37">
            <a:extLst>
              <a:ext uri="{FF2B5EF4-FFF2-40B4-BE49-F238E27FC236}">
                <a16:creationId xmlns:a16="http://schemas.microsoft.com/office/drawing/2014/main" id="{716E4165-7532-204E-993F-D649CD871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4162" y="6468239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92" name="Slide Number Placeholder 2">
            <a:extLst>
              <a:ext uri="{FF2B5EF4-FFF2-40B4-BE49-F238E27FC236}">
                <a16:creationId xmlns:a16="http://schemas.microsoft.com/office/drawing/2014/main" id="{5F971824-E93B-A24D-9AB3-D5859F34E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36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3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 cookies: comments</a:t>
            </a:r>
            <a:endParaRPr lang="en-US" sz="4400" dirty="0"/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7CD5F1C3-47BC-1645-A288-078B99127C22}"/>
              </a:ext>
            </a:extLst>
          </p:cNvPr>
          <p:cNvSpPr txBox="1">
            <a:spLocks noChangeArrowheads="1"/>
          </p:cNvSpPr>
          <p:nvPr/>
        </p:nvSpPr>
        <p:spPr>
          <a:xfrm>
            <a:off x="648049" y="1556443"/>
            <a:ext cx="6034668" cy="26416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What cookies can be used for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authorization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shopping carts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recommendations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session state (Web e-mail)</a:t>
            </a:r>
          </a:p>
        </p:txBody>
      </p:sp>
      <p:sp>
        <p:nvSpPr>
          <p:cNvPr id="89" name="Rectangle 13">
            <a:extLst>
              <a:ext uri="{FF2B5EF4-FFF2-40B4-BE49-F238E27FC236}">
                <a16:creationId xmlns:a16="http://schemas.microsoft.com/office/drawing/2014/main" id="{BC2253F6-EA38-7C47-9CAD-4C2EC6BB2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291" y="1568189"/>
            <a:ext cx="3810000" cy="3553646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 and privacy: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 permit sites to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learn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a lot about you on their site.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third party persistent cookies (tracking cookies) allow common identity (cookie value) to be tracked across multiple web sites</a:t>
            </a:r>
          </a:p>
        </p:txBody>
      </p:sp>
      <p:sp>
        <p:nvSpPr>
          <p:cNvPr id="90" name="Text Box 14">
            <a:extLst>
              <a:ext uri="{FF2B5EF4-FFF2-40B4-BE49-F238E27FC236}">
                <a16:creationId xmlns:a16="http://schemas.microsoft.com/office/drawing/2014/main" id="{D023EC46-D7D8-D04C-9048-D7EFE18FF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9568" y="1325611"/>
            <a:ext cx="838691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aside</a:t>
            </a:r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2C2FE22D-B17F-7C44-AE2F-824976586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62" y="3980757"/>
            <a:ext cx="6267067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Challenge: How to keep 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state?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at protocol endpoints: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maintain state at sender/receiver over multiple transactions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 messages: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 in HTTP messages carry state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CE1477A-D004-E440-8562-59DA6EAD8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4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98060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 displaying a NY Times web page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E01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roup 57">
            <a:extLst>
              <a:ext uri="{FF2B5EF4-FFF2-40B4-BE49-F238E27FC236}">
                <a16:creationId xmlns:a16="http://schemas.microsoft.com/office/drawing/2014/main" id="{C28FCCAF-E5F2-4945-8BC3-5A0D78DCA4B7}"/>
              </a:ext>
            </a:extLst>
          </p:cNvPr>
          <p:cNvGrpSpPr>
            <a:grpSpLocks/>
          </p:cNvGrpSpPr>
          <p:nvPr/>
        </p:nvGrpSpPr>
        <p:grpSpPr bwMode="auto"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14" name="Freeform 58">
              <a:extLst>
                <a:ext uri="{FF2B5EF4-FFF2-40B4-BE49-F238E27FC236}">
                  <a16:creationId xmlns:a16="http://schemas.microsoft.com/office/drawing/2014/main" id="{3E0ABDD2-372E-3E4A-B89E-371FFA05F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" name="Rectangle 59">
              <a:extLst>
                <a:ext uri="{FF2B5EF4-FFF2-40B4-BE49-F238E27FC236}">
                  <a16:creationId xmlns:a16="http://schemas.microsoft.com/office/drawing/2014/main" id="{E0E6AB63-2D8D-FD4A-8D08-0DCE29453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" name="Freeform 60">
              <a:extLst>
                <a:ext uri="{FF2B5EF4-FFF2-40B4-BE49-F238E27FC236}">
                  <a16:creationId xmlns:a16="http://schemas.microsoft.com/office/drawing/2014/main" id="{F2DF5CCD-3A3D-8946-BB0F-B72F144D1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7" name="Freeform 61">
              <a:extLst>
                <a:ext uri="{FF2B5EF4-FFF2-40B4-BE49-F238E27FC236}">
                  <a16:creationId xmlns:a16="http://schemas.microsoft.com/office/drawing/2014/main" id="{F4AF3F5F-1964-934E-A22C-CAAAC82B8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8" name="Rectangle 62">
              <a:extLst>
                <a:ext uri="{FF2B5EF4-FFF2-40B4-BE49-F238E27FC236}">
                  <a16:creationId xmlns:a16="http://schemas.microsoft.com/office/drawing/2014/main" id="{60DC56E6-B22B-2D4A-A532-797BE2BEC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9" name="Group 63">
              <a:extLst>
                <a:ext uri="{FF2B5EF4-FFF2-40B4-BE49-F238E27FC236}">
                  <a16:creationId xmlns:a16="http://schemas.microsoft.com/office/drawing/2014/main" id="{3F3ABA47-6EE0-1142-9310-EFA5245E7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" name="AutoShape 64">
                <a:extLst>
                  <a:ext uri="{FF2B5EF4-FFF2-40B4-BE49-F238E27FC236}">
                    <a16:creationId xmlns:a16="http://schemas.microsoft.com/office/drawing/2014/main" id="{3EFA4FBC-2313-4A44-9498-E5B0E1F1C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AutoShape 65">
                <a:extLst>
                  <a:ext uri="{FF2B5EF4-FFF2-40B4-BE49-F238E27FC236}">
                    <a16:creationId xmlns:a16="http://schemas.microsoft.com/office/drawing/2014/main" id="{53A490A2-F773-064D-9E4E-79006A985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9B1FF5E8-D30B-2443-8F1C-49E8171DB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2" name="Group 67">
              <a:extLst>
                <a:ext uri="{FF2B5EF4-FFF2-40B4-BE49-F238E27FC236}">
                  <a16:creationId xmlns:a16="http://schemas.microsoft.com/office/drawing/2014/main" id="{647CD9E2-B875-D040-B501-259F20276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" name="AutoShape 68">
                <a:extLst>
                  <a:ext uri="{FF2B5EF4-FFF2-40B4-BE49-F238E27FC236}">
                    <a16:creationId xmlns:a16="http://schemas.microsoft.com/office/drawing/2014/main" id="{8B40E7A0-7F87-CB42-91AF-8495B15D1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AutoShape 69">
                <a:extLst>
                  <a:ext uri="{FF2B5EF4-FFF2-40B4-BE49-F238E27FC236}">
                    <a16:creationId xmlns:a16="http://schemas.microsoft.com/office/drawing/2014/main" id="{E1BA0D48-E378-0841-B21E-B216A3DEB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tangle 70">
              <a:extLst>
                <a:ext uri="{FF2B5EF4-FFF2-40B4-BE49-F238E27FC236}">
                  <a16:creationId xmlns:a16="http://schemas.microsoft.com/office/drawing/2014/main" id="{A8FEB5CD-1C02-994C-9CD3-7210669BA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4" name="Rectangle 71">
              <a:extLst>
                <a:ext uri="{FF2B5EF4-FFF2-40B4-BE49-F238E27FC236}">
                  <a16:creationId xmlns:a16="http://schemas.microsoft.com/office/drawing/2014/main" id="{3F0453AB-5611-FD40-B862-F64CDAA10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5" name="Group 72">
              <a:extLst>
                <a:ext uri="{FF2B5EF4-FFF2-40B4-BE49-F238E27FC236}">
                  <a16:creationId xmlns:a16="http://schemas.microsoft.com/office/drawing/2014/main" id="{4E495B47-7D7F-AE48-BF68-5F048DC52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" name="AutoShape 73">
                <a:extLst>
                  <a:ext uri="{FF2B5EF4-FFF2-40B4-BE49-F238E27FC236}">
                    <a16:creationId xmlns:a16="http://schemas.microsoft.com/office/drawing/2014/main" id="{52081D9E-64FD-9241-9EEA-BFC2848F3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AutoShape 74">
                <a:extLst>
                  <a:ext uri="{FF2B5EF4-FFF2-40B4-BE49-F238E27FC236}">
                    <a16:creationId xmlns:a16="http://schemas.microsoft.com/office/drawing/2014/main" id="{89B07DC2-8E24-B048-B84D-C525C9AA2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00275AA5-20F4-4B40-8A7B-56C022B44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27" name="Group 76">
              <a:extLst>
                <a:ext uri="{FF2B5EF4-FFF2-40B4-BE49-F238E27FC236}">
                  <a16:creationId xmlns:a16="http://schemas.microsoft.com/office/drawing/2014/main" id="{E089CEBF-EE46-794F-82AC-9A6451034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" name="AutoShape 77">
                <a:extLst>
                  <a:ext uri="{FF2B5EF4-FFF2-40B4-BE49-F238E27FC236}">
                    <a16:creationId xmlns:a16="http://schemas.microsoft.com/office/drawing/2014/main" id="{4DB9DFE4-1869-F54F-9D86-B1C33089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AutoShape 78">
                <a:extLst>
                  <a:ext uri="{FF2B5EF4-FFF2-40B4-BE49-F238E27FC236}">
                    <a16:creationId xmlns:a16="http://schemas.microsoft.com/office/drawing/2014/main" id="{1D4272DE-9783-504C-B24E-985066EBD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8" name="Rectangle 79">
              <a:extLst>
                <a:ext uri="{FF2B5EF4-FFF2-40B4-BE49-F238E27FC236}">
                  <a16:creationId xmlns:a16="http://schemas.microsoft.com/office/drawing/2014/main" id="{5FE88211-5391-9B42-9155-73A19A27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05E256D3-88AF-EE40-9D8D-E6162627B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" name="Freeform 81">
              <a:extLst>
                <a:ext uri="{FF2B5EF4-FFF2-40B4-BE49-F238E27FC236}">
                  <a16:creationId xmlns:a16="http://schemas.microsoft.com/office/drawing/2014/main" id="{2B1E13A7-1340-1449-8740-70AFA3DE6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" name="Oval 82">
              <a:extLst>
                <a:ext uri="{FF2B5EF4-FFF2-40B4-BE49-F238E27FC236}">
                  <a16:creationId xmlns:a16="http://schemas.microsoft.com/office/drawing/2014/main" id="{DAC0CC86-045F-6F4E-9391-E07245D69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2" name="Freeform 83">
              <a:extLst>
                <a:ext uri="{FF2B5EF4-FFF2-40B4-BE49-F238E27FC236}">
                  <a16:creationId xmlns:a16="http://schemas.microsoft.com/office/drawing/2014/main" id="{A27EE01C-A7F3-EB4C-B539-16929E3E8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" name="AutoShape 84">
              <a:extLst>
                <a:ext uri="{FF2B5EF4-FFF2-40B4-BE49-F238E27FC236}">
                  <a16:creationId xmlns:a16="http://schemas.microsoft.com/office/drawing/2014/main" id="{881A1C8F-54F2-8948-B760-2762B01F4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4" name="AutoShape 85">
              <a:extLst>
                <a:ext uri="{FF2B5EF4-FFF2-40B4-BE49-F238E27FC236}">
                  <a16:creationId xmlns:a16="http://schemas.microsoft.com/office/drawing/2014/main" id="{5AE8BE14-C3E6-D84F-A9AC-E4E0F707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5" name="Oval 86">
              <a:extLst>
                <a:ext uri="{FF2B5EF4-FFF2-40B4-BE49-F238E27FC236}">
                  <a16:creationId xmlns:a16="http://schemas.microsoft.com/office/drawing/2014/main" id="{FD11E9D2-4386-FF49-8E96-2E035F92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6" name="Oval 87">
              <a:extLst>
                <a:ext uri="{FF2B5EF4-FFF2-40B4-BE49-F238E27FC236}">
                  <a16:creationId xmlns:a16="http://schemas.microsoft.com/office/drawing/2014/main" id="{A698DF12-44DE-B34A-9F3A-FC02DEBBF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7" name="Oval 88">
              <a:extLst>
                <a:ext uri="{FF2B5EF4-FFF2-40B4-BE49-F238E27FC236}">
                  <a16:creationId xmlns:a16="http://schemas.microsoft.com/office/drawing/2014/main" id="{C070DEEB-91AB-C142-9143-5974D8EB7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8" name="Rectangle 89">
              <a:extLst>
                <a:ext uri="{FF2B5EF4-FFF2-40B4-BE49-F238E27FC236}">
                  <a16:creationId xmlns:a16="http://schemas.microsoft.com/office/drawing/2014/main" id="{73990BF0-CEC8-384B-BF26-4A0885AAF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C613071-8BFC-5349-80C0-90202063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FB3A00-B2D9-7443-B666-0ABA7347B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057" y="4524829"/>
            <a:ext cx="1783443" cy="249682"/>
          </a:xfrm>
          <a:prstGeom prst="rect">
            <a:avLst/>
          </a:prstGeom>
        </p:spPr>
      </p:pic>
      <p:grpSp>
        <p:nvGrpSpPr>
          <p:cNvPr id="83" name="Group 57">
            <a:extLst>
              <a:ext uri="{FF2B5EF4-FFF2-40B4-BE49-F238E27FC236}">
                <a16:creationId xmlns:a16="http://schemas.microsoft.com/office/drawing/2014/main" id="{C5D7863B-AD69-FC47-BA2D-38FCE4992417}"/>
              </a:ext>
            </a:extLst>
          </p:cNvPr>
          <p:cNvGrpSpPr>
            <a:grpSpLocks/>
          </p:cNvGrpSpPr>
          <p:nvPr/>
        </p:nvGrpSpPr>
        <p:grpSpPr bwMode="auto"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84" name="Freeform 58">
              <a:extLst>
                <a:ext uri="{FF2B5EF4-FFF2-40B4-BE49-F238E27FC236}">
                  <a16:creationId xmlns:a16="http://schemas.microsoft.com/office/drawing/2014/main" id="{49D083FD-79A2-E74D-A776-974520EEA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5" name="Rectangle 59">
              <a:extLst>
                <a:ext uri="{FF2B5EF4-FFF2-40B4-BE49-F238E27FC236}">
                  <a16:creationId xmlns:a16="http://schemas.microsoft.com/office/drawing/2014/main" id="{C160A5F6-4243-0B4D-A694-687DE9C0B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86" name="Freeform 60">
              <a:extLst>
                <a:ext uri="{FF2B5EF4-FFF2-40B4-BE49-F238E27FC236}">
                  <a16:creationId xmlns:a16="http://schemas.microsoft.com/office/drawing/2014/main" id="{DCE1287F-730A-864C-AD9E-9FB460287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id="{1A9CE9AE-3F0C-CB4A-AFB4-667C998F6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8" name="Rectangle 62">
              <a:extLst>
                <a:ext uri="{FF2B5EF4-FFF2-40B4-BE49-F238E27FC236}">
                  <a16:creationId xmlns:a16="http://schemas.microsoft.com/office/drawing/2014/main" id="{01EB0058-0984-934E-8EBD-78F44D93B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89" name="Group 63">
              <a:extLst>
                <a:ext uri="{FF2B5EF4-FFF2-40B4-BE49-F238E27FC236}">
                  <a16:creationId xmlns:a16="http://schemas.microsoft.com/office/drawing/2014/main" id="{6DEFB971-8A0D-D54B-BB2F-A5A52EC70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4" name="AutoShape 64">
                <a:extLst>
                  <a:ext uri="{FF2B5EF4-FFF2-40B4-BE49-F238E27FC236}">
                    <a16:creationId xmlns:a16="http://schemas.microsoft.com/office/drawing/2014/main" id="{CB3AB1FF-68E6-B747-BBE7-AB7520613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AutoShape 65">
                <a:extLst>
                  <a:ext uri="{FF2B5EF4-FFF2-40B4-BE49-F238E27FC236}">
                    <a16:creationId xmlns:a16="http://schemas.microsoft.com/office/drawing/2014/main" id="{E93F508C-CA28-204B-8B27-C54D968A7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Rectangle 66">
              <a:extLst>
                <a:ext uri="{FF2B5EF4-FFF2-40B4-BE49-F238E27FC236}">
                  <a16:creationId xmlns:a16="http://schemas.microsoft.com/office/drawing/2014/main" id="{5B1AC563-B14E-A64A-B619-7D4BA2381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1" name="Group 67">
              <a:extLst>
                <a:ext uri="{FF2B5EF4-FFF2-40B4-BE49-F238E27FC236}">
                  <a16:creationId xmlns:a16="http://schemas.microsoft.com/office/drawing/2014/main" id="{48FCBC14-90E7-EB46-8ABD-7C73B72514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2" name="AutoShape 68">
                <a:extLst>
                  <a:ext uri="{FF2B5EF4-FFF2-40B4-BE49-F238E27FC236}">
                    <a16:creationId xmlns:a16="http://schemas.microsoft.com/office/drawing/2014/main" id="{A898FDCB-872C-6440-BCF5-39CC5BB4E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AutoShape 69">
                <a:extLst>
                  <a:ext uri="{FF2B5EF4-FFF2-40B4-BE49-F238E27FC236}">
                    <a16:creationId xmlns:a16="http://schemas.microsoft.com/office/drawing/2014/main" id="{146DD0F8-ADA8-4F48-B1C0-6C48443AB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2" name="Rectangle 70">
              <a:extLst>
                <a:ext uri="{FF2B5EF4-FFF2-40B4-BE49-F238E27FC236}">
                  <a16:creationId xmlns:a16="http://schemas.microsoft.com/office/drawing/2014/main" id="{AECADF08-F932-F64F-83DE-4FB9C125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3" name="Rectangle 71">
              <a:extLst>
                <a:ext uri="{FF2B5EF4-FFF2-40B4-BE49-F238E27FC236}">
                  <a16:creationId xmlns:a16="http://schemas.microsoft.com/office/drawing/2014/main" id="{AAB7C3D1-8C2B-BE49-A8B9-C1F76FC88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4" name="Group 72">
              <a:extLst>
                <a:ext uri="{FF2B5EF4-FFF2-40B4-BE49-F238E27FC236}">
                  <a16:creationId xmlns:a16="http://schemas.microsoft.com/office/drawing/2014/main" id="{3DEC4CAB-1840-6D4B-83A5-245A38500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0" name="AutoShape 73">
                <a:extLst>
                  <a:ext uri="{FF2B5EF4-FFF2-40B4-BE49-F238E27FC236}">
                    <a16:creationId xmlns:a16="http://schemas.microsoft.com/office/drawing/2014/main" id="{A0F018FE-D678-C348-92C8-C541D45EC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AutoShape 74">
                <a:extLst>
                  <a:ext uri="{FF2B5EF4-FFF2-40B4-BE49-F238E27FC236}">
                    <a16:creationId xmlns:a16="http://schemas.microsoft.com/office/drawing/2014/main" id="{438A18AE-96B9-634D-B0C6-94D6136C1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Freeform 75">
              <a:extLst>
                <a:ext uri="{FF2B5EF4-FFF2-40B4-BE49-F238E27FC236}">
                  <a16:creationId xmlns:a16="http://schemas.microsoft.com/office/drawing/2014/main" id="{D0CF0AA3-AC56-5B4A-AAB7-C4F4A1039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96" name="Group 76">
              <a:extLst>
                <a:ext uri="{FF2B5EF4-FFF2-40B4-BE49-F238E27FC236}">
                  <a16:creationId xmlns:a16="http://schemas.microsoft.com/office/drawing/2014/main" id="{2F69551B-EBA3-BF40-8C0D-28FC3540F9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8" name="AutoShape 77">
                <a:extLst>
                  <a:ext uri="{FF2B5EF4-FFF2-40B4-BE49-F238E27FC236}">
                    <a16:creationId xmlns:a16="http://schemas.microsoft.com/office/drawing/2014/main" id="{F24A03FE-CC74-2E4C-A1C8-914AEE73C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09" name="AutoShape 78">
                <a:extLst>
                  <a:ext uri="{FF2B5EF4-FFF2-40B4-BE49-F238E27FC236}">
                    <a16:creationId xmlns:a16="http://schemas.microsoft.com/office/drawing/2014/main" id="{1A088830-47CE-554E-891D-383BDC7C1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7" name="Rectangle 79">
              <a:extLst>
                <a:ext uri="{FF2B5EF4-FFF2-40B4-BE49-F238E27FC236}">
                  <a16:creationId xmlns:a16="http://schemas.microsoft.com/office/drawing/2014/main" id="{4B8B1DBC-053B-454B-AA6A-93DD7A17D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0C9C506E-2927-3944-A4CD-50E996AE2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EB949747-1183-E946-A591-654096BEA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0" name="Oval 82">
              <a:extLst>
                <a:ext uri="{FF2B5EF4-FFF2-40B4-BE49-F238E27FC236}">
                  <a16:creationId xmlns:a16="http://schemas.microsoft.com/office/drawing/2014/main" id="{568FECAB-8B6E-D148-BC17-44303ACE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638205AE-B922-264E-A776-6C571A51D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2" name="AutoShape 84">
              <a:extLst>
                <a:ext uri="{FF2B5EF4-FFF2-40B4-BE49-F238E27FC236}">
                  <a16:creationId xmlns:a16="http://schemas.microsoft.com/office/drawing/2014/main" id="{68D17880-2BFD-AB45-8EE6-655F1EE2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3" name="AutoShape 85">
              <a:extLst>
                <a:ext uri="{FF2B5EF4-FFF2-40B4-BE49-F238E27FC236}">
                  <a16:creationId xmlns:a16="http://schemas.microsoft.com/office/drawing/2014/main" id="{38FF6123-2AE5-0E4D-9C49-2AB92E459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4" name="Oval 86">
              <a:extLst>
                <a:ext uri="{FF2B5EF4-FFF2-40B4-BE49-F238E27FC236}">
                  <a16:creationId xmlns:a16="http://schemas.microsoft.com/office/drawing/2014/main" id="{2620EC11-7D22-C94E-A6F0-0BB8CA909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5" name="Oval 87">
              <a:extLst>
                <a:ext uri="{FF2B5EF4-FFF2-40B4-BE49-F238E27FC236}">
                  <a16:creationId xmlns:a16="http://schemas.microsoft.com/office/drawing/2014/main" id="{DB036E28-4F88-C54A-8239-CB50D98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6" name="Oval 88">
              <a:extLst>
                <a:ext uri="{FF2B5EF4-FFF2-40B4-BE49-F238E27FC236}">
                  <a16:creationId xmlns:a16="http://schemas.microsoft.com/office/drawing/2014/main" id="{B01647CB-6EC4-044F-915F-A65E26069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7" name="Rectangle 89">
              <a:extLst>
                <a:ext uri="{FF2B5EF4-FFF2-40B4-BE49-F238E27FC236}">
                  <a16:creationId xmlns:a16="http://schemas.microsoft.com/office/drawing/2014/main" id="{45BA2A5E-EE30-C54D-8CAD-2B96D86B0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0AEB31E-EE76-584C-AA46-3C2461C3C346}"/>
              </a:ext>
            </a:extLst>
          </p:cNvPr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47" name="Group 90">
              <a:extLst>
                <a:ext uri="{FF2B5EF4-FFF2-40B4-BE49-F238E27FC236}">
                  <a16:creationId xmlns:a16="http://schemas.microsoft.com/office/drawing/2014/main" id="{0E15E389-35EC-4248-8D1B-518B9EAA5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id="48" name="Picture 91" descr="desktop_computer_stylized_medium">
                <a:extLst>
                  <a:ext uri="{FF2B5EF4-FFF2-40B4-BE49-F238E27FC236}">
                    <a16:creationId xmlns:a16="http://schemas.microsoft.com/office/drawing/2014/main" id="{8461BC4D-1645-F749-AC4B-1926BA94D0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Freeform 92">
                <a:extLst>
                  <a:ext uri="{FF2B5EF4-FFF2-40B4-BE49-F238E27FC236}">
                    <a16:creationId xmlns:a16="http://schemas.microsoft.com/office/drawing/2014/main" id="{ECE33066-562B-D24D-90DD-9F2C4CD1BA2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16" name="Picture 115" descr="Icon&#10;&#10;Description automatically generated">
              <a:extLst>
                <a:ext uri="{FF2B5EF4-FFF2-40B4-BE49-F238E27FC236}">
                  <a16:creationId xmlns:a16="http://schemas.microsoft.com/office/drawing/2014/main" id="{34042089-BE33-B14C-9A59-7A6138E8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</p:spPr>
        </p:pic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9A847BB3-697B-8943-A0D3-E3C65DBA6F1C}"/>
              </a:ext>
            </a:extLst>
          </p:cNvPr>
          <p:cNvSpPr txBox="1"/>
          <p:nvPr/>
        </p:nvSpPr>
        <p:spPr>
          <a:xfrm>
            <a:off x="4352471" y="2398486"/>
            <a:ext cx="1798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nytimes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8BE66CB-B4F9-CC49-A94F-C87C0E785DA3}"/>
              </a:ext>
            </a:extLst>
          </p:cNvPr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34FE7BC9-B7EB-234C-A2F1-449565BB2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242" y="1223204"/>
            <a:ext cx="1797957" cy="129956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D87C6769-19C7-7542-8A41-E79CE4A6A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457" y="4524829"/>
            <a:ext cx="1788365" cy="250371"/>
          </a:xfrm>
          <a:prstGeom prst="rect">
            <a:avLst/>
          </a:prstGeom>
        </p:spPr>
      </p:pic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643CAC7-5EBE-E949-B25F-69531B9E3B7C}"/>
              </a:ext>
            </a:extLst>
          </p:cNvPr>
          <p:cNvGrpSpPr/>
          <p:nvPr/>
        </p:nvGrpSpPr>
        <p:grpSpPr>
          <a:xfrm>
            <a:off x="4051300" y="2946400"/>
            <a:ext cx="965200" cy="1308100"/>
            <a:chOff x="4051300" y="2946400"/>
            <a:chExt cx="965200" cy="1308100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3AA7140A-7962-EE49-94D6-B5A5ACAE10BF}"/>
                </a:ext>
              </a:extLst>
            </p:cNvPr>
            <p:cNvGrpSpPr/>
            <p:nvPr/>
          </p:nvGrpSpPr>
          <p:grpSpPr>
            <a:xfrm>
              <a:off x="4673600" y="2946400"/>
              <a:ext cx="342900" cy="1308100"/>
              <a:chOff x="4673600" y="2946400"/>
              <a:chExt cx="342900" cy="1308100"/>
            </a:xfrm>
          </p:grpSpPr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F60C25F5-95A8-704C-A0DD-192D2CCC96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51400" y="2946400"/>
                <a:ext cx="0" cy="130810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514DA96-3F9B-EC4E-AD35-91569360871F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95FF0112-4C26-5140-866E-E14FB9815DFF}"/>
                  </a:ext>
                </a:extLst>
              </p:cNvPr>
              <p:cNvSpPr txBox="1"/>
              <p:nvPr/>
            </p:nvSpPr>
            <p:spPr>
              <a:xfrm>
                <a:off x="47117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79D69ED-D400-0548-82FB-0F9E9B31A721}"/>
                </a:ext>
              </a:extLst>
            </p:cNvPr>
            <p:cNvSpPr txBox="1"/>
            <p:nvPr/>
          </p:nvSpPr>
          <p:spPr>
            <a:xfrm>
              <a:off x="4051300" y="3378200"/>
              <a:ext cx="736600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GET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227CDFD-02C6-A542-A68F-FF9F81C66103}"/>
              </a:ext>
            </a:extLst>
          </p:cNvPr>
          <p:cNvGrpSpPr/>
          <p:nvPr/>
        </p:nvGrpSpPr>
        <p:grpSpPr>
          <a:xfrm>
            <a:off x="5143500" y="2959100"/>
            <a:ext cx="990600" cy="1308100"/>
            <a:chOff x="5143500" y="2959100"/>
            <a:chExt cx="990600" cy="1308100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AFDCA678-F389-9146-BC39-44292D21247B}"/>
                </a:ext>
              </a:extLst>
            </p:cNvPr>
            <p:cNvGrpSpPr/>
            <p:nvPr/>
          </p:nvGrpSpPr>
          <p:grpSpPr>
            <a:xfrm>
              <a:off x="5143500" y="2959100"/>
              <a:ext cx="342900" cy="1308100"/>
              <a:chOff x="4673600" y="2946400"/>
              <a:chExt cx="342900" cy="1308100"/>
            </a:xfrm>
          </p:grpSpPr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82E7E0D4-DC33-9248-A8C3-006080F0E2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51400" y="2946400"/>
                <a:ext cx="0" cy="130810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0254DDAE-1221-CF4A-8A44-FEBA056F68E6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6449B0AA-1D8A-5A44-848E-EAA10CB19354}"/>
                  </a:ext>
                </a:extLst>
              </p:cNvPr>
              <p:cNvSpPr txBox="1"/>
              <p:nvPr/>
            </p:nvSpPr>
            <p:spPr>
              <a:xfrm>
                <a:off x="47117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7741EFF-00A6-6340-850A-7076A1D9EAD7}"/>
                </a:ext>
              </a:extLst>
            </p:cNvPr>
            <p:cNvSpPr txBox="1"/>
            <p:nvPr/>
          </p:nvSpPr>
          <p:spPr>
            <a:xfrm>
              <a:off x="5397500" y="3403600"/>
              <a:ext cx="736600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reply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DB30830-E833-BB4F-BE11-9C6A3248D779}"/>
              </a:ext>
            </a:extLst>
          </p:cNvPr>
          <p:cNvGrpSpPr/>
          <p:nvPr/>
        </p:nvGrpSpPr>
        <p:grpSpPr>
          <a:xfrm>
            <a:off x="6261100" y="4914900"/>
            <a:ext cx="1854200" cy="369332"/>
            <a:chOff x="3721100" y="3429000"/>
            <a:chExt cx="1854200" cy="369332"/>
          </a:xfrm>
        </p:grpSpPr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01A36013-C952-FA40-9D4F-692A0CBA7E1F}"/>
                </a:ext>
              </a:extLst>
            </p:cNvPr>
            <p:cNvCxnSpPr>
              <a:cxnSpLocks/>
            </p:cNvCxnSpPr>
            <p:nvPr/>
          </p:nvCxnSpPr>
          <p:spPr>
            <a:xfrm>
              <a:off x="3721100" y="3594100"/>
              <a:ext cx="1854200" cy="0"/>
            </a:xfrm>
            <a:prstGeom prst="straightConnector1">
              <a:avLst/>
            </a:prstGeom>
            <a:ln w="25400">
              <a:solidFill>
                <a:srgbClr val="0E01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801E5BD-9906-834C-B644-A5667DC9D522}"/>
                </a:ext>
              </a:extLst>
            </p:cNvPr>
            <p:cNvSpPr/>
            <p:nvPr/>
          </p:nvSpPr>
          <p:spPr>
            <a:xfrm>
              <a:off x="4673600" y="3441700"/>
              <a:ext cx="342900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E0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410B9D7-F1BD-5040-9B26-0F638462A0F2}"/>
                </a:ext>
              </a:extLst>
            </p:cNvPr>
            <p:cNvSpPr txBox="1"/>
            <p:nvPr/>
          </p:nvSpPr>
          <p:spPr>
            <a:xfrm>
              <a:off x="4686300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7C0BEEA-E132-6049-AB80-86336EC7D5A7}"/>
              </a:ext>
            </a:extLst>
          </p:cNvPr>
          <p:cNvGrpSpPr/>
          <p:nvPr/>
        </p:nvGrpSpPr>
        <p:grpSpPr>
          <a:xfrm>
            <a:off x="4749800" y="4826000"/>
            <a:ext cx="342900" cy="369332"/>
            <a:chOff x="2857500" y="6540500"/>
            <a:chExt cx="342900" cy="369332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EFE78511-B68D-FB48-9212-A7FDBA452403}"/>
                </a:ext>
              </a:extLst>
            </p:cNvPr>
            <p:cNvSpPr/>
            <p:nvPr/>
          </p:nvSpPr>
          <p:spPr>
            <a:xfrm>
              <a:off x="2857500" y="6553200"/>
              <a:ext cx="342900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E0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9EF5F58F-2D7E-3946-8159-8928CB5C3E5F}"/>
                </a:ext>
              </a:extLst>
            </p:cNvPr>
            <p:cNvSpPr txBox="1"/>
            <p:nvPr/>
          </p:nvSpPr>
          <p:spPr>
            <a:xfrm>
              <a:off x="2895600" y="65405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8901295-62DF-6B47-BB6C-F82BA23E955E}"/>
              </a:ext>
            </a:extLst>
          </p:cNvPr>
          <p:cNvGrpSpPr/>
          <p:nvPr/>
        </p:nvGrpSpPr>
        <p:grpSpPr>
          <a:xfrm>
            <a:off x="6273800" y="5308600"/>
            <a:ext cx="1841500" cy="369332"/>
            <a:chOff x="3721100" y="3429000"/>
            <a:chExt cx="1841500" cy="369332"/>
          </a:xfrm>
        </p:grpSpPr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C9B3296C-FBC4-B741-B89E-EB3174633A85}"/>
                </a:ext>
              </a:extLst>
            </p:cNvPr>
            <p:cNvCxnSpPr>
              <a:cxnSpLocks/>
            </p:cNvCxnSpPr>
            <p:nvPr/>
          </p:nvCxnSpPr>
          <p:spPr>
            <a:xfrm>
              <a:off x="3721100" y="3594100"/>
              <a:ext cx="1841500" cy="0"/>
            </a:xfrm>
            <a:prstGeom prst="straightConnector1">
              <a:avLst/>
            </a:prstGeom>
            <a:ln w="25400">
              <a:solidFill>
                <a:srgbClr val="0E01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D10E41D9-5E75-A74B-AAF9-EDC9051B91C4}"/>
                </a:ext>
              </a:extLst>
            </p:cNvPr>
            <p:cNvSpPr/>
            <p:nvPr/>
          </p:nvSpPr>
          <p:spPr>
            <a:xfrm>
              <a:off x="4673600" y="3441700"/>
              <a:ext cx="342900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E0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9DFFDE29-91FB-A844-BDB5-7CB514C1EC71}"/>
                </a:ext>
              </a:extLst>
            </p:cNvPr>
            <p:cNvSpPr txBox="1"/>
            <p:nvPr/>
          </p:nvSpPr>
          <p:spPr>
            <a:xfrm>
              <a:off x="4686300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E9CF8CDB-DC01-AA47-85F5-A29BE5D0DF9D}"/>
              </a:ext>
            </a:extLst>
          </p:cNvPr>
          <p:cNvGrpSpPr/>
          <p:nvPr/>
        </p:nvGrpSpPr>
        <p:grpSpPr>
          <a:xfrm>
            <a:off x="4775200" y="5207000"/>
            <a:ext cx="342900" cy="369332"/>
            <a:chOff x="2857500" y="6540500"/>
            <a:chExt cx="342900" cy="369332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3382ECF7-AB3B-8E4F-8B8F-444D8E649113}"/>
                </a:ext>
              </a:extLst>
            </p:cNvPr>
            <p:cNvSpPr/>
            <p:nvPr/>
          </p:nvSpPr>
          <p:spPr>
            <a:xfrm>
              <a:off x="2857500" y="6553200"/>
              <a:ext cx="342900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E01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5B6967AA-7479-CD4D-9D2D-E2D06F1CC22F}"/>
                </a:ext>
              </a:extLst>
            </p:cNvPr>
            <p:cNvSpPr txBox="1"/>
            <p:nvPr/>
          </p:nvSpPr>
          <p:spPr>
            <a:xfrm>
              <a:off x="2895600" y="65405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</p:grpSp>
      <p:pic>
        <p:nvPicPr>
          <p:cNvPr id="167" name="Picture 166">
            <a:extLst>
              <a:ext uri="{FF2B5EF4-FFF2-40B4-BE49-F238E27FC236}">
                <a16:creationId xmlns:a16="http://schemas.microsoft.com/office/drawing/2014/main" id="{8C0658C3-4371-094D-A3A8-111CD786B2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500" y="4394023"/>
            <a:ext cx="1790700" cy="1295576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74251AC0-F2E4-0045-A435-0B349688752E}"/>
              </a:ext>
            </a:extLst>
          </p:cNvPr>
          <p:cNvSpPr txBox="1"/>
          <p:nvPr/>
        </p:nvSpPr>
        <p:spPr>
          <a:xfrm>
            <a:off x="1917701" y="5803900"/>
            <a:ext cx="2425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 times page with embedded ad displayed</a:t>
            </a: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B258242-158D-CE45-B466-E1D5CD19A109}"/>
              </a:ext>
            </a:extLst>
          </p:cNvPr>
          <p:cNvGrpSpPr/>
          <p:nvPr/>
        </p:nvGrpSpPr>
        <p:grpSpPr>
          <a:xfrm>
            <a:off x="584200" y="1511300"/>
            <a:ext cx="3403600" cy="830997"/>
            <a:chOff x="584200" y="1511300"/>
            <a:chExt cx="3403600" cy="830997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62B02ED5-379C-594B-BC28-471D84933F65}"/>
                </a:ext>
              </a:extLst>
            </p:cNvPr>
            <p:cNvSpPr txBox="1"/>
            <p:nvPr/>
          </p:nvSpPr>
          <p:spPr>
            <a:xfrm>
              <a:off x="1016000" y="1511300"/>
              <a:ext cx="2971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0800" marR="0" lvl="0" indent="-127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base html file from nytimes.com</a:t>
              </a: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A5B4B18B-B400-C145-96F8-F232E539CFBE}"/>
                </a:ext>
              </a:extLst>
            </p:cNvPr>
            <p:cNvGrpSpPr/>
            <p:nvPr/>
          </p:nvGrpSpPr>
          <p:grpSpPr>
            <a:xfrm>
              <a:off x="584200" y="1574800"/>
              <a:ext cx="304800" cy="369332"/>
              <a:chOff x="8953500" y="1841500"/>
              <a:chExt cx="304800" cy="369332"/>
            </a:xfrm>
          </p:grpSpPr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FB3CE166-4808-6745-BCA9-C4BEEA1218CA}"/>
                  </a:ext>
                </a:extLst>
              </p:cNvPr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A14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BBFAD08-585E-5240-9260-EE05AAF71ADC}"/>
                  </a:ext>
                </a:extLst>
              </p:cNvPr>
              <p:cNvSpPr txBox="1"/>
              <p:nvPr/>
            </p:nvSpPr>
            <p:spPr>
              <a:xfrm>
                <a:off x="8953500" y="18415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ADE29A41-C1EE-5540-AF16-842A0469EC63}"/>
                </a:ext>
              </a:extLst>
            </p:cNvPr>
            <p:cNvGrpSpPr/>
            <p:nvPr/>
          </p:nvGrpSpPr>
          <p:grpSpPr>
            <a:xfrm>
              <a:off x="736600" y="1778000"/>
              <a:ext cx="314386" cy="369332"/>
              <a:chOff x="8953500" y="1841500"/>
              <a:chExt cx="314386" cy="369332"/>
            </a:xfrm>
          </p:grpSpPr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B65E8865-B055-EF44-8C2B-640FA0F0A4CA}"/>
                  </a:ext>
                </a:extLst>
              </p:cNvPr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A14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5813BBC-13DC-5443-B040-D71A8262A6BB}"/>
                  </a:ext>
                </a:extLst>
              </p:cNvPr>
              <p:cNvSpPr txBox="1"/>
              <p:nvPr/>
            </p:nvSpPr>
            <p:spPr>
              <a:xfrm>
                <a:off x="8966200" y="18415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7715A16-8CAE-8B4E-A1FC-B57E478E27DD}"/>
              </a:ext>
            </a:extLst>
          </p:cNvPr>
          <p:cNvGrpSpPr/>
          <p:nvPr/>
        </p:nvGrpSpPr>
        <p:grpSpPr>
          <a:xfrm>
            <a:off x="546100" y="2527300"/>
            <a:ext cx="3162300" cy="830997"/>
            <a:chOff x="546100" y="2527300"/>
            <a:chExt cx="3162300" cy="830997"/>
          </a:xfrm>
        </p:grpSpPr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02D93285-0615-7947-8708-3D8B9BB64404}"/>
                </a:ext>
              </a:extLst>
            </p:cNvPr>
            <p:cNvSpPr txBox="1"/>
            <p:nvPr/>
          </p:nvSpPr>
          <p:spPr>
            <a:xfrm>
              <a:off x="1041400" y="2527300"/>
              <a:ext cx="2667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fetch ad from AdX.com</a:t>
              </a:r>
            </a:p>
          </p:txBody>
        </p: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57AE4D44-F02C-2D4E-9145-D2F6EE3A1885}"/>
                </a:ext>
              </a:extLst>
            </p:cNvPr>
            <p:cNvGrpSpPr/>
            <p:nvPr/>
          </p:nvGrpSpPr>
          <p:grpSpPr>
            <a:xfrm>
              <a:off x="546100" y="2590800"/>
              <a:ext cx="304800" cy="369332"/>
              <a:chOff x="8953500" y="1841500"/>
              <a:chExt cx="304800" cy="369332"/>
            </a:xfrm>
          </p:grpSpPr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249EEB0F-5470-0442-888E-F04587FF52B8}"/>
                  </a:ext>
                </a:extLst>
              </p:cNvPr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A14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0726A5B0-8161-1949-BD7E-B8491563A898}"/>
                  </a:ext>
                </a:extLst>
              </p:cNvPr>
              <p:cNvSpPr txBox="1"/>
              <p:nvPr/>
            </p:nvSpPr>
            <p:spPr>
              <a:xfrm>
                <a:off x="8953500" y="18415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DCF0D85B-559C-0043-BC0A-4B9CAAD1277C}"/>
                </a:ext>
              </a:extLst>
            </p:cNvPr>
            <p:cNvGrpSpPr/>
            <p:nvPr/>
          </p:nvGrpSpPr>
          <p:grpSpPr>
            <a:xfrm>
              <a:off x="698500" y="2794000"/>
              <a:ext cx="314386" cy="369332"/>
              <a:chOff x="8953500" y="1841500"/>
              <a:chExt cx="314386" cy="369332"/>
            </a:xfrm>
          </p:grpSpPr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29F5351A-FFDA-9C41-B98D-BAEFD8893FAF}"/>
                  </a:ext>
                </a:extLst>
              </p:cNvPr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A14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99AA70F9-EC45-1640-B9B3-7A5389667E0F}"/>
                  </a:ext>
                </a:extLst>
              </p:cNvPr>
              <p:cNvSpPr txBox="1"/>
              <p:nvPr/>
            </p:nvSpPr>
            <p:spPr>
              <a:xfrm>
                <a:off x="8966200" y="18415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A17A1A69-E5FB-634A-980A-BA06E2B4760D}"/>
              </a:ext>
            </a:extLst>
          </p:cNvPr>
          <p:cNvGrpSpPr/>
          <p:nvPr/>
        </p:nvGrpSpPr>
        <p:grpSpPr>
          <a:xfrm>
            <a:off x="635000" y="3556000"/>
            <a:ext cx="3060700" cy="830997"/>
            <a:chOff x="635000" y="3556000"/>
            <a:chExt cx="3060700" cy="830997"/>
          </a:xfrm>
        </p:grpSpPr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BFA112D4-542F-074B-A5A3-B5D63B615FB7}"/>
                </a:ext>
              </a:extLst>
            </p:cNvPr>
            <p:cNvSpPr txBox="1"/>
            <p:nvPr/>
          </p:nvSpPr>
          <p:spPr>
            <a:xfrm>
              <a:off x="1028700" y="3556000"/>
              <a:ext cx="2667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display composed page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77071AEA-F77B-F647-A058-71FC7F56BC9C}"/>
                </a:ext>
              </a:extLst>
            </p:cNvPr>
            <p:cNvGrpSpPr/>
            <p:nvPr/>
          </p:nvGrpSpPr>
          <p:grpSpPr>
            <a:xfrm>
              <a:off x="635000" y="3619500"/>
              <a:ext cx="314386" cy="369332"/>
              <a:chOff x="8953500" y="1841500"/>
              <a:chExt cx="314386" cy="369332"/>
            </a:xfrm>
          </p:grpSpPr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DB3F81B8-82F8-EB45-A850-DEA61F4BA53B}"/>
                  </a:ext>
                </a:extLst>
              </p:cNvPr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A14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1791ABF8-1237-F049-99EC-B939206A2685}"/>
                  </a:ext>
                </a:extLst>
              </p:cNvPr>
              <p:cNvSpPr txBox="1"/>
              <p:nvPr/>
            </p:nvSpPr>
            <p:spPr>
              <a:xfrm>
                <a:off x="8966200" y="18415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678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2 -0.01019 L -0.00013 0.4601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23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5 -0.00093 L -0.26146 0.00532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90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371 L -0.22657 0.00185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302" y="278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712CB78-C706-8D45-92DD-C33079FB1C49}"/>
              </a:ext>
            </a:extLst>
          </p:cNvPr>
          <p:cNvGrpSpPr/>
          <p:nvPr/>
        </p:nvGrpSpPr>
        <p:grpSpPr>
          <a:xfrm>
            <a:off x="6946900" y="1524000"/>
            <a:ext cx="711200" cy="1016000"/>
            <a:chOff x="1282700" y="2006600"/>
            <a:chExt cx="2603500" cy="3263900"/>
          </a:xfrm>
        </p:grpSpPr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540E5D60-2630-5C4F-93AA-181EF66F4A05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1B6C9F51-012D-6C41-86DD-D8573774FC76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B551C884-0D90-F941-AF6F-06DF5399CBEF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2FDD130-6C4C-694D-BE73-6370065D7337}"/>
              </a:ext>
            </a:extLst>
          </p:cNvPr>
          <p:cNvGrpSpPr/>
          <p:nvPr/>
        </p:nvGrpSpPr>
        <p:grpSpPr>
          <a:xfrm>
            <a:off x="4622800" y="5626100"/>
            <a:ext cx="711200" cy="1016000"/>
            <a:chOff x="1282700" y="2006600"/>
            <a:chExt cx="2603500" cy="326390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EB869C5-DCEC-4743-B371-441AE269CD39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78526DC0-9AD9-8E49-B598-BE6ECB1A3ADD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Rounded Rectangle 138">
              <a:extLst>
                <a:ext uri="{FF2B5EF4-FFF2-40B4-BE49-F238E27FC236}">
                  <a16:creationId xmlns:a16="http://schemas.microsoft.com/office/drawing/2014/main" id="{CC925A7C-C818-5C45-B6D1-0A032D437672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Group 57">
            <a:extLst>
              <a:ext uri="{FF2B5EF4-FFF2-40B4-BE49-F238E27FC236}">
                <a16:creationId xmlns:a16="http://schemas.microsoft.com/office/drawing/2014/main" id="{C28FCCAF-E5F2-4945-8BC3-5A0D78DCA4B7}"/>
              </a:ext>
            </a:extLst>
          </p:cNvPr>
          <p:cNvGrpSpPr>
            <a:grpSpLocks/>
          </p:cNvGrpSpPr>
          <p:nvPr/>
        </p:nvGrpSpPr>
        <p:grpSpPr bwMode="auto"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14" name="Freeform 58">
              <a:extLst>
                <a:ext uri="{FF2B5EF4-FFF2-40B4-BE49-F238E27FC236}">
                  <a16:creationId xmlns:a16="http://schemas.microsoft.com/office/drawing/2014/main" id="{3E0ABDD2-372E-3E4A-B89E-371FFA05F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" name="Rectangle 59">
              <a:extLst>
                <a:ext uri="{FF2B5EF4-FFF2-40B4-BE49-F238E27FC236}">
                  <a16:creationId xmlns:a16="http://schemas.microsoft.com/office/drawing/2014/main" id="{E0E6AB63-2D8D-FD4A-8D08-0DCE29453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" name="Freeform 60">
              <a:extLst>
                <a:ext uri="{FF2B5EF4-FFF2-40B4-BE49-F238E27FC236}">
                  <a16:creationId xmlns:a16="http://schemas.microsoft.com/office/drawing/2014/main" id="{F2DF5CCD-3A3D-8946-BB0F-B72F144D1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7" name="Freeform 61">
              <a:extLst>
                <a:ext uri="{FF2B5EF4-FFF2-40B4-BE49-F238E27FC236}">
                  <a16:creationId xmlns:a16="http://schemas.microsoft.com/office/drawing/2014/main" id="{F4AF3F5F-1964-934E-A22C-CAAAC82B8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8" name="Rectangle 62">
              <a:extLst>
                <a:ext uri="{FF2B5EF4-FFF2-40B4-BE49-F238E27FC236}">
                  <a16:creationId xmlns:a16="http://schemas.microsoft.com/office/drawing/2014/main" id="{60DC56E6-B22B-2D4A-A532-797BE2BEC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9" name="Group 63">
              <a:extLst>
                <a:ext uri="{FF2B5EF4-FFF2-40B4-BE49-F238E27FC236}">
                  <a16:creationId xmlns:a16="http://schemas.microsoft.com/office/drawing/2014/main" id="{3F3ABA47-6EE0-1142-9310-EFA5245E7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" name="AutoShape 64">
                <a:extLst>
                  <a:ext uri="{FF2B5EF4-FFF2-40B4-BE49-F238E27FC236}">
                    <a16:creationId xmlns:a16="http://schemas.microsoft.com/office/drawing/2014/main" id="{3EFA4FBC-2313-4A44-9498-E5B0E1F1C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AutoShape 65">
                <a:extLst>
                  <a:ext uri="{FF2B5EF4-FFF2-40B4-BE49-F238E27FC236}">
                    <a16:creationId xmlns:a16="http://schemas.microsoft.com/office/drawing/2014/main" id="{53A490A2-F773-064D-9E4E-79006A985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9B1FF5E8-D30B-2443-8F1C-49E8171DB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2" name="Group 67">
              <a:extLst>
                <a:ext uri="{FF2B5EF4-FFF2-40B4-BE49-F238E27FC236}">
                  <a16:creationId xmlns:a16="http://schemas.microsoft.com/office/drawing/2014/main" id="{647CD9E2-B875-D040-B501-259F20276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" name="AutoShape 68">
                <a:extLst>
                  <a:ext uri="{FF2B5EF4-FFF2-40B4-BE49-F238E27FC236}">
                    <a16:creationId xmlns:a16="http://schemas.microsoft.com/office/drawing/2014/main" id="{8B40E7A0-7F87-CB42-91AF-8495B15D1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AutoShape 69">
                <a:extLst>
                  <a:ext uri="{FF2B5EF4-FFF2-40B4-BE49-F238E27FC236}">
                    <a16:creationId xmlns:a16="http://schemas.microsoft.com/office/drawing/2014/main" id="{E1BA0D48-E378-0841-B21E-B216A3DEB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tangle 70">
              <a:extLst>
                <a:ext uri="{FF2B5EF4-FFF2-40B4-BE49-F238E27FC236}">
                  <a16:creationId xmlns:a16="http://schemas.microsoft.com/office/drawing/2014/main" id="{A8FEB5CD-1C02-994C-9CD3-7210669BA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4" name="Rectangle 71">
              <a:extLst>
                <a:ext uri="{FF2B5EF4-FFF2-40B4-BE49-F238E27FC236}">
                  <a16:creationId xmlns:a16="http://schemas.microsoft.com/office/drawing/2014/main" id="{3F0453AB-5611-FD40-B862-F64CDAA10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5" name="Group 72">
              <a:extLst>
                <a:ext uri="{FF2B5EF4-FFF2-40B4-BE49-F238E27FC236}">
                  <a16:creationId xmlns:a16="http://schemas.microsoft.com/office/drawing/2014/main" id="{4E495B47-7D7F-AE48-BF68-5F048DC52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" name="AutoShape 73">
                <a:extLst>
                  <a:ext uri="{FF2B5EF4-FFF2-40B4-BE49-F238E27FC236}">
                    <a16:creationId xmlns:a16="http://schemas.microsoft.com/office/drawing/2014/main" id="{52081D9E-64FD-9241-9EEA-BFC2848F3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AutoShape 74">
                <a:extLst>
                  <a:ext uri="{FF2B5EF4-FFF2-40B4-BE49-F238E27FC236}">
                    <a16:creationId xmlns:a16="http://schemas.microsoft.com/office/drawing/2014/main" id="{89B07DC2-8E24-B048-B84D-C525C9AA2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00275AA5-20F4-4B40-8A7B-56C022B44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27" name="Group 76">
              <a:extLst>
                <a:ext uri="{FF2B5EF4-FFF2-40B4-BE49-F238E27FC236}">
                  <a16:creationId xmlns:a16="http://schemas.microsoft.com/office/drawing/2014/main" id="{E089CEBF-EE46-794F-82AC-9A6451034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" name="AutoShape 77">
                <a:extLst>
                  <a:ext uri="{FF2B5EF4-FFF2-40B4-BE49-F238E27FC236}">
                    <a16:creationId xmlns:a16="http://schemas.microsoft.com/office/drawing/2014/main" id="{4DB9DFE4-1869-F54F-9D86-B1C33089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AutoShape 78">
                <a:extLst>
                  <a:ext uri="{FF2B5EF4-FFF2-40B4-BE49-F238E27FC236}">
                    <a16:creationId xmlns:a16="http://schemas.microsoft.com/office/drawing/2014/main" id="{1D4272DE-9783-504C-B24E-985066EBD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8" name="Rectangle 79">
              <a:extLst>
                <a:ext uri="{FF2B5EF4-FFF2-40B4-BE49-F238E27FC236}">
                  <a16:creationId xmlns:a16="http://schemas.microsoft.com/office/drawing/2014/main" id="{5FE88211-5391-9B42-9155-73A19A27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05E256D3-88AF-EE40-9D8D-E6162627B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" name="Freeform 81">
              <a:extLst>
                <a:ext uri="{FF2B5EF4-FFF2-40B4-BE49-F238E27FC236}">
                  <a16:creationId xmlns:a16="http://schemas.microsoft.com/office/drawing/2014/main" id="{2B1E13A7-1340-1449-8740-70AFA3DE6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" name="Oval 82">
              <a:extLst>
                <a:ext uri="{FF2B5EF4-FFF2-40B4-BE49-F238E27FC236}">
                  <a16:creationId xmlns:a16="http://schemas.microsoft.com/office/drawing/2014/main" id="{DAC0CC86-045F-6F4E-9391-E07245D69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2" name="Freeform 83">
              <a:extLst>
                <a:ext uri="{FF2B5EF4-FFF2-40B4-BE49-F238E27FC236}">
                  <a16:creationId xmlns:a16="http://schemas.microsoft.com/office/drawing/2014/main" id="{A27EE01C-A7F3-EB4C-B539-16929E3E8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" name="AutoShape 84">
              <a:extLst>
                <a:ext uri="{FF2B5EF4-FFF2-40B4-BE49-F238E27FC236}">
                  <a16:creationId xmlns:a16="http://schemas.microsoft.com/office/drawing/2014/main" id="{881A1C8F-54F2-8948-B760-2762B01F4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4" name="AutoShape 85">
              <a:extLst>
                <a:ext uri="{FF2B5EF4-FFF2-40B4-BE49-F238E27FC236}">
                  <a16:creationId xmlns:a16="http://schemas.microsoft.com/office/drawing/2014/main" id="{5AE8BE14-C3E6-D84F-A9AC-E4E0F707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5" name="Oval 86">
              <a:extLst>
                <a:ext uri="{FF2B5EF4-FFF2-40B4-BE49-F238E27FC236}">
                  <a16:creationId xmlns:a16="http://schemas.microsoft.com/office/drawing/2014/main" id="{FD11E9D2-4386-FF49-8E96-2E035F92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6" name="Oval 87">
              <a:extLst>
                <a:ext uri="{FF2B5EF4-FFF2-40B4-BE49-F238E27FC236}">
                  <a16:creationId xmlns:a16="http://schemas.microsoft.com/office/drawing/2014/main" id="{A698DF12-44DE-B34A-9F3A-FC02DEBBF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7" name="Oval 88">
              <a:extLst>
                <a:ext uri="{FF2B5EF4-FFF2-40B4-BE49-F238E27FC236}">
                  <a16:creationId xmlns:a16="http://schemas.microsoft.com/office/drawing/2014/main" id="{C070DEEB-91AB-C142-9143-5974D8EB7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8" name="Rectangle 89">
              <a:extLst>
                <a:ext uri="{FF2B5EF4-FFF2-40B4-BE49-F238E27FC236}">
                  <a16:creationId xmlns:a16="http://schemas.microsoft.com/office/drawing/2014/main" id="{73990BF0-CEC8-384B-BF26-4A0885AAF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C613071-8BFC-5349-80C0-90202063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FB3A00-B2D9-7443-B666-0ABA7347B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057" y="4524829"/>
            <a:ext cx="1783443" cy="249682"/>
          </a:xfrm>
          <a:prstGeom prst="rect">
            <a:avLst/>
          </a:prstGeom>
        </p:spPr>
      </p:pic>
      <p:grpSp>
        <p:nvGrpSpPr>
          <p:cNvPr id="83" name="Group 57">
            <a:extLst>
              <a:ext uri="{FF2B5EF4-FFF2-40B4-BE49-F238E27FC236}">
                <a16:creationId xmlns:a16="http://schemas.microsoft.com/office/drawing/2014/main" id="{C5D7863B-AD69-FC47-BA2D-38FCE4992417}"/>
              </a:ext>
            </a:extLst>
          </p:cNvPr>
          <p:cNvGrpSpPr>
            <a:grpSpLocks/>
          </p:cNvGrpSpPr>
          <p:nvPr/>
        </p:nvGrpSpPr>
        <p:grpSpPr bwMode="auto"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84" name="Freeform 58">
              <a:extLst>
                <a:ext uri="{FF2B5EF4-FFF2-40B4-BE49-F238E27FC236}">
                  <a16:creationId xmlns:a16="http://schemas.microsoft.com/office/drawing/2014/main" id="{49D083FD-79A2-E74D-A776-974520EEA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5" name="Rectangle 59">
              <a:extLst>
                <a:ext uri="{FF2B5EF4-FFF2-40B4-BE49-F238E27FC236}">
                  <a16:creationId xmlns:a16="http://schemas.microsoft.com/office/drawing/2014/main" id="{C160A5F6-4243-0B4D-A694-687DE9C0B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86" name="Freeform 60">
              <a:extLst>
                <a:ext uri="{FF2B5EF4-FFF2-40B4-BE49-F238E27FC236}">
                  <a16:creationId xmlns:a16="http://schemas.microsoft.com/office/drawing/2014/main" id="{DCE1287F-730A-864C-AD9E-9FB460287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id="{1A9CE9AE-3F0C-CB4A-AFB4-667C998F6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8" name="Rectangle 62">
              <a:extLst>
                <a:ext uri="{FF2B5EF4-FFF2-40B4-BE49-F238E27FC236}">
                  <a16:creationId xmlns:a16="http://schemas.microsoft.com/office/drawing/2014/main" id="{01EB0058-0984-934E-8EBD-78F44D93B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89" name="Group 63">
              <a:extLst>
                <a:ext uri="{FF2B5EF4-FFF2-40B4-BE49-F238E27FC236}">
                  <a16:creationId xmlns:a16="http://schemas.microsoft.com/office/drawing/2014/main" id="{6DEFB971-8A0D-D54B-BB2F-A5A52EC70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4" name="AutoShape 64">
                <a:extLst>
                  <a:ext uri="{FF2B5EF4-FFF2-40B4-BE49-F238E27FC236}">
                    <a16:creationId xmlns:a16="http://schemas.microsoft.com/office/drawing/2014/main" id="{CB3AB1FF-68E6-B747-BBE7-AB7520613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AutoShape 65">
                <a:extLst>
                  <a:ext uri="{FF2B5EF4-FFF2-40B4-BE49-F238E27FC236}">
                    <a16:creationId xmlns:a16="http://schemas.microsoft.com/office/drawing/2014/main" id="{E93F508C-CA28-204B-8B27-C54D968A7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Rectangle 66">
              <a:extLst>
                <a:ext uri="{FF2B5EF4-FFF2-40B4-BE49-F238E27FC236}">
                  <a16:creationId xmlns:a16="http://schemas.microsoft.com/office/drawing/2014/main" id="{5B1AC563-B14E-A64A-B619-7D4BA2381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1" name="Group 67">
              <a:extLst>
                <a:ext uri="{FF2B5EF4-FFF2-40B4-BE49-F238E27FC236}">
                  <a16:creationId xmlns:a16="http://schemas.microsoft.com/office/drawing/2014/main" id="{48FCBC14-90E7-EB46-8ABD-7C73B72514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2" name="AutoShape 68">
                <a:extLst>
                  <a:ext uri="{FF2B5EF4-FFF2-40B4-BE49-F238E27FC236}">
                    <a16:creationId xmlns:a16="http://schemas.microsoft.com/office/drawing/2014/main" id="{A898FDCB-872C-6440-BCF5-39CC5BB4E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AutoShape 69">
                <a:extLst>
                  <a:ext uri="{FF2B5EF4-FFF2-40B4-BE49-F238E27FC236}">
                    <a16:creationId xmlns:a16="http://schemas.microsoft.com/office/drawing/2014/main" id="{146DD0F8-ADA8-4F48-B1C0-6C48443AB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2" name="Rectangle 70">
              <a:extLst>
                <a:ext uri="{FF2B5EF4-FFF2-40B4-BE49-F238E27FC236}">
                  <a16:creationId xmlns:a16="http://schemas.microsoft.com/office/drawing/2014/main" id="{AECADF08-F932-F64F-83DE-4FB9C125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3" name="Rectangle 71">
              <a:extLst>
                <a:ext uri="{FF2B5EF4-FFF2-40B4-BE49-F238E27FC236}">
                  <a16:creationId xmlns:a16="http://schemas.microsoft.com/office/drawing/2014/main" id="{AAB7C3D1-8C2B-BE49-A8B9-C1F76FC88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4" name="Group 72">
              <a:extLst>
                <a:ext uri="{FF2B5EF4-FFF2-40B4-BE49-F238E27FC236}">
                  <a16:creationId xmlns:a16="http://schemas.microsoft.com/office/drawing/2014/main" id="{3DEC4CAB-1840-6D4B-83A5-245A38500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0" name="AutoShape 73">
                <a:extLst>
                  <a:ext uri="{FF2B5EF4-FFF2-40B4-BE49-F238E27FC236}">
                    <a16:creationId xmlns:a16="http://schemas.microsoft.com/office/drawing/2014/main" id="{A0F018FE-D678-C348-92C8-C541D45EC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AutoShape 74">
                <a:extLst>
                  <a:ext uri="{FF2B5EF4-FFF2-40B4-BE49-F238E27FC236}">
                    <a16:creationId xmlns:a16="http://schemas.microsoft.com/office/drawing/2014/main" id="{438A18AE-96B9-634D-B0C6-94D6136C1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Freeform 75">
              <a:extLst>
                <a:ext uri="{FF2B5EF4-FFF2-40B4-BE49-F238E27FC236}">
                  <a16:creationId xmlns:a16="http://schemas.microsoft.com/office/drawing/2014/main" id="{D0CF0AA3-AC56-5B4A-AAB7-C4F4A1039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96" name="Group 76">
              <a:extLst>
                <a:ext uri="{FF2B5EF4-FFF2-40B4-BE49-F238E27FC236}">
                  <a16:creationId xmlns:a16="http://schemas.microsoft.com/office/drawing/2014/main" id="{2F69551B-EBA3-BF40-8C0D-28FC3540F9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8" name="AutoShape 77">
                <a:extLst>
                  <a:ext uri="{FF2B5EF4-FFF2-40B4-BE49-F238E27FC236}">
                    <a16:creationId xmlns:a16="http://schemas.microsoft.com/office/drawing/2014/main" id="{F24A03FE-CC74-2E4C-A1C8-914AEE73C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09" name="AutoShape 78">
                <a:extLst>
                  <a:ext uri="{FF2B5EF4-FFF2-40B4-BE49-F238E27FC236}">
                    <a16:creationId xmlns:a16="http://schemas.microsoft.com/office/drawing/2014/main" id="{1A088830-47CE-554E-891D-383BDC7C1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7" name="Rectangle 79">
              <a:extLst>
                <a:ext uri="{FF2B5EF4-FFF2-40B4-BE49-F238E27FC236}">
                  <a16:creationId xmlns:a16="http://schemas.microsoft.com/office/drawing/2014/main" id="{4B8B1DBC-053B-454B-AA6A-93DD7A17D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0C9C506E-2927-3944-A4CD-50E996AE2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EB949747-1183-E946-A591-654096BEA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0" name="Oval 82">
              <a:extLst>
                <a:ext uri="{FF2B5EF4-FFF2-40B4-BE49-F238E27FC236}">
                  <a16:creationId xmlns:a16="http://schemas.microsoft.com/office/drawing/2014/main" id="{568FECAB-8B6E-D148-BC17-44303ACE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638205AE-B922-264E-A776-6C571A51D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2" name="AutoShape 84">
              <a:extLst>
                <a:ext uri="{FF2B5EF4-FFF2-40B4-BE49-F238E27FC236}">
                  <a16:creationId xmlns:a16="http://schemas.microsoft.com/office/drawing/2014/main" id="{68D17880-2BFD-AB45-8EE6-655F1EE2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3" name="AutoShape 85">
              <a:extLst>
                <a:ext uri="{FF2B5EF4-FFF2-40B4-BE49-F238E27FC236}">
                  <a16:creationId xmlns:a16="http://schemas.microsoft.com/office/drawing/2014/main" id="{38FF6123-2AE5-0E4D-9C49-2AB92E459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4" name="Oval 86">
              <a:extLst>
                <a:ext uri="{FF2B5EF4-FFF2-40B4-BE49-F238E27FC236}">
                  <a16:creationId xmlns:a16="http://schemas.microsoft.com/office/drawing/2014/main" id="{2620EC11-7D22-C94E-A6F0-0BB8CA909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5" name="Oval 87">
              <a:extLst>
                <a:ext uri="{FF2B5EF4-FFF2-40B4-BE49-F238E27FC236}">
                  <a16:creationId xmlns:a16="http://schemas.microsoft.com/office/drawing/2014/main" id="{DB036E28-4F88-C54A-8239-CB50D98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6" name="Oval 88">
              <a:extLst>
                <a:ext uri="{FF2B5EF4-FFF2-40B4-BE49-F238E27FC236}">
                  <a16:creationId xmlns:a16="http://schemas.microsoft.com/office/drawing/2014/main" id="{B01647CB-6EC4-044F-915F-A65E26069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7" name="Rectangle 89">
              <a:extLst>
                <a:ext uri="{FF2B5EF4-FFF2-40B4-BE49-F238E27FC236}">
                  <a16:creationId xmlns:a16="http://schemas.microsoft.com/office/drawing/2014/main" id="{45BA2A5E-EE30-C54D-8CAD-2B96D86B0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0AEB31E-EE76-584C-AA46-3C2461C3C346}"/>
              </a:ext>
            </a:extLst>
          </p:cNvPr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47" name="Group 90">
              <a:extLst>
                <a:ext uri="{FF2B5EF4-FFF2-40B4-BE49-F238E27FC236}">
                  <a16:creationId xmlns:a16="http://schemas.microsoft.com/office/drawing/2014/main" id="{0E15E389-35EC-4248-8D1B-518B9EAA5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id="48" name="Picture 91" descr="desktop_computer_stylized_medium">
                <a:extLst>
                  <a:ext uri="{FF2B5EF4-FFF2-40B4-BE49-F238E27FC236}">
                    <a16:creationId xmlns:a16="http://schemas.microsoft.com/office/drawing/2014/main" id="{8461BC4D-1645-F749-AC4B-1926BA94D0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Freeform 92">
                <a:extLst>
                  <a:ext uri="{FF2B5EF4-FFF2-40B4-BE49-F238E27FC236}">
                    <a16:creationId xmlns:a16="http://schemas.microsoft.com/office/drawing/2014/main" id="{ECE33066-562B-D24D-90DD-9F2C4CD1BA2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16" name="Picture 115" descr="Icon&#10;&#10;Description automatically generated">
              <a:extLst>
                <a:ext uri="{FF2B5EF4-FFF2-40B4-BE49-F238E27FC236}">
                  <a16:creationId xmlns:a16="http://schemas.microsoft.com/office/drawing/2014/main" id="{34042089-BE33-B14C-9A59-7A6138E8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</p:spPr>
        </p:pic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9A847BB3-697B-8943-A0D3-E3C65DBA6F1C}"/>
              </a:ext>
            </a:extLst>
          </p:cNvPr>
          <p:cNvSpPr txBox="1"/>
          <p:nvPr/>
        </p:nvSpPr>
        <p:spPr>
          <a:xfrm>
            <a:off x="4352471" y="2398486"/>
            <a:ext cx="25726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nytimes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 (sports)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8BE66CB-B4F9-CC49-A94F-C87C0E785DA3}"/>
              </a:ext>
            </a:extLst>
          </p:cNvPr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20A0CD-DF92-1645-9CBB-C5971315F8AB}"/>
              </a:ext>
            </a:extLst>
          </p:cNvPr>
          <p:cNvSpPr txBox="1"/>
          <p:nvPr/>
        </p:nvSpPr>
        <p:spPr>
          <a:xfrm>
            <a:off x="6997700" y="1778000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sports, 2/15/22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EDD1666-0DF1-1644-8B3C-E55E2557B728}"/>
              </a:ext>
            </a:extLst>
          </p:cNvPr>
          <p:cNvGrpSpPr/>
          <p:nvPr/>
        </p:nvGrpSpPr>
        <p:grpSpPr>
          <a:xfrm>
            <a:off x="9182100" y="4902200"/>
            <a:ext cx="711200" cy="1016000"/>
            <a:chOff x="1282700" y="2006600"/>
            <a:chExt cx="2603500" cy="3263900"/>
          </a:xfrm>
        </p:grpSpPr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D02791EC-9307-2A4B-9CC8-D2CCC50BC3C0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Rounded Rectangle 149">
              <a:extLst>
                <a:ext uri="{FF2B5EF4-FFF2-40B4-BE49-F238E27FC236}">
                  <a16:creationId xmlns:a16="http://schemas.microsoft.com/office/drawing/2014/main" id="{1053ED46-9860-D146-B0AD-5B077993BB88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Rounded Rectangle 150">
              <a:extLst>
                <a:ext uri="{FF2B5EF4-FFF2-40B4-BE49-F238E27FC236}">
                  <a16:creationId xmlns:a16="http://schemas.microsoft.com/office/drawing/2014/main" id="{2D06E11F-99A7-5240-B75B-7DD5647AAD3D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9DD11912-9F0C-4A48-865D-02E84CA7BE56}"/>
              </a:ext>
            </a:extLst>
          </p:cNvPr>
          <p:cNvSpPr txBox="1"/>
          <p:nvPr/>
        </p:nvSpPr>
        <p:spPr>
          <a:xfrm>
            <a:off x="4229100" y="5867400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 Times: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A0EC18F-F5A0-8D4C-B18A-FC1AADC91C63}"/>
              </a:ext>
            </a:extLst>
          </p:cNvPr>
          <p:cNvSpPr txBox="1"/>
          <p:nvPr/>
        </p:nvSpPr>
        <p:spPr>
          <a:xfrm>
            <a:off x="9226009" y="5181600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NY Times sports, 2/15/22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7804DB-C2BE-234C-BAF8-001A3C11A353}"/>
              </a:ext>
            </a:extLst>
          </p:cNvPr>
          <p:cNvGrpSpPr/>
          <p:nvPr/>
        </p:nvGrpSpPr>
        <p:grpSpPr>
          <a:xfrm>
            <a:off x="5029200" y="2971800"/>
            <a:ext cx="1866900" cy="1308100"/>
            <a:chOff x="5232400" y="2959100"/>
            <a:chExt cx="1866900" cy="1308100"/>
          </a:xfrm>
        </p:grpSpPr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82E7E0D4-DC33-9248-A8C3-006080F0E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1300" y="2959100"/>
              <a:ext cx="0" cy="1308100"/>
            </a:xfrm>
            <a:prstGeom prst="straightConnector1">
              <a:avLst/>
            </a:prstGeom>
            <a:ln w="25400">
              <a:solidFill>
                <a:srgbClr val="0E01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7C61A80-CE02-B448-B5E3-EBFF6D673BFC}"/>
                </a:ext>
              </a:extLst>
            </p:cNvPr>
            <p:cNvGrpSpPr/>
            <p:nvPr/>
          </p:nvGrpSpPr>
          <p:grpSpPr>
            <a:xfrm>
              <a:off x="5232400" y="3289300"/>
              <a:ext cx="1866900" cy="763946"/>
              <a:chOff x="6464300" y="3225800"/>
              <a:chExt cx="1866900" cy="763946"/>
            </a:xfrm>
          </p:grpSpPr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37741EFF-00A6-6340-850A-7076A1D9EAD7}"/>
                  </a:ext>
                </a:extLst>
              </p:cNvPr>
              <p:cNvSpPr txBox="1"/>
              <p:nvPr/>
            </p:nvSpPr>
            <p:spPr>
              <a:xfrm>
                <a:off x="6540500" y="3225800"/>
                <a:ext cx="736600" cy="54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920ECA3E-DA6F-244F-AC0C-FD318708283A}"/>
                  </a:ext>
                </a:extLst>
              </p:cNvPr>
              <p:cNvSpPr txBox="1"/>
              <p:nvPr/>
            </p:nvSpPr>
            <p:spPr>
              <a:xfrm>
                <a:off x="6464300" y="3670300"/>
                <a:ext cx="18669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cookie: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1634</a:t>
                </a: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0BBD88-33EF-3947-884A-6B491783249E}"/>
              </a:ext>
            </a:extLst>
          </p:cNvPr>
          <p:cNvGrpSpPr/>
          <p:nvPr/>
        </p:nvGrpSpPr>
        <p:grpSpPr>
          <a:xfrm>
            <a:off x="5829300" y="4457700"/>
            <a:ext cx="2565400" cy="826532"/>
            <a:chOff x="5829300" y="4457700"/>
            <a:chExt cx="2565400" cy="826532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ADB30830-E833-BB4F-BE11-9C6A3248D779}"/>
                </a:ext>
              </a:extLst>
            </p:cNvPr>
            <p:cNvGrpSpPr/>
            <p:nvPr/>
          </p:nvGrpSpPr>
          <p:grpSpPr>
            <a:xfrm>
              <a:off x="6261100" y="4914900"/>
              <a:ext cx="1854200" cy="369332"/>
              <a:chOff x="3721100" y="3429000"/>
              <a:chExt cx="1854200" cy="369332"/>
            </a:xfrm>
          </p:grpSpPr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01A36013-C952-FA40-9D4F-692A0CBA7E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542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2801E5BD-9906-834C-B644-A5667DC9D522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D410B9D7-F1BD-5040-9B26-0F638462A0F2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8CA521F4-EC55-8C40-BE52-D9669FC5CF74}"/>
                </a:ext>
              </a:extLst>
            </p:cNvPr>
            <p:cNvGrpSpPr/>
            <p:nvPr/>
          </p:nvGrpSpPr>
          <p:grpSpPr>
            <a:xfrm>
              <a:off x="5829300" y="4457700"/>
              <a:ext cx="2565400" cy="522848"/>
              <a:chOff x="6667500" y="3098800"/>
              <a:chExt cx="2565400" cy="522848"/>
            </a:xfrm>
          </p:grpSpPr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77BC8A21-6CB2-204F-A591-9C029E2F841E}"/>
                  </a:ext>
                </a:extLst>
              </p:cNvPr>
              <p:cNvSpPr txBox="1"/>
              <p:nvPr/>
            </p:nvSpPr>
            <p:spPr>
              <a:xfrm>
                <a:off x="6667500" y="30988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GET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3AD5EFFE-CDD2-424B-B7F3-2CE29BF214C0}"/>
                  </a:ext>
                </a:extLst>
              </p:cNvPr>
              <p:cNvSpPr txBox="1"/>
              <p:nvPr/>
            </p:nvSpPr>
            <p:spPr>
              <a:xfrm>
                <a:off x="6718300" y="3327400"/>
                <a:ext cx="2514600" cy="29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Referrer: NY Times Sports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98A3665-4E7C-D848-BE58-FE2952708C34}"/>
              </a:ext>
            </a:extLst>
          </p:cNvPr>
          <p:cNvGrpSpPr/>
          <p:nvPr/>
        </p:nvGrpSpPr>
        <p:grpSpPr>
          <a:xfrm>
            <a:off x="6032500" y="5308600"/>
            <a:ext cx="2641600" cy="840348"/>
            <a:chOff x="6032500" y="5308600"/>
            <a:chExt cx="2641600" cy="840348"/>
          </a:xfrm>
        </p:grpSpPr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C8901295-62DF-6B47-BB6C-F82BA23E955E}"/>
                </a:ext>
              </a:extLst>
            </p:cNvPr>
            <p:cNvGrpSpPr/>
            <p:nvPr/>
          </p:nvGrpSpPr>
          <p:grpSpPr>
            <a:xfrm>
              <a:off x="6273800" y="5308600"/>
              <a:ext cx="1841500" cy="369332"/>
              <a:chOff x="3721100" y="3429000"/>
              <a:chExt cx="1841500" cy="369332"/>
            </a:xfrm>
          </p:grpSpPr>
          <p:cxnSp>
            <p:nvCxnSpPr>
              <p:cNvPr id="161" name="Straight Arrow Connector 160">
                <a:extLst>
                  <a:ext uri="{FF2B5EF4-FFF2-40B4-BE49-F238E27FC236}">
                    <a16:creationId xmlns:a16="http://schemas.microsoft.com/office/drawing/2014/main" id="{C9B3296C-FBC4-B741-B89E-EB3174633A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415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D10E41D9-5E75-A74B-AAF9-EDC9051B91C4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9DFFDE29-91FB-A844-BDB5-7CB514C1EC71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22DEA1DD-5EEE-1C4E-A637-02C9F65CF6D5}"/>
                </a:ext>
              </a:extLst>
            </p:cNvPr>
            <p:cNvGrpSpPr/>
            <p:nvPr/>
          </p:nvGrpSpPr>
          <p:grpSpPr>
            <a:xfrm>
              <a:off x="6032500" y="5600700"/>
              <a:ext cx="2641600" cy="548248"/>
              <a:chOff x="6680200" y="3187700"/>
              <a:chExt cx="2641600" cy="548248"/>
            </a:xfrm>
          </p:grpSpPr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FE94D7BC-7D81-274A-9509-DEE4B740FB74}"/>
                  </a:ext>
                </a:extLst>
              </p:cNvPr>
              <p:cNvSpPr txBox="1"/>
              <p:nvPr/>
            </p:nvSpPr>
            <p:spPr>
              <a:xfrm>
                <a:off x="6680200" y="31877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1EAA195E-8C8C-1845-9D1B-8381449D13DE}"/>
                  </a:ext>
                </a:extLst>
              </p:cNvPr>
              <p:cNvSpPr txBox="1"/>
              <p:nvPr/>
            </p:nvSpPr>
            <p:spPr>
              <a:xfrm>
                <a:off x="6807200" y="3441700"/>
                <a:ext cx="2514600" cy="29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cookie: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7493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4308279-3BAC-D944-AE86-6E42E65336C0}"/>
              </a:ext>
            </a:extLst>
          </p:cNvPr>
          <p:cNvGrpSpPr/>
          <p:nvPr/>
        </p:nvGrpSpPr>
        <p:grpSpPr>
          <a:xfrm>
            <a:off x="3771900" y="2946400"/>
            <a:ext cx="1473200" cy="1308100"/>
            <a:chOff x="3771900" y="2946400"/>
            <a:chExt cx="1473200" cy="1308100"/>
          </a:xfrm>
        </p:grpSpPr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60C25F5-95A8-704C-A0DD-192D2CCC96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1400" y="2946400"/>
              <a:ext cx="0" cy="1308100"/>
            </a:xfrm>
            <a:prstGeom prst="straightConnector1">
              <a:avLst/>
            </a:prstGeom>
            <a:ln w="25400">
              <a:solidFill>
                <a:srgbClr val="0E01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68CF91E3-8CC2-014A-9E16-B2CE362C31BA}"/>
                </a:ext>
              </a:extLst>
            </p:cNvPr>
            <p:cNvSpPr txBox="1"/>
            <p:nvPr/>
          </p:nvSpPr>
          <p:spPr>
            <a:xfrm>
              <a:off x="3771900" y="3276600"/>
              <a:ext cx="1473200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</a:t>
              </a:r>
            </a:p>
          </p:txBody>
        </p:sp>
      </p:grpSp>
      <p:sp>
        <p:nvSpPr>
          <p:cNvPr id="177" name="TextBox 176">
            <a:extLst>
              <a:ext uri="{FF2B5EF4-FFF2-40B4-BE49-F238E27FC236}">
                <a16:creationId xmlns:a16="http://schemas.microsoft.com/office/drawing/2014/main" id="{B147FEBB-BA88-3245-B4BC-E35B47ACD891}"/>
              </a:ext>
            </a:extLst>
          </p:cNvPr>
          <p:cNvSpPr txBox="1"/>
          <p:nvPr/>
        </p:nvSpPr>
        <p:spPr>
          <a:xfrm>
            <a:off x="4660900" y="612140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F53035E-3334-0D4F-B133-C4B1561EA164}"/>
              </a:ext>
            </a:extLst>
          </p:cNvPr>
          <p:cNvSpPr txBox="1"/>
          <p:nvPr/>
        </p:nvSpPr>
        <p:spPr>
          <a:xfrm>
            <a:off x="360491" y="261258"/>
            <a:ext cx="8853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Cookies: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tracking a user’s browsing behavior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B59CE8A-0F27-A146-A4D1-2760DF031A50}"/>
              </a:ext>
            </a:extLst>
          </p:cNvPr>
          <p:cNvGrpSpPr/>
          <p:nvPr/>
        </p:nvGrpSpPr>
        <p:grpSpPr>
          <a:xfrm>
            <a:off x="5670332" y="2112579"/>
            <a:ext cx="5759667" cy="3920359"/>
            <a:chOff x="5670332" y="2112579"/>
            <a:chExt cx="5759667" cy="392035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F9DB321-5A1F-8649-9D26-BF0186CA01CF}"/>
                </a:ext>
              </a:extLst>
            </p:cNvPr>
            <p:cNvSpPr txBox="1"/>
            <p:nvPr/>
          </p:nvSpPr>
          <p:spPr>
            <a:xfrm>
              <a:off x="8623738" y="2427890"/>
              <a:ext cx="280626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“first party” cookie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– from website you chose to visit (provides base html file)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F40397-9A27-6B43-8B1F-E2230399C658}"/>
                </a:ext>
              </a:extLst>
            </p:cNvPr>
            <p:cNvCxnSpPr/>
            <p:nvPr/>
          </p:nvCxnSpPr>
          <p:spPr>
            <a:xfrm flipH="1" flipV="1">
              <a:off x="7425559" y="2112579"/>
              <a:ext cx="1213944" cy="457200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45E86D2A-2489-6B42-BA9F-B2D8B99656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0332" y="2585545"/>
              <a:ext cx="2969171" cy="3447393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C3FE298-29AC-B44F-87D3-1F8763BA5D0F}"/>
              </a:ext>
            </a:extLst>
          </p:cNvPr>
          <p:cNvGrpSpPr/>
          <p:nvPr/>
        </p:nvGrpSpPr>
        <p:grpSpPr>
          <a:xfrm>
            <a:off x="814558" y="5481147"/>
            <a:ext cx="3877874" cy="1015663"/>
            <a:chOff x="9112474" y="3373822"/>
            <a:chExt cx="3877874" cy="1015663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E0A76CD-2A30-FB4B-86F4-85E1E4848582}"/>
                </a:ext>
              </a:extLst>
            </p:cNvPr>
            <p:cNvSpPr txBox="1"/>
            <p:nvPr/>
          </p:nvSpPr>
          <p:spPr>
            <a:xfrm>
              <a:off x="9112474" y="3373822"/>
              <a:ext cx="280626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“third party” cookie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– from website you did </a:t>
              </a:r>
              <a:r>
                <a:rPr kumimoji="0" lang="en-US" sz="2000" b="0" i="1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not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choose to visit</a:t>
              </a: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41F550D-F42E-F949-B025-A8099E6905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04635" y="4198741"/>
              <a:ext cx="2185713" cy="10651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908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4" grpId="0"/>
      <p:bldP spid="122" grpId="0"/>
      <p:bldP spid="1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712CB78-C706-8D45-92DD-C33079FB1C49}"/>
              </a:ext>
            </a:extLst>
          </p:cNvPr>
          <p:cNvGrpSpPr/>
          <p:nvPr/>
        </p:nvGrpSpPr>
        <p:grpSpPr>
          <a:xfrm>
            <a:off x="6946900" y="1524000"/>
            <a:ext cx="711200" cy="1016000"/>
            <a:chOff x="1282700" y="2006600"/>
            <a:chExt cx="2603500" cy="3263900"/>
          </a:xfrm>
        </p:grpSpPr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540E5D60-2630-5C4F-93AA-181EF66F4A05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1B6C9F51-012D-6C41-86DD-D8573774FC76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B551C884-0D90-F941-AF6F-06DF5399CBEF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2FDD130-6C4C-694D-BE73-6370065D7337}"/>
              </a:ext>
            </a:extLst>
          </p:cNvPr>
          <p:cNvGrpSpPr/>
          <p:nvPr/>
        </p:nvGrpSpPr>
        <p:grpSpPr>
          <a:xfrm>
            <a:off x="4622800" y="5626100"/>
            <a:ext cx="711200" cy="1016000"/>
            <a:chOff x="1282700" y="2006600"/>
            <a:chExt cx="2603500" cy="326390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EB869C5-DCEC-4743-B371-441AE269CD39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78526DC0-9AD9-8E49-B598-BE6ECB1A3ADD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Rounded Rectangle 138">
              <a:extLst>
                <a:ext uri="{FF2B5EF4-FFF2-40B4-BE49-F238E27FC236}">
                  <a16:creationId xmlns:a16="http://schemas.microsoft.com/office/drawing/2014/main" id="{CC925A7C-C818-5C45-B6D1-0A032D437672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8853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Cookies: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tracking a user’s browsing behavior</a:t>
            </a:r>
          </a:p>
        </p:txBody>
      </p:sp>
      <p:grpSp>
        <p:nvGrpSpPr>
          <p:cNvPr id="13" name="Group 57">
            <a:extLst>
              <a:ext uri="{FF2B5EF4-FFF2-40B4-BE49-F238E27FC236}">
                <a16:creationId xmlns:a16="http://schemas.microsoft.com/office/drawing/2014/main" id="{C28FCCAF-E5F2-4945-8BC3-5A0D78DCA4B7}"/>
              </a:ext>
            </a:extLst>
          </p:cNvPr>
          <p:cNvGrpSpPr>
            <a:grpSpLocks/>
          </p:cNvGrpSpPr>
          <p:nvPr/>
        </p:nvGrpSpPr>
        <p:grpSpPr bwMode="auto"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14" name="Freeform 58">
              <a:extLst>
                <a:ext uri="{FF2B5EF4-FFF2-40B4-BE49-F238E27FC236}">
                  <a16:creationId xmlns:a16="http://schemas.microsoft.com/office/drawing/2014/main" id="{3E0ABDD2-372E-3E4A-B89E-371FFA05F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" name="Rectangle 59">
              <a:extLst>
                <a:ext uri="{FF2B5EF4-FFF2-40B4-BE49-F238E27FC236}">
                  <a16:creationId xmlns:a16="http://schemas.microsoft.com/office/drawing/2014/main" id="{E0E6AB63-2D8D-FD4A-8D08-0DCE29453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" name="Freeform 60">
              <a:extLst>
                <a:ext uri="{FF2B5EF4-FFF2-40B4-BE49-F238E27FC236}">
                  <a16:creationId xmlns:a16="http://schemas.microsoft.com/office/drawing/2014/main" id="{F2DF5CCD-3A3D-8946-BB0F-B72F144D1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7" name="Freeform 61">
              <a:extLst>
                <a:ext uri="{FF2B5EF4-FFF2-40B4-BE49-F238E27FC236}">
                  <a16:creationId xmlns:a16="http://schemas.microsoft.com/office/drawing/2014/main" id="{F4AF3F5F-1964-934E-A22C-CAAAC82B8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8" name="Rectangle 62">
              <a:extLst>
                <a:ext uri="{FF2B5EF4-FFF2-40B4-BE49-F238E27FC236}">
                  <a16:creationId xmlns:a16="http://schemas.microsoft.com/office/drawing/2014/main" id="{60DC56E6-B22B-2D4A-A532-797BE2BEC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9" name="Group 63">
              <a:extLst>
                <a:ext uri="{FF2B5EF4-FFF2-40B4-BE49-F238E27FC236}">
                  <a16:creationId xmlns:a16="http://schemas.microsoft.com/office/drawing/2014/main" id="{3F3ABA47-6EE0-1142-9310-EFA5245E7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" name="AutoShape 64">
                <a:extLst>
                  <a:ext uri="{FF2B5EF4-FFF2-40B4-BE49-F238E27FC236}">
                    <a16:creationId xmlns:a16="http://schemas.microsoft.com/office/drawing/2014/main" id="{3EFA4FBC-2313-4A44-9498-E5B0E1F1C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AutoShape 65">
                <a:extLst>
                  <a:ext uri="{FF2B5EF4-FFF2-40B4-BE49-F238E27FC236}">
                    <a16:creationId xmlns:a16="http://schemas.microsoft.com/office/drawing/2014/main" id="{53A490A2-F773-064D-9E4E-79006A985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9B1FF5E8-D30B-2443-8F1C-49E8171DB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2" name="Group 67">
              <a:extLst>
                <a:ext uri="{FF2B5EF4-FFF2-40B4-BE49-F238E27FC236}">
                  <a16:creationId xmlns:a16="http://schemas.microsoft.com/office/drawing/2014/main" id="{647CD9E2-B875-D040-B501-259F20276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" name="AutoShape 68">
                <a:extLst>
                  <a:ext uri="{FF2B5EF4-FFF2-40B4-BE49-F238E27FC236}">
                    <a16:creationId xmlns:a16="http://schemas.microsoft.com/office/drawing/2014/main" id="{8B40E7A0-7F87-CB42-91AF-8495B15D1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AutoShape 69">
                <a:extLst>
                  <a:ext uri="{FF2B5EF4-FFF2-40B4-BE49-F238E27FC236}">
                    <a16:creationId xmlns:a16="http://schemas.microsoft.com/office/drawing/2014/main" id="{E1BA0D48-E378-0841-B21E-B216A3DEB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tangle 70">
              <a:extLst>
                <a:ext uri="{FF2B5EF4-FFF2-40B4-BE49-F238E27FC236}">
                  <a16:creationId xmlns:a16="http://schemas.microsoft.com/office/drawing/2014/main" id="{A8FEB5CD-1C02-994C-9CD3-7210669BA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4" name="Rectangle 71">
              <a:extLst>
                <a:ext uri="{FF2B5EF4-FFF2-40B4-BE49-F238E27FC236}">
                  <a16:creationId xmlns:a16="http://schemas.microsoft.com/office/drawing/2014/main" id="{3F0453AB-5611-FD40-B862-F64CDAA10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5" name="Group 72">
              <a:extLst>
                <a:ext uri="{FF2B5EF4-FFF2-40B4-BE49-F238E27FC236}">
                  <a16:creationId xmlns:a16="http://schemas.microsoft.com/office/drawing/2014/main" id="{4E495B47-7D7F-AE48-BF68-5F048DC52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" name="AutoShape 73">
                <a:extLst>
                  <a:ext uri="{FF2B5EF4-FFF2-40B4-BE49-F238E27FC236}">
                    <a16:creationId xmlns:a16="http://schemas.microsoft.com/office/drawing/2014/main" id="{52081D9E-64FD-9241-9EEA-BFC2848F3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AutoShape 74">
                <a:extLst>
                  <a:ext uri="{FF2B5EF4-FFF2-40B4-BE49-F238E27FC236}">
                    <a16:creationId xmlns:a16="http://schemas.microsoft.com/office/drawing/2014/main" id="{89B07DC2-8E24-B048-B84D-C525C9AA2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00275AA5-20F4-4B40-8A7B-56C022B44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27" name="Group 76">
              <a:extLst>
                <a:ext uri="{FF2B5EF4-FFF2-40B4-BE49-F238E27FC236}">
                  <a16:creationId xmlns:a16="http://schemas.microsoft.com/office/drawing/2014/main" id="{E089CEBF-EE46-794F-82AC-9A6451034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" name="AutoShape 77">
                <a:extLst>
                  <a:ext uri="{FF2B5EF4-FFF2-40B4-BE49-F238E27FC236}">
                    <a16:creationId xmlns:a16="http://schemas.microsoft.com/office/drawing/2014/main" id="{4DB9DFE4-1869-F54F-9D86-B1C33089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AutoShape 78">
                <a:extLst>
                  <a:ext uri="{FF2B5EF4-FFF2-40B4-BE49-F238E27FC236}">
                    <a16:creationId xmlns:a16="http://schemas.microsoft.com/office/drawing/2014/main" id="{1D4272DE-9783-504C-B24E-985066EBD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8" name="Rectangle 79">
              <a:extLst>
                <a:ext uri="{FF2B5EF4-FFF2-40B4-BE49-F238E27FC236}">
                  <a16:creationId xmlns:a16="http://schemas.microsoft.com/office/drawing/2014/main" id="{5FE88211-5391-9B42-9155-73A19A27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05E256D3-88AF-EE40-9D8D-E6162627B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" name="Freeform 81">
              <a:extLst>
                <a:ext uri="{FF2B5EF4-FFF2-40B4-BE49-F238E27FC236}">
                  <a16:creationId xmlns:a16="http://schemas.microsoft.com/office/drawing/2014/main" id="{2B1E13A7-1340-1449-8740-70AFA3DE6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" name="Oval 82">
              <a:extLst>
                <a:ext uri="{FF2B5EF4-FFF2-40B4-BE49-F238E27FC236}">
                  <a16:creationId xmlns:a16="http://schemas.microsoft.com/office/drawing/2014/main" id="{DAC0CC86-045F-6F4E-9391-E07245D69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2" name="Freeform 83">
              <a:extLst>
                <a:ext uri="{FF2B5EF4-FFF2-40B4-BE49-F238E27FC236}">
                  <a16:creationId xmlns:a16="http://schemas.microsoft.com/office/drawing/2014/main" id="{A27EE01C-A7F3-EB4C-B539-16929E3E8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" name="AutoShape 84">
              <a:extLst>
                <a:ext uri="{FF2B5EF4-FFF2-40B4-BE49-F238E27FC236}">
                  <a16:creationId xmlns:a16="http://schemas.microsoft.com/office/drawing/2014/main" id="{881A1C8F-54F2-8948-B760-2762B01F4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4" name="AutoShape 85">
              <a:extLst>
                <a:ext uri="{FF2B5EF4-FFF2-40B4-BE49-F238E27FC236}">
                  <a16:creationId xmlns:a16="http://schemas.microsoft.com/office/drawing/2014/main" id="{5AE8BE14-C3E6-D84F-A9AC-E4E0F707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5" name="Oval 86">
              <a:extLst>
                <a:ext uri="{FF2B5EF4-FFF2-40B4-BE49-F238E27FC236}">
                  <a16:creationId xmlns:a16="http://schemas.microsoft.com/office/drawing/2014/main" id="{FD11E9D2-4386-FF49-8E96-2E035F92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6" name="Oval 87">
              <a:extLst>
                <a:ext uri="{FF2B5EF4-FFF2-40B4-BE49-F238E27FC236}">
                  <a16:creationId xmlns:a16="http://schemas.microsoft.com/office/drawing/2014/main" id="{A698DF12-44DE-B34A-9F3A-FC02DEBBF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7" name="Oval 88">
              <a:extLst>
                <a:ext uri="{FF2B5EF4-FFF2-40B4-BE49-F238E27FC236}">
                  <a16:creationId xmlns:a16="http://schemas.microsoft.com/office/drawing/2014/main" id="{C070DEEB-91AB-C142-9143-5974D8EB7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8" name="Rectangle 89">
              <a:extLst>
                <a:ext uri="{FF2B5EF4-FFF2-40B4-BE49-F238E27FC236}">
                  <a16:creationId xmlns:a16="http://schemas.microsoft.com/office/drawing/2014/main" id="{73990BF0-CEC8-384B-BF26-4A0885AAF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C613071-8BFC-5349-80C0-90202063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</p:spPr>
      </p:pic>
      <p:grpSp>
        <p:nvGrpSpPr>
          <p:cNvPr id="83" name="Group 57">
            <a:extLst>
              <a:ext uri="{FF2B5EF4-FFF2-40B4-BE49-F238E27FC236}">
                <a16:creationId xmlns:a16="http://schemas.microsoft.com/office/drawing/2014/main" id="{C5D7863B-AD69-FC47-BA2D-38FCE4992417}"/>
              </a:ext>
            </a:extLst>
          </p:cNvPr>
          <p:cNvGrpSpPr>
            <a:grpSpLocks/>
          </p:cNvGrpSpPr>
          <p:nvPr/>
        </p:nvGrpSpPr>
        <p:grpSpPr bwMode="auto"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84" name="Freeform 58">
              <a:extLst>
                <a:ext uri="{FF2B5EF4-FFF2-40B4-BE49-F238E27FC236}">
                  <a16:creationId xmlns:a16="http://schemas.microsoft.com/office/drawing/2014/main" id="{49D083FD-79A2-E74D-A776-974520EEA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5" name="Rectangle 59">
              <a:extLst>
                <a:ext uri="{FF2B5EF4-FFF2-40B4-BE49-F238E27FC236}">
                  <a16:creationId xmlns:a16="http://schemas.microsoft.com/office/drawing/2014/main" id="{C160A5F6-4243-0B4D-A694-687DE9C0B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86" name="Freeform 60">
              <a:extLst>
                <a:ext uri="{FF2B5EF4-FFF2-40B4-BE49-F238E27FC236}">
                  <a16:creationId xmlns:a16="http://schemas.microsoft.com/office/drawing/2014/main" id="{DCE1287F-730A-864C-AD9E-9FB460287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id="{1A9CE9AE-3F0C-CB4A-AFB4-667C998F6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8" name="Rectangle 62">
              <a:extLst>
                <a:ext uri="{FF2B5EF4-FFF2-40B4-BE49-F238E27FC236}">
                  <a16:creationId xmlns:a16="http://schemas.microsoft.com/office/drawing/2014/main" id="{01EB0058-0984-934E-8EBD-78F44D93B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89" name="Group 63">
              <a:extLst>
                <a:ext uri="{FF2B5EF4-FFF2-40B4-BE49-F238E27FC236}">
                  <a16:creationId xmlns:a16="http://schemas.microsoft.com/office/drawing/2014/main" id="{6DEFB971-8A0D-D54B-BB2F-A5A52EC70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4" name="AutoShape 64">
                <a:extLst>
                  <a:ext uri="{FF2B5EF4-FFF2-40B4-BE49-F238E27FC236}">
                    <a16:creationId xmlns:a16="http://schemas.microsoft.com/office/drawing/2014/main" id="{CB3AB1FF-68E6-B747-BBE7-AB7520613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AutoShape 65">
                <a:extLst>
                  <a:ext uri="{FF2B5EF4-FFF2-40B4-BE49-F238E27FC236}">
                    <a16:creationId xmlns:a16="http://schemas.microsoft.com/office/drawing/2014/main" id="{E93F508C-CA28-204B-8B27-C54D968A7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Rectangle 66">
              <a:extLst>
                <a:ext uri="{FF2B5EF4-FFF2-40B4-BE49-F238E27FC236}">
                  <a16:creationId xmlns:a16="http://schemas.microsoft.com/office/drawing/2014/main" id="{5B1AC563-B14E-A64A-B619-7D4BA2381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1" name="Group 67">
              <a:extLst>
                <a:ext uri="{FF2B5EF4-FFF2-40B4-BE49-F238E27FC236}">
                  <a16:creationId xmlns:a16="http://schemas.microsoft.com/office/drawing/2014/main" id="{48FCBC14-90E7-EB46-8ABD-7C73B72514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2" name="AutoShape 68">
                <a:extLst>
                  <a:ext uri="{FF2B5EF4-FFF2-40B4-BE49-F238E27FC236}">
                    <a16:creationId xmlns:a16="http://schemas.microsoft.com/office/drawing/2014/main" id="{A898FDCB-872C-6440-BCF5-39CC5BB4E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AutoShape 69">
                <a:extLst>
                  <a:ext uri="{FF2B5EF4-FFF2-40B4-BE49-F238E27FC236}">
                    <a16:creationId xmlns:a16="http://schemas.microsoft.com/office/drawing/2014/main" id="{146DD0F8-ADA8-4F48-B1C0-6C48443AB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2" name="Rectangle 70">
              <a:extLst>
                <a:ext uri="{FF2B5EF4-FFF2-40B4-BE49-F238E27FC236}">
                  <a16:creationId xmlns:a16="http://schemas.microsoft.com/office/drawing/2014/main" id="{AECADF08-F932-F64F-83DE-4FB9C125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3" name="Rectangle 71">
              <a:extLst>
                <a:ext uri="{FF2B5EF4-FFF2-40B4-BE49-F238E27FC236}">
                  <a16:creationId xmlns:a16="http://schemas.microsoft.com/office/drawing/2014/main" id="{AAB7C3D1-8C2B-BE49-A8B9-C1F76FC88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4" name="Group 72">
              <a:extLst>
                <a:ext uri="{FF2B5EF4-FFF2-40B4-BE49-F238E27FC236}">
                  <a16:creationId xmlns:a16="http://schemas.microsoft.com/office/drawing/2014/main" id="{3DEC4CAB-1840-6D4B-83A5-245A38500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0" name="AutoShape 73">
                <a:extLst>
                  <a:ext uri="{FF2B5EF4-FFF2-40B4-BE49-F238E27FC236}">
                    <a16:creationId xmlns:a16="http://schemas.microsoft.com/office/drawing/2014/main" id="{A0F018FE-D678-C348-92C8-C541D45EC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AutoShape 74">
                <a:extLst>
                  <a:ext uri="{FF2B5EF4-FFF2-40B4-BE49-F238E27FC236}">
                    <a16:creationId xmlns:a16="http://schemas.microsoft.com/office/drawing/2014/main" id="{438A18AE-96B9-634D-B0C6-94D6136C1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Freeform 75">
              <a:extLst>
                <a:ext uri="{FF2B5EF4-FFF2-40B4-BE49-F238E27FC236}">
                  <a16:creationId xmlns:a16="http://schemas.microsoft.com/office/drawing/2014/main" id="{D0CF0AA3-AC56-5B4A-AAB7-C4F4A1039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96" name="Group 76">
              <a:extLst>
                <a:ext uri="{FF2B5EF4-FFF2-40B4-BE49-F238E27FC236}">
                  <a16:creationId xmlns:a16="http://schemas.microsoft.com/office/drawing/2014/main" id="{2F69551B-EBA3-BF40-8C0D-28FC3540F9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8" name="AutoShape 77">
                <a:extLst>
                  <a:ext uri="{FF2B5EF4-FFF2-40B4-BE49-F238E27FC236}">
                    <a16:creationId xmlns:a16="http://schemas.microsoft.com/office/drawing/2014/main" id="{F24A03FE-CC74-2E4C-A1C8-914AEE73C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09" name="AutoShape 78">
                <a:extLst>
                  <a:ext uri="{FF2B5EF4-FFF2-40B4-BE49-F238E27FC236}">
                    <a16:creationId xmlns:a16="http://schemas.microsoft.com/office/drawing/2014/main" id="{1A088830-47CE-554E-891D-383BDC7C1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7" name="Rectangle 79">
              <a:extLst>
                <a:ext uri="{FF2B5EF4-FFF2-40B4-BE49-F238E27FC236}">
                  <a16:creationId xmlns:a16="http://schemas.microsoft.com/office/drawing/2014/main" id="{4B8B1DBC-053B-454B-AA6A-93DD7A17D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0C9C506E-2927-3944-A4CD-50E996AE2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EB949747-1183-E946-A591-654096BEA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0" name="Oval 82">
              <a:extLst>
                <a:ext uri="{FF2B5EF4-FFF2-40B4-BE49-F238E27FC236}">
                  <a16:creationId xmlns:a16="http://schemas.microsoft.com/office/drawing/2014/main" id="{568FECAB-8B6E-D148-BC17-44303ACE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638205AE-B922-264E-A776-6C571A51D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2" name="AutoShape 84">
              <a:extLst>
                <a:ext uri="{FF2B5EF4-FFF2-40B4-BE49-F238E27FC236}">
                  <a16:creationId xmlns:a16="http://schemas.microsoft.com/office/drawing/2014/main" id="{68D17880-2BFD-AB45-8EE6-655F1EE2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3" name="AutoShape 85">
              <a:extLst>
                <a:ext uri="{FF2B5EF4-FFF2-40B4-BE49-F238E27FC236}">
                  <a16:creationId xmlns:a16="http://schemas.microsoft.com/office/drawing/2014/main" id="{38FF6123-2AE5-0E4D-9C49-2AB92E459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4" name="Oval 86">
              <a:extLst>
                <a:ext uri="{FF2B5EF4-FFF2-40B4-BE49-F238E27FC236}">
                  <a16:creationId xmlns:a16="http://schemas.microsoft.com/office/drawing/2014/main" id="{2620EC11-7D22-C94E-A6F0-0BB8CA909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5" name="Oval 87">
              <a:extLst>
                <a:ext uri="{FF2B5EF4-FFF2-40B4-BE49-F238E27FC236}">
                  <a16:creationId xmlns:a16="http://schemas.microsoft.com/office/drawing/2014/main" id="{DB036E28-4F88-C54A-8239-CB50D98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6" name="Oval 88">
              <a:extLst>
                <a:ext uri="{FF2B5EF4-FFF2-40B4-BE49-F238E27FC236}">
                  <a16:creationId xmlns:a16="http://schemas.microsoft.com/office/drawing/2014/main" id="{B01647CB-6EC4-044F-915F-A65E26069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7" name="Rectangle 89">
              <a:extLst>
                <a:ext uri="{FF2B5EF4-FFF2-40B4-BE49-F238E27FC236}">
                  <a16:creationId xmlns:a16="http://schemas.microsoft.com/office/drawing/2014/main" id="{45BA2A5E-EE30-C54D-8CAD-2B96D86B0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0AEB31E-EE76-584C-AA46-3C2461C3C346}"/>
              </a:ext>
            </a:extLst>
          </p:cNvPr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47" name="Group 90">
              <a:extLst>
                <a:ext uri="{FF2B5EF4-FFF2-40B4-BE49-F238E27FC236}">
                  <a16:creationId xmlns:a16="http://schemas.microsoft.com/office/drawing/2014/main" id="{0E15E389-35EC-4248-8D1B-518B9EAA5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id="48" name="Picture 91" descr="desktop_computer_stylized_medium">
                <a:extLst>
                  <a:ext uri="{FF2B5EF4-FFF2-40B4-BE49-F238E27FC236}">
                    <a16:creationId xmlns:a16="http://schemas.microsoft.com/office/drawing/2014/main" id="{8461BC4D-1645-F749-AC4B-1926BA94D0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Freeform 92">
                <a:extLst>
                  <a:ext uri="{FF2B5EF4-FFF2-40B4-BE49-F238E27FC236}">
                    <a16:creationId xmlns:a16="http://schemas.microsoft.com/office/drawing/2014/main" id="{ECE33066-562B-D24D-90DD-9F2C4CD1BA2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16" name="Picture 115" descr="Icon&#10;&#10;Description automatically generated">
              <a:extLst>
                <a:ext uri="{FF2B5EF4-FFF2-40B4-BE49-F238E27FC236}">
                  <a16:creationId xmlns:a16="http://schemas.microsoft.com/office/drawing/2014/main" id="{34042089-BE33-B14C-9A59-7A6138E8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</p:spPr>
        </p:pic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9A847BB3-697B-8943-A0D3-E3C65DBA6F1C}"/>
              </a:ext>
            </a:extLst>
          </p:cNvPr>
          <p:cNvSpPr txBox="1"/>
          <p:nvPr/>
        </p:nvSpPr>
        <p:spPr>
          <a:xfrm>
            <a:off x="4352471" y="2398486"/>
            <a:ext cx="1798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nytimes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8BE66CB-B4F9-CC49-A94F-C87C0E785DA3}"/>
              </a:ext>
            </a:extLst>
          </p:cNvPr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20A0CD-DF92-1645-9CBB-C5971315F8AB}"/>
              </a:ext>
            </a:extLst>
          </p:cNvPr>
          <p:cNvSpPr txBox="1"/>
          <p:nvPr/>
        </p:nvSpPr>
        <p:spPr>
          <a:xfrm>
            <a:off x="6997700" y="1778000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sports, 2/15/22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EDD1666-0DF1-1644-8B3C-E55E2557B728}"/>
              </a:ext>
            </a:extLst>
          </p:cNvPr>
          <p:cNvGrpSpPr/>
          <p:nvPr/>
        </p:nvGrpSpPr>
        <p:grpSpPr>
          <a:xfrm>
            <a:off x="9182100" y="4902200"/>
            <a:ext cx="711200" cy="1016000"/>
            <a:chOff x="1282700" y="2006600"/>
            <a:chExt cx="2603500" cy="3263900"/>
          </a:xfrm>
        </p:grpSpPr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D02791EC-9307-2A4B-9CC8-D2CCC50BC3C0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Rounded Rectangle 149">
              <a:extLst>
                <a:ext uri="{FF2B5EF4-FFF2-40B4-BE49-F238E27FC236}">
                  <a16:creationId xmlns:a16="http://schemas.microsoft.com/office/drawing/2014/main" id="{1053ED46-9860-D146-B0AD-5B077993BB88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Rounded Rectangle 150">
              <a:extLst>
                <a:ext uri="{FF2B5EF4-FFF2-40B4-BE49-F238E27FC236}">
                  <a16:creationId xmlns:a16="http://schemas.microsoft.com/office/drawing/2014/main" id="{2D06E11F-99A7-5240-B75B-7DD5647AAD3D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9DD11912-9F0C-4A48-865D-02E84CA7BE56}"/>
              </a:ext>
            </a:extLst>
          </p:cNvPr>
          <p:cNvSpPr txBox="1"/>
          <p:nvPr/>
        </p:nvSpPr>
        <p:spPr>
          <a:xfrm>
            <a:off x="4229100" y="5867400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 Times: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A0EC18F-F5A0-8D4C-B18A-FC1AADC91C63}"/>
              </a:ext>
            </a:extLst>
          </p:cNvPr>
          <p:cNvSpPr txBox="1"/>
          <p:nvPr/>
        </p:nvSpPr>
        <p:spPr>
          <a:xfrm>
            <a:off x="9226009" y="5181600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NY Times sports, 2/15/22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147FEBB-BA88-3245-B4BC-E35B47ACD891}"/>
              </a:ext>
            </a:extLst>
          </p:cNvPr>
          <p:cNvSpPr txBox="1"/>
          <p:nvPr/>
        </p:nvSpPr>
        <p:spPr>
          <a:xfrm>
            <a:off x="4660900" y="612140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0" name="Group 57">
            <a:extLst>
              <a:ext uri="{FF2B5EF4-FFF2-40B4-BE49-F238E27FC236}">
                <a16:creationId xmlns:a16="http://schemas.microsoft.com/office/drawing/2014/main" id="{80B9D75A-D707-8E43-938E-72AADC7EE81A}"/>
              </a:ext>
            </a:extLst>
          </p:cNvPr>
          <p:cNvGrpSpPr>
            <a:grpSpLocks/>
          </p:cNvGrpSpPr>
          <p:nvPr/>
        </p:nvGrpSpPr>
        <p:grpSpPr bwMode="auto">
          <a:xfrm>
            <a:off x="2478314" y="1935843"/>
            <a:ext cx="519313" cy="1096646"/>
            <a:chOff x="4140" y="429"/>
            <a:chExt cx="1425" cy="2396"/>
          </a:xfrm>
        </p:grpSpPr>
        <p:sp>
          <p:nvSpPr>
            <p:cNvPr id="121" name="Freeform 58">
              <a:extLst>
                <a:ext uri="{FF2B5EF4-FFF2-40B4-BE49-F238E27FC236}">
                  <a16:creationId xmlns:a16="http://schemas.microsoft.com/office/drawing/2014/main" id="{7CF0D145-247E-524F-80BB-FAB3C9AA2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4" name="Rectangle 59">
              <a:extLst>
                <a:ext uri="{FF2B5EF4-FFF2-40B4-BE49-F238E27FC236}">
                  <a16:creationId xmlns:a16="http://schemas.microsoft.com/office/drawing/2014/main" id="{B069F6D1-4A45-3B45-83E0-57ADBD28A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25" name="Freeform 60">
              <a:extLst>
                <a:ext uri="{FF2B5EF4-FFF2-40B4-BE49-F238E27FC236}">
                  <a16:creationId xmlns:a16="http://schemas.microsoft.com/office/drawing/2014/main" id="{00EF2C13-EA34-614D-8589-6AD24A510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6" name="Freeform 61">
              <a:extLst>
                <a:ext uri="{FF2B5EF4-FFF2-40B4-BE49-F238E27FC236}">
                  <a16:creationId xmlns:a16="http://schemas.microsoft.com/office/drawing/2014/main" id="{D8BEAA98-B184-5A41-899C-24A3499EF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7" name="Rectangle 62">
              <a:extLst>
                <a:ext uri="{FF2B5EF4-FFF2-40B4-BE49-F238E27FC236}">
                  <a16:creationId xmlns:a16="http://schemas.microsoft.com/office/drawing/2014/main" id="{A5091CCD-EAEC-3F45-8E3A-3EE1D4BCC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28" name="Group 63">
              <a:extLst>
                <a:ext uri="{FF2B5EF4-FFF2-40B4-BE49-F238E27FC236}">
                  <a16:creationId xmlns:a16="http://schemas.microsoft.com/office/drawing/2014/main" id="{5807BF3F-C3A0-2E46-9ACB-8160305A85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3" name="AutoShape 64">
                <a:extLst>
                  <a:ext uri="{FF2B5EF4-FFF2-40B4-BE49-F238E27FC236}">
                    <a16:creationId xmlns:a16="http://schemas.microsoft.com/office/drawing/2014/main" id="{A7AECF6C-C86B-5C4F-A239-BF49C2E89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4" name="AutoShape 65">
                <a:extLst>
                  <a:ext uri="{FF2B5EF4-FFF2-40B4-BE49-F238E27FC236}">
                    <a16:creationId xmlns:a16="http://schemas.microsoft.com/office/drawing/2014/main" id="{F16A2EA0-90C8-114E-8082-17259C948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9" name="Rectangle 66">
              <a:extLst>
                <a:ext uri="{FF2B5EF4-FFF2-40B4-BE49-F238E27FC236}">
                  <a16:creationId xmlns:a16="http://schemas.microsoft.com/office/drawing/2014/main" id="{3A8375E6-EC37-1243-97FB-FE0AF3209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31" name="Group 67">
              <a:extLst>
                <a:ext uri="{FF2B5EF4-FFF2-40B4-BE49-F238E27FC236}">
                  <a16:creationId xmlns:a16="http://schemas.microsoft.com/office/drawing/2014/main" id="{3ABEBD29-0886-204E-B875-6CE26C33D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1" name="AutoShape 68">
                <a:extLst>
                  <a:ext uri="{FF2B5EF4-FFF2-40B4-BE49-F238E27FC236}">
                    <a16:creationId xmlns:a16="http://schemas.microsoft.com/office/drawing/2014/main" id="{49E137F3-A6CC-AE40-9B90-B02C6316B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2" name="AutoShape 69">
                <a:extLst>
                  <a:ext uri="{FF2B5EF4-FFF2-40B4-BE49-F238E27FC236}">
                    <a16:creationId xmlns:a16="http://schemas.microsoft.com/office/drawing/2014/main" id="{57B56BCC-B2FD-9048-9DD3-92A3AC501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32" name="Rectangle 70">
              <a:extLst>
                <a:ext uri="{FF2B5EF4-FFF2-40B4-BE49-F238E27FC236}">
                  <a16:creationId xmlns:a16="http://schemas.microsoft.com/office/drawing/2014/main" id="{6B307B68-C234-DF47-81FF-A0D0C80F6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33" name="Rectangle 71">
              <a:extLst>
                <a:ext uri="{FF2B5EF4-FFF2-40B4-BE49-F238E27FC236}">
                  <a16:creationId xmlns:a16="http://schemas.microsoft.com/office/drawing/2014/main" id="{995FC4AA-8787-974F-8D33-03E16EC5A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37" name="Group 72">
              <a:extLst>
                <a:ext uri="{FF2B5EF4-FFF2-40B4-BE49-F238E27FC236}">
                  <a16:creationId xmlns:a16="http://schemas.microsoft.com/office/drawing/2014/main" id="{FA2AF6E2-6548-EF4F-B726-1227D161F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9" name="AutoShape 73">
                <a:extLst>
                  <a:ext uri="{FF2B5EF4-FFF2-40B4-BE49-F238E27FC236}">
                    <a16:creationId xmlns:a16="http://schemas.microsoft.com/office/drawing/2014/main" id="{A85BFF85-1162-694B-985B-D53B39D5D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AutoShape 74">
                <a:extLst>
                  <a:ext uri="{FF2B5EF4-FFF2-40B4-BE49-F238E27FC236}">
                    <a16:creationId xmlns:a16="http://schemas.microsoft.com/office/drawing/2014/main" id="{EFC82C29-79A9-B644-916D-7FC0EF520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38" name="Freeform 75">
              <a:extLst>
                <a:ext uri="{FF2B5EF4-FFF2-40B4-BE49-F238E27FC236}">
                  <a16:creationId xmlns:a16="http://schemas.microsoft.com/office/drawing/2014/main" id="{7EC9C461-F150-1240-8D76-558B6B4F6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155" name="Group 76">
              <a:extLst>
                <a:ext uri="{FF2B5EF4-FFF2-40B4-BE49-F238E27FC236}">
                  <a16:creationId xmlns:a16="http://schemas.microsoft.com/office/drawing/2014/main" id="{9299AE05-29C3-2844-B1C6-633C7CFFF1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6" name="AutoShape 77">
                <a:extLst>
                  <a:ext uri="{FF2B5EF4-FFF2-40B4-BE49-F238E27FC236}">
                    <a16:creationId xmlns:a16="http://schemas.microsoft.com/office/drawing/2014/main" id="{06802116-4260-EF43-8FD8-6944FEDDF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78" name="AutoShape 78">
                <a:extLst>
                  <a:ext uri="{FF2B5EF4-FFF2-40B4-BE49-F238E27FC236}">
                    <a16:creationId xmlns:a16="http://schemas.microsoft.com/office/drawing/2014/main" id="{FD196FB8-2008-F14B-94FF-2664A9A9D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6" name="Rectangle 79">
              <a:extLst>
                <a:ext uri="{FF2B5EF4-FFF2-40B4-BE49-F238E27FC236}">
                  <a16:creationId xmlns:a16="http://schemas.microsoft.com/office/drawing/2014/main" id="{8D1AEBDE-093D-AB41-9F4B-6395A4767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57" name="Freeform 80">
              <a:extLst>
                <a:ext uri="{FF2B5EF4-FFF2-40B4-BE49-F238E27FC236}">
                  <a16:creationId xmlns:a16="http://schemas.microsoft.com/office/drawing/2014/main" id="{E3E9A300-9CB6-5642-9423-B3CE2A84C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4" name="Freeform 81">
              <a:extLst>
                <a:ext uri="{FF2B5EF4-FFF2-40B4-BE49-F238E27FC236}">
                  <a16:creationId xmlns:a16="http://schemas.microsoft.com/office/drawing/2014/main" id="{61E95673-E276-B54E-8951-E28938049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5" name="Oval 82">
              <a:extLst>
                <a:ext uri="{FF2B5EF4-FFF2-40B4-BE49-F238E27FC236}">
                  <a16:creationId xmlns:a16="http://schemas.microsoft.com/office/drawing/2014/main" id="{9B9B3D7E-A0A9-8C43-A374-55DA4D19F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6" name="Freeform 83">
              <a:extLst>
                <a:ext uri="{FF2B5EF4-FFF2-40B4-BE49-F238E27FC236}">
                  <a16:creationId xmlns:a16="http://schemas.microsoft.com/office/drawing/2014/main" id="{E4ABD20F-89C5-8C46-BFE6-5CA778E27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7" name="AutoShape 84">
              <a:extLst>
                <a:ext uri="{FF2B5EF4-FFF2-40B4-BE49-F238E27FC236}">
                  <a16:creationId xmlns:a16="http://schemas.microsoft.com/office/drawing/2014/main" id="{ADAAC857-3F17-1A4D-BBD3-254BC3957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8" name="AutoShape 85">
              <a:extLst>
                <a:ext uri="{FF2B5EF4-FFF2-40B4-BE49-F238E27FC236}">
                  <a16:creationId xmlns:a16="http://schemas.microsoft.com/office/drawing/2014/main" id="{B0B35955-7679-1946-9BAF-3CF60ECC5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9" name="Oval 86">
              <a:extLst>
                <a:ext uri="{FF2B5EF4-FFF2-40B4-BE49-F238E27FC236}">
                  <a16:creationId xmlns:a16="http://schemas.microsoft.com/office/drawing/2014/main" id="{B0EDAF1F-8C77-A745-BA6A-8E3D60BB4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0" name="Oval 87">
              <a:extLst>
                <a:ext uri="{FF2B5EF4-FFF2-40B4-BE49-F238E27FC236}">
                  <a16:creationId xmlns:a16="http://schemas.microsoft.com/office/drawing/2014/main" id="{6B44C974-5992-7741-85AD-5B948203A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1" name="Oval 88">
              <a:extLst>
                <a:ext uri="{FF2B5EF4-FFF2-40B4-BE49-F238E27FC236}">
                  <a16:creationId xmlns:a16="http://schemas.microsoft.com/office/drawing/2014/main" id="{427659D8-BEE1-CA4D-A8D9-708F2BB9D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4" name="Rectangle 89">
              <a:extLst>
                <a:ext uri="{FF2B5EF4-FFF2-40B4-BE49-F238E27FC236}">
                  <a16:creationId xmlns:a16="http://schemas.microsoft.com/office/drawing/2014/main" id="{BA908D21-224A-454D-AE40-AACCE66AF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sp>
        <p:nvSpPr>
          <p:cNvPr id="185" name="TextBox 184">
            <a:extLst>
              <a:ext uri="{FF2B5EF4-FFF2-40B4-BE49-F238E27FC236}">
                <a16:creationId xmlns:a16="http://schemas.microsoft.com/office/drawing/2014/main" id="{E9C38943-9B5B-C74A-9AF5-967FC5643352}"/>
              </a:ext>
            </a:extLst>
          </p:cNvPr>
          <p:cNvSpPr txBox="1"/>
          <p:nvPr/>
        </p:nvSpPr>
        <p:spPr>
          <a:xfrm>
            <a:off x="1482271" y="2995386"/>
            <a:ext cx="1428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socks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3EDD2B-FC70-7C4A-89B5-9183AE973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00" y="1492250"/>
            <a:ext cx="2197100" cy="157292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79FB72C-0CE6-6F4A-8318-7BBCBAF80D45}"/>
              </a:ext>
            </a:extLst>
          </p:cNvPr>
          <p:cNvGrpSpPr/>
          <p:nvPr/>
        </p:nvGrpSpPr>
        <p:grpSpPr>
          <a:xfrm>
            <a:off x="2655782" y="3088525"/>
            <a:ext cx="1853925" cy="1453555"/>
            <a:chOff x="2655782" y="3088525"/>
            <a:chExt cx="1853925" cy="1453555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F0737EF3-88DE-B24C-8B06-2EC1A067E461}"/>
                </a:ext>
              </a:extLst>
            </p:cNvPr>
            <p:cNvGrpSpPr/>
            <p:nvPr/>
          </p:nvGrpSpPr>
          <p:grpSpPr>
            <a:xfrm rot="18353253">
              <a:off x="2896693" y="3474816"/>
              <a:ext cx="826353" cy="1308176"/>
              <a:chOff x="4220856" y="2946324"/>
              <a:chExt cx="826353" cy="1308176"/>
            </a:xfrm>
          </p:grpSpPr>
          <p:grpSp>
            <p:nvGrpSpPr>
              <p:cNvPr id="194" name="Group 193">
                <a:extLst>
                  <a:ext uri="{FF2B5EF4-FFF2-40B4-BE49-F238E27FC236}">
                    <a16:creationId xmlns:a16="http://schemas.microsoft.com/office/drawing/2014/main" id="{FA1C25C4-6393-2D45-A39C-53270B6CDDB6}"/>
                  </a:ext>
                </a:extLst>
              </p:cNvPr>
              <p:cNvGrpSpPr/>
              <p:nvPr/>
            </p:nvGrpSpPr>
            <p:grpSpPr>
              <a:xfrm>
                <a:off x="4673600" y="2946400"/>
                <a:ext cx="373609" cy="1308100"/>
                <a:chOff x="4673600" y="2946400"/>
                <a:chExt cx="373609" cy="1308100"/>
              </a:xfrm>
            </p:grpSpPr>
            <p:cxnSp>
              <p:nvCxnSpPr>
                <p:cNvPr id="196" name="Straight Arrow Connector 195">
                  <a:extLst>
                    <a:ext uri="{FF2B5EF4-FFF2-40B4-BE49-F238E27FC236}">
                      <a16:creationId xmlns:a16="http://schemas.microsoft.com/office/drawing/2014/main" id="{12DCD062-8181-A647-955D-683D45502F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51400" y="2946400"/>
                  <a:ext cx="0" cy="1308100"/>
                </a:xfrm>
                <a:prstGeom prst="straightConnector1">
                  <a:avLst/>
                </a:prstGeom>
                <a:ln w="25400">
                  <a:solidFill>
                    <a:srgbClr val="0E01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3E4A219F-A0E7-8645-8484-086EBA3A6E59}"/>
                    </a:ext>
                  </a:extLst>
                </p:cNvPr>
                <p:cNvSpPr/>
                <p:nvPr/>
              </p:nvSpPr>
              <p:spPr>
                <a:xfrm>
                  <a:off x="4673600" y="3441700"/>
                  <a:ext cx="342900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E01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8E738B55-E22B-3A43-A564-F6EA3FC17C98}"/>
                    </a:ext>
                  </a:extLst>
                </p:cNvPr>
                <p:cNvSpPr txBox="1"/>
                <p:nvPr/>
              </p:nvSpPr>
              <p:spPr>
                <a:xfrm rot="3246747">
                  <a:off x="4711700" y="3429000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1E9006DF-11BD-C547-A32C-1F00EC824547}"/>
                  </a:ext>
                </a:extLst>
              </p:cNvPr>
              <p:cNvSpPr txBox="1"/>
              <p:nvPr/>
            </p:nvSpPr>
            <p:spPr>
              <a:xfrm rot="3246747">
                <a:off x="4123079" y="3044101"/>
                <a:ext cx="736600" cy="54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GET</a:t>
                </a:r>
              </a:p>
            </p:txBody>
          </p: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407DB6C2-0CEA-3648-B1B6-77CE57048243}"/>
                </a:ext>
              </a:extLst>
            </p:cNvPr>
            <p:cNvGrpSpPr/>
            <p:nvPr/>
          </p:nvGrpSpPr>
          <p:grpSpPr>
            <a:xfrm rot="18353253">
              <a:off x="3477459" y="2812673"/>
              <a:ext cx="756395" cy="1308100"/>
              <a:chOff x="5143500" y="2959100"/>
              <a:chExt cx="756395" cy="1308100"/>
            </a:xfrm>
          </p:grpSpPr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54115DA7-DE3B-4447-845E-235ACC3FAAAA}"/>
                  </a:ext>
                </a:extLst>
              </p:cNvPr>
              <p:cNvGrpSpPr/>
              <p:nvPr/>
            </p:nvGrpSpPr>
            <p:grpSpPr>
              <a:xfrm>
                <a:off x="5143500" y="2959100"/>
                <a:ext cx="373609" cy="1308100"/>
                <a:chOff x="4673600" y="2946400"/>
                <a:chExt cx="373609" cy="1308100"/>
              </a:xfrm>
            </p:grpSpPr>
            <p:cxnSp>
              <p:nvCxnSpPr>
                <p:cNvPr id="202" name="Straight Arrow Connector 201">
                  <a:extLst>
                    <a:ext uri="{FF2B5EF4-FFF2-40B4-BE49-F238E27FC236}">
                      <a16:creationId xmlns:a16="http://schemas.microsoft.com/office/drawing/2014/main" id="{F9E6592C-CDC7-B141-8823-F0A2C3118C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51400" y="2946400"/>
                  <a:ext cx="0" cy="1308100"/>
                </a:xfrm>
                <a:prstGeom prst="straightConnector1">
                  <a:avLst/>
                </a:prstGeom>
                <a:ln w="25400">
                  <a:solidFill>
                    <a:srgbClr val="0E01A0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0DE26BA7-BAE1-8A4D-B468-465A4FCB9C96}"/>
                    </a:ext>
                  </a:extLst>
                </p:cNvPr>
                <p:cNvSpPr/>
                <p:nvPr/>
              </p:nvSpPr>
              <p:spPr>
                <a:xfrm>
                  <a:off x="4673600" y="3441700"/>
                  <a:ext cx="342900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E01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D694AEC2-DCB9-F84B-AD91-BF0427B65907}"/>
                    </a:ext>
                  </a:extLst>
                </p:cNvPr>
                <p:cNvSpPr txBox="1"/>
                <p:nvPr/>
              </p:nvSpPr>
              <p:spPr>
                <a:xfrm rot="3246747">
                  <a:off x="4711700" y="3429000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0DED2786-F044-3447-B63A-D53A273462BC}"/>
                  </a:ext>
                </a:extLst>
              </p:cNvPr>
              <p:cNvSpPr txBox="1"/>
              <p:nvPr/>
            </p:nvSpPr>
            <p:spPr>
              <a:xfrm rot="3077103">
                <a:off x="5261072" y="3063392"/>
                <a:ext cx="736600" cy="54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</p:grp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54A1081-6C53-E145-BDD1-3FA5A22FACF9}"/>
              </a:ext>
            </a:extLst>
          </p:cNvPr>
          <p:cNvGrpSpPr/>
          <p:nvPr/>
        </p:nvGrpSpPr>
        <p:grpSpPr>
          <a:xfrm>
            <a:off x="5130800" y="4368800"/>
            <a:ext cx="3136900" cy="890032"/>
            <a:chOff x="5461000" y="4394200"/>
            <a:chExt cx="3136900" cy="890032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6E0A9E9E-A06F-CB45-B0B3-17C467D78C53}"/>
                </a:ext>
              </a:extLst>
            </p:cNvPr>
            <p:cNvGrpSpPr/>
            <p:nvPr/>
          </p:nvGrpSpPr>
          <p:grpSpPr>
            <a:xfrm>
              <a:off x="6261100" y="4914900"/>
              <a:ext cx="1854200" cy="369332"/>
              <a:chOff x="3721100" y="3429000"/>
              <a:chExt cx="1854200" cy="369332"/>
            </a:xfrm>
          </p:grpSpPr>
          <p:cxnSp>
            <p:nvCxnSpPr>
              <p:cNvPr id="210" name="Straight Arrow Connector 209">
                <a:extLst>
                  <a:ext uri="{FF2B5EF4-FFF2-40B4-BE49-F238E27FC236}">
                    <a16:creationId xmlns:a16="http://schemas.microsoft.com/office/drawing/2014/main" id="{3F23167E-A119-EC4E-B146-6F516A8086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542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C4353B75-74F1-0C48-B057-0887FAA78A74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7D88345D-2B6C-F447-AAFA-9A1065757E2F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FD4BFC66-485F-2147-A211-2CAC1D00C204}"/>
                </a:ext>
              </a:extLst>
            </p:cNvPr>
            <p:cNvGrpSpPr/>
            <p:nvPr/>
          </p:nvGrpSpPr>
          <p:grpSpPr>
            <a:xfrm>
              <a:off x="5461000" y="4394200"/>
              <a:ext cx="3136900" cy="535548"/>
              <a:chOff x="6299200" y="3035300"/>
              <a:chExt cx="3136900" cy="535548"/>
            </a:xfrm>
          </p:grpSpPr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6D133E31-40C7-874C-B037-5CF94EEA15C1}"/>
                  </a:ext>
                </a:extLst>
              </p:cNvPr>
              <p:cNvSpPr txBox="1"/>
              <p:nvPr/>
            </p:nvSpPr>
            <p:spPr>
              <a:xfrm>
                <a:off x="6299200" y="30353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GET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CBB6DD5-8489-9846-AEE8-A4EFC46C4CF0}"/>
                  </a:ext>
                </a:extLst>
              </p:cNvPr>
              <p:cNvSpPr txBox="1"/>
              <p:nvPr/>
            </p:nvSpPr>
            <p:spPr>
              <a:xfrm>
                <a:off x="6413500" y="3276600"/>
                <a:ext cx="3022600" cy="29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Referrer: socks.com, cookie: 7493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2A26446-4AA7-B74D-AACE-7134BEC552EB}"/>
              </a:ext>
            </a:extLst>
          </p:cNvPr>
          <p:cNvGrpSpPr/>
          <p:nvPr/>
        </p:nvGrpSpPr>
        <p:grpSpPr>
          <a:xfrm>
            <a:off x="5651500" y="5346700"/>
            <a:ext cx="2641600" cy="840348"/>
            <a:chOff x="6032500" y="5308600"/>
            <a:chExt cx="2641600" cy="840348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29498B2A-276E-DC44-BBE4-90FD27C63891}"/>
                </a:ext>
              </a:extLst>
            </p:cNvPr>
            <p:cNvGrpSpPr/>
            <p:nvPr/>
          </p:nvGrpSpPr>
          <p:grpSpPr>
            <a:xfrm>
              <a:off x="6273800" y="5308600"/>
              <a:ext cx="1841500" cy="369332"/>
              <a:chOff x="3721100" y="3429000"/>
              <a:chExt cx="1841500" cy="369332"/>
            </a:xfrm>
          </p:grpSpPr>
          <p:cxnSp>
            <p:nvCxnSpPr>
              <p:cNvPr id="218" name="Straight Arrow Connector 217">
                <a:extLst>
                  <a:ext uri="{FF2B5EF4-FFF2-40B4-BE49-F238E27FC236}">
                    <a16:creationId xmlns:a16="http://schemas.microsoft.com/office/drawing/2014/main" id="{AEE3B8A3-63AD-A948-AAE1-A57FF9C58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415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4E74045F-FC9E-C748-9CF5-2D715A8ECF5F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DB50E822-27A5-7D49-BF52-0C0C70B85C66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004A4CDB-638B-244C-BB86-A5BEFC684334}"/>
                </a:ext>
              </a:extLst>
            </p:cNvPr>
            <p:cNvGrpSpPr/>
            <p:nvPr/>
          </p:nvGrpSpPr>
          <p:grpSpPr>
            <a:xfrm>
              <a:off x="6032500" y="5600700"/>
              <a:ext cx="2641600" cy="548248"/>
              <a:chOff x="6680200" y="3187700"/>
              <a:chExt cx="2641600" cy="548248"/>
            </a:xfrm>
          </p:grpSpPr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D4ADF513-A7C3-0143-9B0C-2D1C1BD238A3}"/>
                  </a:ext>
                </a:extLst>
              </p:cNvPr>
              <p:cNvSpPr txBox="1"/>
              <p:nvPr/>
            </p:nvSpPr>
            <p:spPr>
              <a:xfrm>
                <a:off x="6680200" y="31877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4A2FC18F-0291-6D46-A3C7-EB72BDA4044F}"/>
                  </a:ext>
                </a:extLst>
              </p:cNvPr>
              <p:cNvSpPr txBox="1"/>
              <p:nvPr/>
            </p:nvSpPr>
            <p:spPr>
              <a:xfrm>
                <a:off x="6807200" y="3441700"/>
                <a:ext cx="2514600" cy="29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cookie: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7493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DE7219FE-2D26-9D42-AE4E-0D7F7B3AF5E9}"/>
              </a:ext>
            </a:extLst>
          </p:cNvPr>
          <p:cNvSpPr txBox="1"/>
          <p:nvPr/>
        </p:nvSpPr>
        <p:spPr>
          <a:xfrm>
            <a:off x="9238709" y="5397500"/>
            <a:ext cx="2385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socks.com, 2/16/22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817062-774D-454B-8E37-CAF7A9BA9A3F}"/>
              </a:ext>
            </a:extLst>
          </p:cNvPr>
          <p:cNvSpPr/>
          <p:nvPr/>
        </p:nvSpPr>
        <p:spPr>
          <a:xfrm>
            <a:off x="4216838" y="1104901"/>
            <a:ext cx="4737100" cy="1828800"/>
          </a:xfrm>
          <a:prstGeom prst="rect">
            <a:avLst/>
          </a:prstGeom>
          <a:solidFill>
            <a:schemeClr val="bg1">
              <a:alpha val="6708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06CAEE-15FB-EE40-8BF7-814EA1DACBFC}"/>
              </a:ext>
            </a:extLst>
          </p:cNvPr>
          <p:cNvSpPr txBox="1"/>
          <p:nvPr/>
        </p:nvSpPr>
        <p:spPr>
          <a:xfrm>
            <a:off x="7973060" y="2425700"/>
            <a:ext cx="388620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AdX:</a:t>
            </a:r>
          </a:p>
          <a:p>
            <a:pPr marL="285750" marR="0" lvl="0" indent="-234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tracks my web browsing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 sites with AdX ads</a:t>
            </a:r>
          </a:p>
          <a:p>
            <a:pPr marL="285750" marR="0" lvl="0" indent="-234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return targeted ads based on browsing history</a:t>
            </a:r>
          </a:p>
        </p:txBody>
      </p:sp>
    </p:spTree>
    <p:extLst>
      <p:ext uri="{BB962C8B-B14F-4D97-AF65-F5344CB8AC3E}">
        <p14:creationId xmlns:p14="http://schemas.microsoft.com/office/powerpoint/2010/main" val="136862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712CB78-C706-8D45-92DD-C33079FB1C49}"/>
              </a:ext>
            </a:extLst>
          </p:cNvPr>
          <p:cNvGrpSpPr/>
          <p:nvPr/>
        </p:nvGrpSpPr>
        <p:grpSpPr>
          <a:xfrm>
            <a:off x="6946900" y="1524000"/>
            <a:ext cx="711200" cy="1016000"/>
            <a:chOff x="1282700" y="2006600"/>
            <a:chExt cx="2603500" cy="3263900"/>
          </a:xfrm>
        </p:grpSpPr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540E5D60-2630-5C4F-93AA-181EF66F4A05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1B6C9F51-012D-6C41-86DD-D8573774FC76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B551C884-0D90-F941-AF6F-06DF5399CBEF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2FDD130-6C4C-694D-BE73-6370065D7337}"/>
              </a:ext>
            </a:extLst>
          </p:cNvPr>
          <p:cNvGrpSpPr/>
          <p:nvPr/>
        </p:nvGrpSpPr>
        <p:grpSpPr>
          <a:xfrm>
            <a:off x="4622800" y="5626100"/>
            <a:ext cx="711200" cy="1016000"/>
            <a:chOff x="1282700" y="2006600"/>
            <a:chExt cx="2603500" cy="326390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EB869C5-DCEC-4743-B371-441AE269CD39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78526DC0-9AD9-8E49-B598-BE6ECB1A3ADD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Rounded Rectangle 138">
              <a:extLst>
                <a:ext uri="{FF2B5EF4-FFF2-40B4-BE49-F238E27FC236}">
                  <a16:creationId xmlns:a16="http://schemas.microsoft.com/office/drawing/2014/main" id="{CC925A7C-C818-5C45-B6D1-0A032D437672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110684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Cookies: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tracking a user’s browsing behavior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(one day later)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E01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roup 57">
            <a:extLst>
              <a:ext uri="{FF2B5EF4-FFF2-40B4-BE49-F238E27FC236}">
                <a16:creationId xmlns:a16="http://schemas.microsoft.com/office/drawing/2014/main" id="{C28FCCAF-E5F2-4945-8BC3-5A0D78DCA4B7}"/>
              </a:ext>
            </a:extLst>
          </p:cNvPr>
          <p:cNvGrpSpPr>
            <a:grpSpLocks/>
          </p:cNvGrpSpPr>
          <p:nvPr/>
        </p:nvGrpSpPr>
        <p:grpSpPr bwMode="auto"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14" name="Freeform 58">
              <a:extLst>
                <a:ext uri="{FF2B5EF4-FFF2-40B4-BE49-F238E27FC236}">
                  <a16:creationId xmlns:a16="http://schemas.microsoft.com/office/drawing/2014/main" id="{3E0ABDD2-372E-3E4A-B89E-371FFA05F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5" name="Rectangle 59">
              <a:extLst>
                <a:ext uri="{FF2B5EF4-FFF2-40B4-BE49-F238E27FC236}">
                  <a16:creationId xmlns:a16="http://schemas.microsoft.com/office/drawing/2014/main" id="{E0E6AB63-2D8D-FD4A-8D08-0DCE29453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" name="Freeform 60">
              <a:extLst>
                <a:ext uri="{FF2B5EF4-FFF2-40B4-BE49-F238E27FC236}">
                  <a16:creationId xmlns:a16="http://schemas.microsoft.com/office/drawing/2014/main" id="{F2DF5CCD-3A3D-8946-BB0F-B72F144D1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7" name="Freeform 61">
              <a:extLst>
                <a:ext uri="{FF2B5EF4-FFF2-40B4-BE49-F238E27FC236}">
                  <a16:creationId xmlns:a16="http://schemas.microsoft.com/office/drawing/2014/main" id="{F4AF3F5F-1964-934E-A22C-CAAAC82B8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8" name="Rectangle 62">
              <a:extLst>
                <a:ext uri="{FF2B5EF4-FFF2-40B4-BE49-F238E27FC236}">
                  <a16:creationId xmlns:a16="http://schemas.microsoft.com/office/drawing/2014/main" id="{60DC56E6-B22B-2D4A-A532-797BE2BEC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9" name="Group 63">
              <a:extLst>
                <a:ext uri="{FF2B5EF4-FFF2-40B4-BE49-F238E27FC236}">
                  <a16:creationId xmlns:a16="http://schemas.microsoft.com/office/drawing/2014/main" id="{3F3ABA47-6EE0-1142-9310-EFA5245E7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" name="AutoShape 64">
                <a:extLst>
                  <a:ext uri="{FF2B5EF4-FFF2-40B4-BE49-F238E27FC236}">
                    <a16:creationId xmlns:a16="http://schemas.microsoft.com/office/drawing/2014/main" id="{3EFA4FBC-2313-4A44-9498-E5B0E1F1C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AutoShape 65">
                <a:extLst>
                  <a:ext uri="{FF2B5EF4-FFF2-40B4-BE49-F238E27FC236}">
                    <a16:creationId xmlns:a16="http://schemas.microsoft.com/office/drawing/2014/main" id="{53A490A2-F773-064D-9E4E-79006A985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9B1FF5E8-D30B-2443-8F1C-49E8171DB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2" name="Group 67">
              <a:extLst>
                <a:ext uri="{FF2B5EF4-FFF2-40B4-BE49-F238E27FC236}">
                  <a16:creationId xmlns:a16="http://schemas.microsoft.com/office/drawing/2014/main" id="{647CD9E2-B875-D040-B501-259F20276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" name="AutoShape 68">
                <a:extLst>
                  <a:ext uri="{FF2B5EF4-FFF2-40B4-BE49-F238E27FC236}">
                    <a16:creationId xmlns:a16="http://schemas.microsoft.com/office/drawing/2014/main" id="{8B40E7A0-7F87-CB42-91AF-8495B15D1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AutoShape 69">
                <a:extLst>
                  <a:ext uri="{FF2B5EF4-FFF2-40B4-BE49-F238E27FC236}">
                    <a16:creationId xmlns:a16="http://schemas.microsoft.com/office/drawing/2014/main" id="{E1BA0D48-E378-0841-B21E-B216A3DEB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Rectangle 70">
              <a:extLst>
                <a:ext uri="{FF2B5EF4-FFF2-40B4-BE49-F238E27FC236}">
                  <a16:creationId xmlns:a16="http://schemas.microsoft.com/office/drawing/2014/main" id="{A8FEB5CD-1C02-994C-9CD3-7210669BA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4" name="Rectangle 71">
              <a:extLst>
                <a:ext uri="{FF2B5EF4-FFF2-40B4-BE49-F238E27FC236}">
                  <a16:creationId xmlns:a16="http://schemas.microsoft.com/office/drawing/2014/main" id="{3F0453AB-5611-FD40-B862-F64CDAA10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25" name="Group 72">
              <a:extLst>
                <a:ext uri="{FF2B5EF4-FFF2-40B4-BE49-F238E27FC236}">
                  <a16:creationId xmlns:a16="http://schemas.microsoft.com/office/drawing/2014/main" id="{4E495B47-7D7F-AE48-BF68-5F048DC52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" name="AutoShape 73">
                <a:extLst>
                  <a:ext uri="{FF2B5EF4-FFF2-40B4-BE49-F238E27FC236}">
                    <a16:creationId xmlns:a16="http://schemas.microsoft.com/office/drawing/2014/main" id="{52081D9E-64FD-9241-9EEA-BFC2848F3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AutoShape 74">
                <a:extLst>
                  <a:ext uri="{FF2B5EF4-FFF2-40B4-BE49-F238E27FC236}">
                    <a16:creationId xmlns:a16="http://schemas.microsoft.com/office/drawing/2014/main" id="{89B07DC2-8E24-B048-B84D-C525C9AA2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00275AA5-20F4-4B40-8A7B-56C022B44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27" name="Group 76">
              <a:extLst>
                <a:ext uri="{FF2B5EF4-FFF2-40B4-BE49-F238E27FC236}">
                  <a16:creationId xmlns:a16="http://schemas.microsoft.com/office/drawing/2014/main" id="{E089CEBF-EE46-794F-82AC-9A6451034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" name="AutoShape 77">
                <a:extLst>
                  <a:ext uri="{FF2B5EF4-FFF2-40B4-BE49-F238E27FC236}">
                    <a16:creationId xmlns:a16="http://schemas.microsoft.com/office/drawing/2014/main" id="{4DB9DFE4-1869-F54F-9D86-B1C33089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AutoShape 78">
                <a:extLst>
                  <a:ext uri="{FF2B5EF4-FFF2-40B4-BE49-F238E27FC236}">
                    <a16:creationId xmlns:a16="http://schemas.microsoft.com/office/drawing/2014/main" id="{1D4272DE-9783-504C-B24E-985066EBD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8" name="Rectangle 79">
              <a:extLst>
                <a:ext uri="{FF2B5EF4-FFF2-40B4-BE49-F238E27FC236}">
                  <a16:creationId xmlns:a16="http://schemas.microsoft.com/office/drawing/2014/main" id="{5FE88211-5391-9B42-9155-73A19A27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05E256D3-88AF-EE40-9D8D-E6162627B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" name="Freeform 81">
              <a:extLst>
                <a:ext uri="{FF2B5EF4-FFF2-40B4-BE49-F238E27FC236}">
                  <a16:creationId xmlns:a16="http://schemas.microsoft.com/office/drawing/2014/main" id="{2B1E13A7-1340-1449-8740-70AFA3DE6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" name="Oval 82">
              <a:extLst>
                <a:ext uri="{FF2B5EF4-FFF2-40B4-BE49-F238E27FC236}">
                  <a16:creationId xmlns:a16="http://schemas.microsoft.com/office/drawing/2014/main" id="{DAC0CC86-045F-6F4E-9391-E07245D69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2" name="Freeform 83">
              <a:extLst>
                <a:ext uri="{FF2B5EF4-FFF2-40B4-BE49-F238E27FC236}">
                  <a16:creationId xmlns:a16="http://schemas.microsoft.com/office/drawing/2014/main" id="{A27EE01C-A7F3-EB4C-B539-16929E3E8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" name="AutoShape 84">
              <a:extLst>
                <a:ext uri="{FF2B5EF4-FFF2-40B4-BE49-F238E27FC236}">
                  <a16:creationId xmlns:a16="http://schemas.microsoft.com/office/drawing/2014/main" id="{881A1C8F-54F2-8948-B760-2762B01F4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4" name="AutoShape 85">
              <a:extLst>
                <a:ext uri="{FF2B5EF4-FFF2-40B4-BE49-F238E27FC236}">
                  <a16:creationId xmlns:a16="http://schemas.microsoft.com/office/drawing/2014/main" id="{5AE8BE14-C3E6-D84F-A9AC-E4E0F707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5" name="Oval 86">
              <a:extLst>
                <a:ext uri="{FF2B5EF4-FFF2-40B4-BE49-F238E27FC236}">
                  <a16:creationId xmlns:a16="http://schemas.microsoft.com/office/drawing/2014/main" id="{FD11E9D2-4386-FF49-8E96-2E035F92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6" name="Oval 87">
              <a:extLst>
                <a:ext uri="{FF2B5EF4-FFF2-40B4-BE49-F238E27FC236}">
                  <a16:creationId xmlns:a16="http://schemas.microsoft.com/office/drawing/2014/main" id="{A698DF12-44DE-B34A-9F3A-FC02DEBBF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7" name="Oval 88">
              <a:extLst>
                <a:ext uri="{FF2B5EF4-FFF2-40B4-BE49-F238E27FC236}">
                  <a16:creationId xmlns:a16="http://schemas.microsoft.com/office/drawing/2014/main" id="{C070DEEB-91AB-C142-9143-5974D8EB7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38" name="Rectangle 89">
              <a:extLst>
                <a:ext uri="{FF2B5EF4-FFF2-40B4-BE49-F238E27FC236}">
                  <a16:creationId xmlns:a16="http://schemas.microsoft.com/office/drawing/2014/main" id="{73990BF0-CEC8-384B-BF26-4A0885AAF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C613071-8BFC-5349-80C0-90202063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471" y="1230461"/>
            <a:ext cx="1797957" cy="1299560"/>
          </a:xfrm>
          <a:prstGeom prst="rect">
            <a:avLst/>
          </a:prstGeom>
        </p:spPr>
      </p:pic>
      <p:grpSp>
        <p:nvGrpSpPr>
          <p:cNvPr id="83" name="Group 57">
            <a:extLst>
              <a:ext uri="{FF2B5EF4-FFF2-40B4-BE49-F238E27FC236}">
                <a16:creationId xmlns:a16="http://schemas.microsoft.com/office/drawing/2014/main" id="{C5D7863B-AD69-FC47-BA2D-38FCE4992417}"/>
              </a:ext>
            </a:extLst>
          </p:cNvPr>
          <p:cNvGrpSpPr>
            <a:grpSpLocks/>
          </p:cNvGrpSpPr>
          <p:nvPr/>
        </p:nvGrpSpPr>
        <p:grpSpPr bwMode="auto"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84" name="Freeform 58">
              <a:extLst>
                <a:ext uri="{FF2B5EF4-FFF2-40B4-BE49-F238E27FC236}">
                  <a16:creationId xmlns:a16="http://schemas.microsoft.com/office/drawing/2014/main" id="{49D083FD-79A2-E74D-A776-974520EEA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5" name="Rectangle 59">
              <a:extLst>
                <a:ext uri="{FF2B5EF4-FFF2-40B4-BE49-F238E27FC236}">
                  <a16:creationId xmlns:a16="http://schemas.microsoft.com/office/drawing/2014/main" id="{C160A5F6-4243-0B4D-A694-687DE9C0B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86" name="Freeform 60">
              <a:extLst>
                <a:ext uri="{FF2B5EF4-FFF2-40B4-BE49-F238E27FC236}">
                  <a16:creationId xmlns:a16="http://schemas.microsoft.com/office/drawing/2014/main" id="{DCE1287F-730A-864C-AD9E-9FB460287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7" name="Freeform 61">
              <a:extLst>
                <a:ext uri="{FF2B5EF4-FFF2-40B4-BE49-F238E27FC236}">
                  <a16:creationId xmlns:a16="http://schemas.microsoft.com/office/drawing/2014/main" id="{1A9CE9AE-3F0C-CB4A-AFB4-667C998F6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88" name="Rectangle 62">
              <a:extLst>
                <a:ext uri="{FF2B5EF4-FFF2-40B4-BE49-F238E27FC236}">
                  <a16:creationId xmlns:a16="http://schemas.microsoft.com/office/drawing/2014/main" id="{01EB0058-0984-934E-8EBD-78F44D93B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89" name="Group 63">
              <a:extLst>
                <a:ext uri="{FF2B5EF4-FFF2-40B4-BE49-F238E27FC236}">
                  <a16:creationId xmlns:a16="http://schemas.microsoft.com/office/drawing/2014/main" id="{6DEFB971-8A0D-D54B-BB2F-A5A52EC70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4" name="AutoShape 64">
                <a:extLst>
                  <a:ext uri="{FF2B5EF4-FFF2-40B4-BE49-F238E27FC236}">
                    <a16:creationId xmlns:a16="http://schemas.microsoft.com/office/drawing/2014/main" id="{CB3AB1FF-68E6-B747-BBE7-AB7520613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AutoShape 65">
                <a:extLst>
                  <a:ext uri="{FF2B5EF4-FFF2-40B4-BE49-F238E27FC236}">
                    <a16:creationId xmlns:a16="http://schemas.microsoft.com/office/drawing/2014/main" id="{E93F508C-CA28-204B-8B27-C54D968A7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Rectangle 66">
              <a:extLst>
                <a:ext uri="{FF2B5EF4-FFF2-40B4-BE49-F238E27FC236}">
                  <a16:creationId xmlns:a16="http://schemas.microsoft.com/office/drawing/2014/main" id="{5B1AC563-B14E-A64A-B619-7D4BA2381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1" name="Group 67">
              <a:extLst>
                <a:ext uri="{FF2B5EF4-FFF2-40B4-BE49-F238E27FC236}">
                  <a16:creationId xmlns:a16="http://schemas.microsoft.com/office/drawing/2014/main" id="{48FCBC14-90E7-EB46-8ABD-7C73B72514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2" name="AutoShape 68">
                <a:extLst>
                  <a:ext uri="{FF2B5EF4-FFF2-40B4-BE49-F238E27FC236}">
                    <a16:creationId xmlns:a16="http://schemas.microsoft.com/office/drawing/2014/main" id="{A898FDCB-872C-6440-BCF5-39CC5BB4E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AutoShape 69">
                <a:extLst>
                  <a:ext uri="{FF2B5EF4-FFF2-40B4-BE49-F238E27FC236}">
                    <a16:creationId xmlns:a16="http://schemas.microsoft.com/office/drawing/2014/main" id="{146DD0F8-ADA8-4F48-B1C0-6C48443AB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2" name="Rectangle 70">
              <a:extLst>
                <a:ext uri="{FF2B5EF4-FFF2-40B4-BE49-F238E27FC236}">
                  <a16:creationId xmlns:a16="http://schemas.microsoft.com/office/drawing/2014/main" id="{AECADF08-F932-F64F-83DE-4FB9C125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3" name="Rectangle 71">
              <a:extLst>
                <a:ext uri="{FF2B5EF4-FFF2-40B4-BE49-F238E27FC236}">
                  <a16:creationId xmlns:a16="http://schemas.microsoft.com/office/drawing/2014/main" id="{AAB7C3D1-8C2B-BE49-A8B9-C1F76FC88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94" name="Group 72">
              <a:extLst>
                <a:ext uri="{FF2B5EF4-FFF2-40B4-BE49-F238E27FC236}">
                  <a16:creationId xmlns:a16="http://schemas.microsoft.com/office/drawing/2014/main" id="{3DEC4CAB-1840-6D4B-83A5-245A38500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0" name="AutoShape 73">
                <a:extLst>
                  <a:ext uri="{FF2B5EF4-FFF2-40B4-BE49-F238E27FC236}">
                    <a16:creationId xmlns:a16="http://schemas.microsoft.com/office/drawing/2014/main" id="{A0F018FE-D678-C348-92C8-C541D45EC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AutoShape 74">
                <a:extLst>
                  <a:ext uri="{FF2B5EF4-FFF2-40B4-BE49-F238E27FC236}">
                    <a16:creationId xmlns:a16="http://schemas.microsoft.com/office/drawing/2014/main" id="{438A18AE-96B9-634D-B0C6-94D6136C1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5" name="Freeform 75">
              <a:extLst>
                <a:ext uri="{FF2B5EF4-FFF2-40B4-BE49-F238E27FC236}">
                  <a16:creationId xmlns:a16="http://schemas.microsoft.com/office/drawing/2014/main" id="{D0CF0AA3-AC56-5B4A-AAB7-C4F4A1039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96" name="Group 76">
              <a:extLst>
                <a:ext uri="{FF2B5EF4-FFF2-40B4-BE49-F238E27FC236}">
                  <a16:creationId xmlns:a16="http://schemas.microsoft.com/office/drawing/2014/main" id="{2F69551B-EBA3-BF40-8C0D-28FC3540F9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8" name="AutoShape 77">
                <a:extLst>
                  <a:ext uri="{FF2B5EF4-FFF2-40B4-BE49-F238E27FC236}">
                    <a16:creationId xmlns:a16="http://schemas.microsoft.com/office/drawing/2014/main" id="{F24A03FE-CC74-2E4C-A1C8-914AEE73C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09" name="AutoShape 78">
                <a:extLst>
                  <a:ext uri="{FF2B5EF4-FFF2-40B4-BE49-F238E27FC236}">
                    <a16:creationId xmlns:a16="http://schemas.microsoft.com/office/drawing/2014/main" id="{1A088830-47CE-554E-891D-383BDC7C1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7" name="Rectangle 79">
              <a:extLst>
                <a:ext uri="{FF2B5EF4-FFF2-40B4-BE49-F238E27FC236}">
                  <a16:creationId xmlns:a16="http://schemas.microsoft.com/office/drawing/2014/main" id="{4B8B1DBC-053B-454B-AA6A-93DD7A17D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0C9C506E-2927-3944-A4CD-50E996AE2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EB949747-1183-E946-A591-654096BEA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0" name="Oval 82">
              <a:extLst>
                <a:ext uri="{FF2B5EF4-FFF2-40B4-BE49-F238E27FC236}">
                  <a16:creationId xmlns:a16="http://schemas.microsoft.com/office/drawing/2014/main" id="{568FECAB-8B6E-D148-BC17-44303ACE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638205AE-B922-264E-A776-6C571A51D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2" name="AutoShape 84">
              <a:extLst>
                <a:ext uri="{FF2B5EF4-FFF2-40B4-BE49-F238E27FC236}">
                  <a16:creationId xmlns:a16="http://schemas.microsoft.com/office/drawing/2014/main" id="{68D17880-2BFD-AB45-8EE6-655F1EE2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3" name="AutoShape 85">
              <a:extLst>
                <a:ext uri="{FF2B5EF4-FFF2-40B4-BE49-F238E27FC236}">
                  <a16:creationId xmlns:a16="http://schemas.microsoft.com/office/drawing/2014/main" id="{38FF6123-2AE5-0E4D-9C49-2AB92E459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4" name="Oval 86">
              <a:extLst>
                <a:ext uri="{FF2B5EF4-FFF2-40B4-BE49-F238E27FC236}">
                  <a16:creationId xmlns:a16="http://schemas.microsoft.com/office/drawing/2014/main" id="{2620EC11-7D22-C94E-A6F0-0BB8CA909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5" name="Oval 87">
              <a:extLst>
                <a:ext uri="{FF2B5EF4-FFF2-40B4-BE49-F238E27FC236}">
                  <a16:creationId xmlns:a16="http://schemas.microsoft.com/office/drawing/2014/main" id="{DB036E28-4F88-C54A-8239-CB50D98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6" name="Oval 88">
              <a:extLst>
                <a:ext uri="{FF2B5EF4-FFF2-40B4-BE49-F238E27FC236}">
                  <a16:creationId xmlns:a16="http://schemas.microsoft.com/office/drawing/2014/main" id="{B01647CB-6EC4-044F-915F-A65E26069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07" name="Rectangle 89">
              <a:extLst>
                <a:ext uri="{FF2B5EF4-FFF2-40B4-BE49-F238E27FC236}">
                  <a16:creationId xmlns:a16="http://schemas.microsoft.com/office/drawing/2014/main" id="{45BA2A5E-EE30-C54D-8CAD-2B96D86B0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0AEB31E-EE76-584C-AA46-3C2461C3C346}"/>
              </a:ext>
            </a:extLst>
          </p:cNvPr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47" name="Group 90">
              <a:extLst>
                <a:ext uri="{FF2B5EF4-FFF2-40B4-BE49-F238E27FC236}">
                  <a16:creationId xmlns:a16="http://schemas.microsoft.com/office/drawing/2014/main" id="{0E15E389-35EC-4248-8D1B-518B9EAA5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id="48" name="Picture 91" descr="desktop_computer_stylized_medium">
                <a:extLst>
                  <a:ext uri="{FF2B5EF4-FFF2-40B4-BE49-F238E27FC236}">
                    <a16:creationId xmlns:a16="http://schemas.microsoft.com/office/drawing/2014/main" id="{8461BC4D-1645-F749-AC4B-1926BA94D0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Freeform 92">
                <a:extLst>
                  <a:ext uri="{FF2B5EF4-FFF2-40B4-BE49-F238E27FC236}">
                    <a16:creationId xmlns:a16="http://schemas.microsoft.com/office/drawing/2014/main" id="{ECE33066-562B-D24D-90DD-9F2C4CD1BA2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116" name="Picture 115" descr="Icon&#10;&#10;Description automatically generated">
              <a:extLst>
                <a:ext uri="{FF2B5EF4-FFF2-40B4-BE49-F238E27FC236}">
                  <a16:creationId xmlns:a16="http://schemas.microsoft.com/office/drawing/2014/main" id="{34042089-BE33-B14C-9A59-7A6138E8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</p:spPr>
        </p:pic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9A847BB3-697B-8943-A0D3-E3C65DBA6F1C}"/>
              </a:ext>
            </a:extLst>
          </p:cNvPr>
          <p:cNvSpPr txBox="1"/>
          <p:nvPr/>
        </p:nvSpPr>
        <p:spPr>
          <a:xfrm>
            <a:off x="4352471" y="2398486"/>
            <a:ext cx="2349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nytimes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 (arts)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8BE66CB-B4F9-CC49-A94F-C87C0E785DA3}"/>
              </a:ext>
            </a:extLst>
          </p:cNvPr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20A0CD-DF92-1645-9CBB-C5971315F8AB}"/>
              </a:ext>
            </a:extLst>
          </p:cNvPr>
          <p:cNvSpPr txBox="1"/>
          <p:nvPr/>
        </p:nvSpPr>
        <p:spPr>
          <a:xfrm>
            <a:off x="6997700" y="1778000"/>
            <a:ext cx="2047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sports, 2/15/22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EDD1666-0DF1-1644-8B3C-E55E2557B728}"/>
              </a:ext>
            </a:extLst>
          </p:cNvPr>
          <p:cNvGrpSpPr/>
          <p:nvPr/>
        </p:nvGrpSpPr>
        <p:grpSpPr>
          <a:xfrm>
            <a:off x="9182100" y="4902200"/>
            <a:ext cx="711200" cy="1016000"/>
            <a:chOff x="1282700" y="2006600"/>
            <a:chExt cx="2603500" cy="3263900"/>
          </a:xfrm>
        </p:grpSpPr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D02791EC-9307-2A4B-9CC8-D2CCC50BC3C0}"/>
                </a:ext>
              </a:extLst>
            </p:cNvPr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Rounded Rectangle 149">
              <a:extLst>
                <a:ext uri="{FF2B5EF4-FFF2-40B4-BE49-F238E27FC236}">
                  <a16:creationId xmlns:a16="http://schemas.microsoft.com/office/drawing/2014/main" id="{1053ED46-9860-D146-B0AD-5B077993BB88}"/>
                </a:ext>
              </a:extLst>
            </p:cNvPr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Rounded Rectangle 150">
              <a:extLst>
                <a:ext uri="{FF2B5EF4-FFF2-40B4-BE49-F238E27FC236}">
                  <a16:creationId xmlns:a16="http://schemas.microsoft.com/office/drawing/2014/main" id="{2D06E11F-99A7-5240-B75B-7DD5647AAD3D}"/>
                </a:ext>
              </a:extLst>
            </p:cNvPr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9DD11912-9F0C-4A48-865D-02E84CA7BE56}"/>
              </a:ext>
            </a:extLst>
          </p:cNvPr>
          <p:cNvSpPr txBox="1"/>
          <p:nvPr/>
        </p:nvSpPr>
        <p:spPr>
          <a:xfrm>
            <a:off x="4229100" y="5867400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NY Times: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A0EC18F-F5A0-8D4C-B18A-FC1AADC91C63}"/>
              </a:ext>
            </a:extLst>
          </p:cNvPr>
          <p:cNvSpPr txBox="1"/>
          <p:nvPr/>
        </p:nvSpPr>
        <p:spPr>
          <a:xfrm>
            <a:off x="9226009" y="5181600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NY Times sports, 2/15/22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147FEBB-BA88-3245-B4BC-E35B47ACD891}"/>
              </a:ext>
            </a:extLst>
          </p:cNvPr>
          <p:cNvSpPr txBox="1"/>
          <p:nvPr/>
        </p:nvSpPr>
        <p:spPr>
          <a:xfrm>
            <a:off x="4660900" y="612140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AdX: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0" name="Group 57">
            <a:extLst>
              <a:ext uri="{FF2B5EF4-FFF2-40B4-BE49-F238E27FC236}">
                <a16:creationId xmlns:a16="http://schemas.microsoft.com/office/drawing/2014/main" id="{80B9D75A-D707-8E43-938E-72AADC7EE81A}"/>
              </a:ext>
            </a:extLst>
          </p:cNvPr>
          <p:cNvGrpSpPr>
            <a:grpSpLocks/>
          </p:cNvGrpSpPr>
          <p:nvPr/>
        </p:nvGrpSpPr>
        <p:grpSpPr bwMode="auto">
          <a:xfrm>
            <a:off x="2478314" y="1935843"/>
            <a:ext cx="519313" cy="1096646"/>
            <a:chOff x="4140" y="429"/>
            <a:chExt cx="1425" cy="2396"/>
          </a:xfrm>
        </p:grpSpPr>
        <p:sp>
          <p:nvSpPr>
            <p:cNvPr id="121" name="Freeform 58">
              <a:extLst>
                <a:ext uri="{FF2B5EF4-FFF2-40B4-BE49-F238E27FC236}">
                  <a16:creationId xmlns:a16="http://schemas.microsoft.com/office/drawing/2014/main" id="{7CF0D145-247E-524F-80BB-FAB3C9AA2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4" name="Rectangle 59">
              <a:extLst>
                <a:ext uri="{FF2B5EF4-FFF2-40B4-BE49-F238E27FC236}">
                  <a16:creationId xmlns:a16="http://schemas.microsoft.com/office/drawing/2014/main" id="{B069F6D1-4A45-3B45-83E0-57ADBD28A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25" name="Freeform 60">
              <a:extLst>
                <a:ext uri="{FF2B5EF4-FFF2-40B4-BE49-F238E27FC236}">
                  <a16:creationId xmlns:a16="http://schemas.microsoft.com/office/drawing/2014/main" id="{00EF2C13-EA34-614D-8589-6AD24A510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6" name="Freeform 61">
              <a:extLst>
                <a:ext uri="{FF2B5EF4-FFF2-40B4-BE49-F238E27FC236}">
                  <a16:creationId xmlns:a16="http://schemas.microsoft.com/office/drawing/2014/main" id="{D8BEAA98-B184-5A41-899C-24A3499EF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27" name="Rectangle 62">
              <a:extLst>
                <a:ext uri="{FF2B5EF4-FFF2-40B4-BE49-F238E27FC236}">
                  <a16:creationId xmlns:a16="http://schemas.microsoft.com/office/drawing/2014/main" id="{A5091CCD-EAEC-3F45-8E3A-3EE1D4BCC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28" name="Group 63">
              <a:extLst>
                <a:ext uri="{FF2B5EF4-FFF2-40B4-BE49-F238E27FC236}">
                  <a16:creationId xmlns:a16="http://schemas.microsoft.com/office/drawing/2014/main" id="{5807BF3F-C3A0-2E46-9ACB-8160305A85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3" name="AutoShape 64">
                <a:extLst>
                  <a:ext uri="{FF2B5EF4-FFF2-40B4-BE49-F238E27FC236}">
                    <a16:creationId xmlns:a16="http://schemas.microsoft.com/office/drawing/2014/main" id="{A7AECF6C-C86B-5C4F-A239-BF49C2E89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4" name="AutoShape 65">
                <a:extLst>
                  <a:ext uri="{FF2B5EF4-FFF2-40B4-BE49-F238E27FC236}">
                    <a16:creationId xmlns:a16="http://schemas.microsoft.com/office/drawing/2014/main" id="{F16A2EA0-90C8-114E-8082-17259C948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9" name="Rectangle 66">
              <a:extLst>
                <a:ext uri="{FF2B5EF4-FFF2-40B4-BE49-F238E27FC236}">
                  <a16:creationId xmlns:a16="http://schemas.microsoft.com/office/drawing/2014/main" id="{3A8375E6-EC37-1243-97FB-FE0AF3209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31" name="Group 67">
              <a:extLst>
                <a:ext uri="{FF2B5EF4-FFF2-40B4-BE49-F238E27FC236}">
                  <a16:creationId xmlns:a16="http://schemas.microsoft.com/office/drawing/2014/main" id="{3ABEBD29-0886-204E-B875-6CE26C33D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1" name="AutoShape 68">
                <a:extLst>
                  <a:ext uri="{FF2B5EF4-FFF2-40B4-BE49-F238E27FC236}">
                    <a16:creationId xmlns:a16="http://schemas.microsoft.com/office/drawing/2014/main" id="{49E137F3-A6CC-AE40-9B90-B02C6316B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2" name="AutoShape 69">
                <a:extLst>
                  <a:ext uri="{FF2B5EF4-FFF2-40B4-BE49-F238E27FC236}">
                    <a16:creationId xmlns:a16="http://schemas.microsoft.com/office/drawing/2014/main" id="{57B56BCC-B2FD-9048-9DD3-92A3AC501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32" name="Rectangle 70">
              <a:extLst>
                <a:ext uri="{FF2B5EF4-FFF2-40B4-BE49-F238E27FC236}">
                  <a16:creationId xmlns:a16="http://schemas.microsoft.com/office/drawing/2014/main" id="{6B307B68-C234-DF47-81FF-A0D0C80F6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33" name="Rectangle 71">
              <a:extLst>
                <a:ext uri="{FF2B5EF4-FFF2-40B4-BE49-F238E27FC236}">
                  <a16:creationId xmlns:a16="http://schemas.microsoft.com/office/drawing/2014/main" id="{995FC4AA-8787-974F-8D33-03E16EC5A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grpSp>
          <p:nvGrpSpPr>
            <p:cNvPr id="137" name="Group 72">
              <a:extLst>
                <a:ext uri="{FF2B5EF4-FFF2-40B4-BE49-F238E27FC236}">
                  <a16:creationId xmlns:a16="http://schemas.microsoft.com/office/drawing/2014/main" id="{FA2AF6E2-6548-EF4F-B726-1227D161F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9" name="AutoShape 73">
                <a:extLst>
                  <a:ext uri="{FF2B5EF4-FFF2-40B4-BE49-F238E27FC236}">
                    <a16:creationId xmlns:a16="http://schemas.microsoft.com/office/drawing/2014/main" id="{A85BFF85-1162-694B-985B-D53B39D5D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AutoShape 74">
                <a:extLst>
                  <a:ext uri="{FF2B5EF4-FFF2-40B4-BE49-F238E27FC236}">
                    <a16:creationId xmlns:a16="http://schemas.microsoft.com/office/drawing/2014/main" id="{EFC82C29-79A9-B644-916D-7FC0EF520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38" name="Freeform 75">
              <a:extLst>
                <a:ext uri="{FF2B5EF4-FFF2-40B4-BE49-F238E27FC236}">
                  <a16:creationId xmlns:a16="http://schemas.microsoft.com/office/drawing/2014/main" id="{7EC9C461-F150-1240-8D76-558B6B4F6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155" name="Group 76">
              <a:extLst>
                <a:ext uri="{FF2B5EF4-FFF2-40B4-BE49-F238E27FC236}">
                  <a16:creationId xmlns:a16="http://schemas.microsoft.com/office/drawing/2014/main" id="{9299AE05-29C3-2844-B1C6-633C7CFFF1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6" name="AutoShape 77">
                <a:extLst>
                  <a:ext uri="{FF2B5EF4-FFF2-40B4-BE49-F238E27FC236}">
                    <a16:creationId xmlns:a16="http://schemas.microsoft.com/office/drawing/2014/main" id="{06802116-4260-EF43-8FD8-6944FEDDF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  <p:sp>
            <p:nvSpPr>
              <p:cNvPr id="178" name="AutoShape 78">
                <a:extLst>
                  <a:ext uri="{FF2B5EF4-FFF2-40B4-BE49-F238E27FC236}">
                    <a16:creationId xmlns:a16="http://schemas.microsoft.com/office/drawing/2014/main" id="{FD196FB8-2008-F14B-94FF-2664A9A9D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6" name="Rectangle 79">
              <a:extLst>
                <a:ext uri="{FF2B5EF4-FFF2-40B4-BE49-F238E27FC236}">
                  <a16:creationId xmlns:a16="http://schemas.microsoft.com/office/drawing/2014/main" id="{8D1AEBDE-093D-AB41-9F4B-6395A4767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57" name="Freeform 80">
              <a:extLst>
                <a:ext uri="{FF2B5EF4-FFF2-40B4-BE49-F238E27FC236}">
                  <a16:creationId xmlns:a16="http://schemas.microsoft.com/office/drawing/2014/main" id="{E3E9A300-9CB6-5642-9423-B3CE2A84C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4" name="Freeform 81">
              <a:extLst>
                <a:ext uri="{FF2B5EF4-FFF2-40B4-BE49-F238E27FC236}">
                  <a16:creationId xmlns:a16="http://schemas.microsoft.com/office/drawing/2014/main" id="{61E95673-E276-B54E-8951-E28938049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5" name="Oval 82">
              <a:extLst>
                <a:ext uri="{FF2B5EF4-FFF2-40B4-BE49-F238E27FC236}">
                  <a16:creationId xmlns:a16="http://schemas.microsoft.com/office/drawing/2014/main" id="{9B9B3D7E-A0A9-8C43-A374-55DA4D19F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6" name="Freeform 83">
              <a:extLst>
                <a:ext uri="{FF2B5EF4-FFF2-40B4-BE49-F238E27FC236}">
                  <a16:creationId xmlns:a16="http://schemas.microsoft.com/office/drawing/2014/main" id="{E4ABD20F-89C5-8C46-BFE6-5CA778E27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67" name="AutoShape 84">
              <a:extLst>
                <a:ext uri="{FF2B5EF4-FFF2-40B4-BE49-F238E27FC236}">
                  <a16:creationId xmlns:a16="http://schemas.microsoft.com/office/drawing/2014/main" id="{ADAAC857-3F17-1A4D-BBD3-254BC3957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8" name="AutoShape 85">
              <a:extLst>
                <a:ext uri="{FF2B5EF4-FFF2-40B4-BE49-F238E27FC236}">
                  <a16:creationId xmlns:a16="http://schemas.microsoft.com/office/drawing/2014/main" id="{B0B35955-7679-1946-9BAF-3CF60ECC5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69" name="Oval 86">
              <a:extLst>
                <a:ext uri="{FF2B5EF4-FFF2-40B4-BE49-F238E27FC236}">
                  <a16:creationId xmlns:a16="http://schemas.microsoft.com/office/drawing/2014/main" id="{B0EDAF1F-8C77-A745-BA6A-8E3D60BB4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0" name="Oval 87">
              <a:extLst>
                <a:ext uri="{FF2B5EF4-FFF2-40B4-BE49-F238E27FC236}">
                  <a16:creationId xmlns:a16="http://schemas.microsoft.com/office/drawing/2014/main" id="{6B44C974-5992-7741-85AD-5B948203A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1" name="Oval 88">
              <a:extLst>
                <a:ext uri="{FF2B5EF4-FFF2-40B4-BE49-F238E27FC236}">
                  <a16:creationId xmlns:a16="http://schemas.microsoft.com/office/drawing/2014/main" id="{427659D8-BEE1-CA4D-A8D9-708F2BB9D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174" name="Rectangle 89">
              <a:extLst>
                <a:ext uri="{FF2B5EF4-FFF2-40B4-BE49-F238E27FC236}">
                  <a16:creationId xmlns:a16="http://schemas.microsoft.com/office/drawing/2014/main" id="{BA908D21-224A-454D-AE40-AACCE66AF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endParaRPr>
            </a:p>
          </p:txBody>
        </p:sp>
      </p:grpSp>
      <p:sp>
        <p:nvSpPr>
          <p:cNvPr id="185" name="TextBox 184">
            <a:extLst>
              <a:ext uri="{FF2B5EF4-FFF2-40B4-BE49-F238E27FC236}">
                <a16:creationId xmlns:a16="http://schemas.microsoft.com/office/drawing/2014/main" id="{E9C38943-9B5B-C74A-9AF5-967FC5643352}"/>
              </a:ext>
            </a:extLst>
          </p:cNvPr>
          <p:cNvSpPr txBox="1"/>
          <p:nvPr/>
        </p:nvSpPr>
        <p:spPr>
          <a:xfrm>
            <a:off x="1482271" y="2995386"/>
            <a:ext cx="1428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socks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3EDD2B-FC70-7C4A-89B5-9183AE973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00" y="1492250"/>
            <a:ext cx="2197100" cy="1572924"/>
          </a:xfrm>
          <a:prstGeom prst="rect">
            <a:avLst/>
          </a:prstGeom>
        </p:spPr>
      </p:pic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54A1081-6C53-E145-BDD1-3FA5A22FACF9}"/>
              </a:ext>
            </a:extLst>
          </p:cNvPr>
          <p:cNvGrpSpPr/>
          <p:nvPr/>
        </p:nvGrpSpPr>
        <p:grpSpPr>
          <a:xfrm>
            <a:off x="4978400" y="4381500"/>
            <a:ext cx="3536404" cy="877332"/>
            <a:chOff x="5308600" y="4406900"/>
            <a:chExt cx="3536404" cy="877332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6E0A9E9E-A06F-CB45-B0B3-17C467D78C53}"/>
                </a:ext>
              </a:extLst>
            </p:cNvPr>
            <p:cNvGrpSpPr/>
            <p:nvPr/>
          </p:nvGrpSpPr>
          <p:grpSpPr>
            <a:xfrm>
              <a:off x="6261100" y="4914900"/>
              <a:ext cx="1854200" cy="369332"/>
              <a:chOff x="3721100" y="3429000"/>
              <a:chExt cx="1854200" cy="369332"/>
            </a:xfrm>
          </p:grpSpPr>
          <p:cxnSp>
            <p:nvCxnSpPr>
              <p:cNvPr id="210" name="Straight Arrow Connector 209">
                <a:extLst>
                  <a:ext uri="{FF2B5EF4-FFF2-40B4-BE49-F238E27FC236}">
                    <a16:creationId xmlns:a16="http://schemas.microsoft.com/office/drawing/2014/main" id="{3F23167E-A119-EC4E-B146-6F516A8086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542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C4353B75-74F1-0C48-B057-0887FAA78A74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7D88345D-2B6C-F447-AAFA-9A1065757E2F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FD4BFC66-485F-2147-A211-2CAC1D00C204}"/>
                </a:ext>
              </a:extLst>
            </p:cNvPr>
            <p:cNvGrpSpPr/>
            <p:nvPr/>
          </p:nvGrpSpPr>
          <p:grpSpPr>
            <a:xfrm>
              <a:off x="5308600" y="4406900"/>
              <a:ext cx="3536404" cy="548045"/>
              <a:chOff x="6146800" y="3048000"/>
              <a:chExt cx="3536404" cy="548045"/>
            </a:xfrm>
          </p:grpSpPr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6D133E31-40C7-874C-B037-5CF94EEA15C1}"/>
                  </a:ext>
                </a:extLst>
              </p:cNvPr>
              <p:cNvSpPr txBox="1"/>
              <p:nvPr/>
            </p:nvSpPr>
            <p:spPr>
              <a:xfrm>
                <a:off x="6146800" y="30480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GET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CBB6DD5-8489-9846-AEE8-A4EFC46C4CF0}"/>
                  </a:ext>
                </a:extLst>
              </p:cNvPr>
              <p:cNvSpPr txBox="1"/>
              <p:nvPr/>
            </p:nvSpPr>
            <p:spPr>
              <a:xfrm>
                <a:off x="6273800" y="3276599"/>
                <a:ext cx="3409404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Referrer: nytimes.com, cookie: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7493</a:t>
                </a:r>
              </a:p>
            </p:txBody>
          </p: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2A26446-4AA7-B74D-AACE-7134BEC552EB}"/>
              </a:ext>
            </a:extLst>
          </p:cNvPr>
          <p:cNvGrpSpPr/>
          <p:nvPr/>
        </p:nvGrpSpPr>
        <p:grpSpPr>
          <a:xfrm>
            <a:off x="5626100" y="5346700"/>
            <a:ext cx="2641600" cy="865546"/>
            <a:chOff x="6007100" y="5308600"/>
            <a:chExt cx="2641600" cy="865546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29498B2A-276E-DC44-BBE4-90FD27C63891}"/>
                </a:ext>
              </a:extLst>
            </p:cNvPr>
            <p:cNvGrpSpPr/>
            <p:nvPr/>
          </p:nvGrpSpPr>
          <p:grpSpPr>
            <a:xfrm>
              <a:off x="6273800" y="5308600"/>
              <a:ext cx="1841500" cy="369332"/>
              <a:chOff x="3721100" y="3429000"/>
              <a:chExt cx="1841500" cy="369332"/>
            </a:xfrm>
          </p:grpSpPr>
          <p:cxnSp>
            <p:nvCxnSpPr>
              <p:cNvPr id="218" name="Straight Arrow Connector 217">
                <a:extLst>
                  <a:ext uri="{FF2B5EF4-FFF2-40B4-BE49-F238E27FC236}">
                    <a16:creationId xmlns:a16="http://schemas.microsoft.com/office/drawing/2014/main" id="{AEE3B8A3-63AD-A948-AAE1-A57FF9C58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1100" y="3594100"/>
                <a:ext cx="1841500" cy="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4E74045F-FC9E-C748-9CF5-2D715A8ECF5F}"/>
                  </a:ext>
                </a:extLst>
              </p:cNvPr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E01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DB50E822-27A5-7D49-BF52-0C0C70B85C66}"/>
                  </a:ext>
                </a:extLst>
              </p:cNvPr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004A4CDB-638B-244C-BB86-A5BEFC684334}"/>
                </a:ext>
              </a:extLst>
            </p:cNvPr>
            <p:cNvGrpSpPr/>
            <p:nvPr/>
          </p:nvGrpSpPr>
          <p:grpSpPr>
            <a:xfrm>
              <a:off x="6007100" y="5600700"/>
              <a:ext cx="2641600" cy="573446"/>
              <a:chOff x="6654800" y="3187700"/>
              <a:chExt cx="2641600" cy="573446"/>
            </a:xfrm>
          </p:grpSpPr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D4ADF513-A7C3-0143-9B0C-2D1C1BD238A3}"/>
                  </a:ext>
                </a:extLst>
              </p:cNvPr>
              <p:cNvSpPr txBox="1"/>
              <p:nvPr/>
            </p:nvSpPr>
            <p:spPr>
              <a:xfrm>
                <a:off x="6654800" y="3187700"/>
                <a:ext cx="14732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4A2FC18F-0291-6D46-A3C7-EB72BDA4044F}"/>
                  </a:ext>
                </a:extLst>
              </p:cNvPr>
              <p:cNvSpPr txBox="1"/>
              <p:nvPr/>
            </p:nvSpPr>
            <p:spPr>
              <a:xfrm>
                <a:off x="6781800" y="3441700"/>
                <a:ext cx="25146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cookie: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7493</a:t>
                </a:r>
              </a:p>
            </p:txBody>
          </p: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DE7219FE-2D26-9D42-AE4E-0D7F7B3AF5E9}"/>
              </a:ext>
            </a:extLst>
          </p:cNvPr>
          <p:cNvSpPr txBox="1"/>
          <p:nvPr/>
        </p:nvSpPr>
        <p:spPr>
          <a:xfrm>
            <a:off x="9238709" y="5397500"/>
            <a:ext cx="2385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socks.com, 2/16/22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817062-774D-454B-8E37-CAF7A9BA9A3F}"/>
              </a:ext>
            </a:extLst>
          </p:cNvPr>
          <p:cNvSpPr/>
          <p:nvPr/>
        </p:nvSpPr>
        <p:spPr>
          <a:xfrm>
            <a:off x="152400" y="1257300"/>
            <a:ext cx="3035300" cy="2273300"/>
          </a:xfrm>
          <a:prstGeom prst="rect">
            <a:avLst/>
          </a:prstGeom>
          <a:solidFill>
            <a:schemeClr val="bg1">
              <a:alpha val="6708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73E8AE-1256-8543-903F-14016A3284D0}"/>
              </a:ext>
            </a:extLst>
          </p:cNvPr>
          <p:cNvSpPr/>
          <p:nvPr/>
        </p:nvSpPr>
        <p:spPr>
          <a:xfrm>
            <a:off x="5041900" y="1663700"/>
            <a:ext cx="1676400" cy="825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C1C141-45F3-B748-A65C-DC6615D1E4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8900" y="1705046"/>
            <a:ext cx="1447800" cy="777076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4EFDBB5A-1D49-7740-BFA3-76D3B419C8FA}"/>
              </a:ext>
            </a:extLst>
          </p:cNvPr>
          <p:cNvGrpSpPr/>
          <p:nvPr/>
        </p:nvGrpSpPr>
        <p:grpSpPr>
          <a:xfrm>
            <a:off x="2946400" y="2946400"/>
            <a:ext cx="3797300" cy="1333500"/>
            <a:chOff x="2946400" y="2946400"/>
            <a:chExt cx="3797300" cy="1333500"/>
          </a:xfrm>
        </p:grpSpPr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A8EEB57-D796-A44F-AABC-98D2692E45FA}"/>
                </a:ext>
              </a:extLst>
            </p:cNvPr>
            <p:cNvSpPr txBox="1"/>
            <p:nvPr/>
          </p:nvSpPr>
          <p:spPr>
            <a:xfrm>
              <a:off x="2946400" y="3733800"/>
              <a:ext cx="1866900" cy="31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cookie: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1634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7F4D187-FD30-4243-9DC3-FEED945AA79A}"/>
                </a:ext>
              </a:extLst>
            </p:cNvPr>
            <p:cNvGrpSpPr/>
            <p:nvPr/>
          </p:nvGrpSpPr>
          <p:grpSpPr>
            <a:xfrm>
              <a:off x="3771900" y="2946400"/>
              <a:ext cx="2971800" cy="1333500"/>
              <a:chOff x="3771900" y="2946400"/>
              <a:chExt cx="2971800" cy="1333500"/>
            </a:xfrm>
          </p:grpSpPr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B1744345-32CD-D945-8799-A1B7A26C0F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18100" y="2971800"/>
                <a:ext cx="0" cy="1308100"/>
              </a:xfrm>
              <a:prstGeom prst="straightConnector1">
                <a:avLst/>
              </a:prstGeom>
              <a:ln w="25400">
                <a:solidFill>
                  <a:srgbClr val="0E01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55889BE-7365-4243-803E-53D3F804C2DC}"/>
                  </a:ext>
                </a:extLst>
              </p:cNvPr>
              <p:cNvSpPr txBox="1"/>
              <p:nvPr/>
            </p:nvSpPr>
            <p:spPr>
              <a:xfrm>
                <a:off x="5105400" y="3302000"/>
                <a:ext cx="736600" cy="54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 reply</a:t>
                </a:r>
              </a:p>
            </p:txBody>
          </p: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CEF64886-9C2F-0540-8430-13E580BAFE5B}"/>
                  </a:ext>
                </a:extLst>
              </p:cNvPr>
              <p:cNvGrpSpPr/>
              <p:nvPr/>
            </p:nvGrpSpPr>
            <p:grpSpPr>
              <a:xfrm>
                <a:off x="3771900" y="2946400"/>
                <a:ext cx="1473200" cy="1308100"/>
                <a:chOff x="3771900" y="2946400"/>
                <a:chExt cx="1473200" cy="1308100"/>
              </a:xfrm>
            </p:grpSpPr>
            <p:cxnSp>
              <p:nvCxnSpPr>
                <p:cNvPr id="188" name="Straight Arrow Connector 187">
                  <a:extLst>
                    <a:ext uri="{FF2B5EF4-FFF2-40B4-BE49-F238E27FC236}">
                      <a16:creationId xmlns:a16="http://schemas.microsoft.com/office/drawing/2014/main" id="{1584FBF9-445E-9940-944C-DEF9B15F5A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51400" y="2946400"/>
                  <a:ext cx="0" cy="1308100"/>
                </a:xfrm>
                <a:prstGeom prst="straightConnector1">
                  <a:avLst/>
                </a:prstGeom>
                <a:ln w="25400">
                  <a:solidFill>
                    <a:srgbClr val="0E01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A200226F-2290-A54B-916F-CB43D1EF79D6}"/>
                    </a:ext>
                  </a:extLst>
                </p:cNvPr>
                <p:cNvSpPr txBox="1"/>
                <p:nvPr/>
              </p:nvSpPr>
              <p:spPr>
                <a:xfrm>
                  <a:off x="3771900" y="3276600"/>
                  <a:ext cx="1473200" cy="5410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HTTP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GET</a:t>
                  </a:r>
                </a:p>
              </p:txBody>
            </p:sp>
          </p:grp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953EEF58-8AF1-E74B-834B-1AE029DD3520}"/>
                  </a:ext>
                </a:extLst>
              </p:cNvPr>
              <p:cNvSpPr txBox="1"/>
              <p:nvPr/>
            </p:nvSpPr>
            <p:spPr>
              <a:xfrm>
                <a:off x="4876800" y="3746500"/>
                <a:ext cx="1866900" cy="31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Set cookie: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1634</a:t>
                </a:r>
              </a:p>
            </p:txBody>
          </p:sp>
        </p:grpSp>
      </p:grpSp>
      <p:sp>
        <p:nvSpPr>
          <p:cNvPr id="191" name="TextBox 190">
            <a:extLst>
              <a:ext uri="{FF2B5EF4-FFF2-40B4-BE49-F238E27FC236}">
                <a16:creationId xmlns:a16="http://schemas.microsoft.com/office/drawing/2014/main" id="{2DA4981F-F39B-3A49-A46E-25D2EC80F748}"/>
              </a:ext>
            </a:extLst>
          </p:cNvPr>
          <p:cNvSpPr txBox="1"/>
          <p:nvPr/>
        </p:nvSpPr>
        <p:spPr>
          <a:xfrm>
            <a:off x="7010400" y="2019300"/>
            <a:ext cx="184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1634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arts, 2/17/22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3E2282F4-4356-234C-94F2-286B1CE1E2A1}"/>
              </a:ext>
            </a:extLst>
          </p:cNvPr>
          <p:cNvSpPr txBox="1"/>
          <p:nvPr/>
        </p:nvSpPr>
        <p:spPr>
          <a:xfrm>
            <a:off x="9251409" y="5626100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7493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NY Times arts, 2/15/22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AC850B-40A2-CC4E-92FB-CE11DA696EF3}"/>
              </a:ext>
            </a:extLst>
          </p:cNvPr>
          <p:cNvSpPr txBox="1"/>
          <p:nvPr/>
        </p:nvSpPr>
        <p:spPr>
          <a:xfrm>
            <a:off x="5753100" y="6108700"/>
            <a:ext cx="2269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Returned ad for socks!</a:t>
            </a:r>
          </a:p>
        </p:txBody>
      </p:sp>
    </p:spTree>
    <p:extLst>
      <p:ext uri="{BB962C8B-B14F-4D97-AF65-F5344CB8AC3E}">
        <p14:creationId xmlns:p14="http://schemas.microsoft.com/office/powerpoint/2010/main" val="292571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/>
      <p:bldP spid="222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107901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Cookies: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tracking a user’s browsing behavior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4877E6-0E15-2840-BF4C-1558F629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541" y="1386556"/>
            <a:ext cx="10515600" cy="50713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Cookies can be used to: </a:t>
            </a:r>
          </a:p>
          <a:p>
            <a:pPr marL="463550" indent="-227013">
              <a:buClr>
                <a:srgbClr val="0A14A3"/>
              </a:buClr>
              <a:buFont typeface="Wingdings" pitchFamily="2" charset="2"/>
              <a:buChar char="§"/>
            </a:pPr>
            <a:r>
              <a:rPr lang="en-US" dirty="0"/>
              <a:t>track user behavior on a given website (</a:t>
            </a:r>
            <a:r>
              <a:rPr lang="en-US" dirty="0">
                <a:solidFill>
                  <a:srgbClr val="C00000"/>
                </a:solidFill>
              </a:rPr>
              <a:t>first party cookies</a:t>
            </a:r>
            <a:r>
              <a:rPr lang="en-US" dirty="0"/>
              <a:t>)</a:t>
            </a:r>
          </a:p>
          <a:p>
            <a:pPr marL="463550" indent="-227013">
              <a:buClr>
                <a:srgbClr val="0A14A3"/>
              </a:buClr>
              <a:buFont typeface="Wingdings" pitchFamily="2" charset="2"/>
              <a:buChar char="§"/>
            </a:pPr>
            <a:r>
              <a:rPr lang="en-US" dirty="0"/>
              <a:t>track user behavior across multiple websites (</a:t>
            </a:r>
            <a:r>
              <a:rPr lang="en-US" dirty="0">
                <a:solidFill>
                  <a:srgbClr val="C00000"/>
                </a:solidFill>
              </a:rPr>
              <a:t>third party cookies</a:t>
            </a:r>
            <a:r>
              <a:rPr lang="en-US" dirty="0"/>
              <a:t>) without user ever choosing to visit tracker site (!)</a:t>
            </a:r>
          </a:p>
          <a:p>
            <a:pPr marL="463550" indent="-227013">
              <a:buClr>
                <a:srgbClr val="0A14A3"/>
              </a:buClr>
              <a:buFont typeface="Wingdings" pitchFamily="2" charset="2"/>
              <a:buChar char="§"/>
            </a:pPr>
            <a:r>
              <a:rPr lang="en-US" dirty="0"/>
              <a:t>tracking may be </a:t>
            </a:r>
            <a:r>
              <a:rPr lang="en-US" i="1" dirty="0"/>
              <a:t>invisible</a:t>
            </a:r>
            <a:r>
              <a:rPr lang="en-US" dirty="0"/>
              <a:t> to user:</a:t>
            </a:r>
          </a:p>
          <a:p>
            <a:pPr marL="860425" lvl="1" indent="-168275">
              <a:buClr>
                <a:srgbClr val="0A14A3"/>
              </a:buClr>
            </a:pPr>
            <a:r>
              <a:rPr lang="en-US" dirty="0"/>
              <a:t>rather than displayed ad triggering HTTP GET to tracker, could be an invisible link</a:t>
            </a:r>
          </a:p>
          <a:p>
            <a:pPr marL="920750" lvl="1" indent="-227013">
              <a:buClr>
                <a:srgbClr val="0A14A3"/>
              </a:buClr>
              <a:buFont typeface="Wingdings" pitchFamily="2" charset="2"/>
              <a:buChar char="§"/>
            </a:pPr>
            <a:endParaRPr lang="en-US" dirty="0"/>
          </a:p>
          <a:p>
            <a:pPr marL="236537" indent="0">
              <a:buClr>
                <a:srgbClr val="0A14A3"/>
              </a:buClr>
              <a:buNone/>
            </a:pPr>
            <a:r>
              <a:rPr lang="en-US" dirty="0"/>
              <a:t>third party tracking via cookies:</a:t>
            </a:r>
          </a:p>
          <a:p>
            <a:pPr marL="692150" indent="-341313">
              <a:buClr>
                <a:srgbClr val="0A14A3"/>
              </a:buClr>
              <a:buFont typeface="Wingdings" pitchFamily="2" charset="2"/>
              <a:buChar char="§"/>
            </a:pPr>
            <a:r>
              <a:rPr lang="en-US" dirty="0"/>
              <a:t>disabled by default in Firefox, Safari browsers</a:t>
            </a:r>
          </a:p>
          <a:p>
            <a:pPr marL="692150" indent="-341313">
              <a:buClr>
                <a:srgbClr val="0A14A3"/>
              </a:buClr>
              <a:buFont typeface="Wingdings" pitchFamily="2" charset="2"/>
              <a:buChar char="§"/>
            </a:pPr>
            <a:r>
              <a:rPr lang="en-US" dirty="0"/>
              <a:t>to be disabled in Chrome browser in 2023</a:t>
            </a:r>
          </a:p>
        </p:txBody>
      </p:sp>
    </p:spTree>
    <p:extLst>
      <p:ext uri="{BB962C8B-B14F-4D97-AF65-F5344CB8AC3E}">
        <p14:creationId xmlns:p14="http://schemas.microsoft.com/office/powerpoint/2010/main" val="172403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Web caches</a:t>
            </a:r>
            <a:endParaRPr lang="en-US" sz="4400" dirty="0"/>
          </a:p>
        </p:txBody>
      </p:sp>
      <p:grpSp>
        <p:nvGrpSpPr>
          <p:cNvPr id="8" name="Group 171">
            <a:extLst>
              <a:ext uri="{FF2B5EF4-FFF2-40B4-BE49-F238E27FC236}">
                <a16:creationId xmlns:a16="http://schemas.microsoft.com/office/drawing/2014/main" id="{E76E25C6-83D0-304F-B3E3-A37D3DAE7B5C}"/>
              </a:ext>
            </a:extLst>
          </p:cNvPr>
          <p:cNvGrpSpPr>
            <a:grpSpLocks/>
          </p:cNvGrpSpPr>
          <p:nvPr/>
        </p:nvGrpSpPr>
        <p:grpSpPr bwMode="auto">
          <a:xfrm>
            <a:off x="6272213" y="2445088"/>
            <a:ext cx="687387" cy="763588"/>
            <a:chOff x="-44" y="1473"/>
            <a:chExt cx="981" cy="1105"/>
          </a:xfrm>
        </p:grpSpPr>
        <p:pic>
          <p:nvPicPr>
            <p:cNvPr id="10" name="Picture 172" descr="desktop_computer_stylized_medium">
              <a:extLst>
                <a:ext uri="{FF2B5EF4-FFF2-40B4-BE49-F238E27FC236}">
                  <a16:creationId xmlns:a16="http://schemas.microsoft.com/office/drawing/2014/main" id="{CB2AE99F-D134-A74A-947C-5E7B017C1D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Freeform 173">
              <a:extLst>
                <a:ext uri="{FF2B5EF4-FFF2-40B4-BE49-F238E27FC236}">
                  <a16:creationId xmlns:a16="http://schemas.microsoft.com/office/drawing/2014/main" id="{CC3CBC7E-C664-ED4A-8BFE-4C6C0A390F2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02">
            <a:extLst>
              <a:ext uri="{FF2B5EF4-FFF2-40B4-BE49-F238E27FC236}">
                <a16:creationId xmlns:a16="http://schemas.microsoft.com/office/drawing/2014/main" id="{341AE079-CB6E-AE4A-A6CF-6667D0BCC3A6}"/>
              </a:ext>
            </a:extLst>
          </p:cNvPr>
          <p:cNvGrpSpPr>
            <a:grpSpLocks/>
          </p:cNvGrpSpPr>
          <p:nvPr/>
        </p:nvGrpSpPr>
        <p:grpSpPr bwMode="auto">
          <a:xfrm>
            <a:off x="6337300" y="4318338"/>
            <a:ext cx="687388" cy="763588"/>
            <a:chOff x="-44" y="1473"/>
            <a:chExt cx="981" cy="1105"/>
          </a:xfrm>
        </p:grpSpPr>
        <p:pic>
          <p:nvPicPr>
            <p:cNvPr id="13" name="Picture 103" descr="desktop_computer_stylized_medium">
              <a:extLst>
                <a:ext uri="{FF2B5EF4-FFF2-40B4-BE49-F238E27FC236}">
                  <a16:creationId xmlns:a16="http://schemas.microsoft.com/office/drawing/2014/main" id="{0F7D667F-14F5-8947-8466-5A2508D1FF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Freeform 104">
              <a:extLst>
                <a:ext uri="{FF2B5EF4-FFF2-40B4-BE49-F238E27FC236}">
                  <a16:creationId xmlns:a16="http://schemas.microsoft.com/office/drawing/2014/main" id="{1CCE495C-FE29-374C-9BCD-5BFBA55DE77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8" name="Group 105">
            <a:extLst>
              <a:ext uri="{FF2B5EF4-FFF2-40B4-BE49-F238E27FC236}">
                <a16:creationId xmlns:a16="http://schemas.microsoft.com/office/drawing/2014/main" id="{713D2680-FE84-BF45-82AB-42E37E22BD97}"/>
              </a:ext>
            </a:extLst>
          </p:cNvPr>
          <p:cNvGrpSpPr>
            <a:grpSpLocks/>
          </p:cNvGrpSpPr>
          <p:nvPr/>
        </p:nvGrpSpPr>
        <p:grpSpPr bwMode="auto">
          <a:xfrm>
            <a:off x="10423525" y="2586376"/>
            <a:ext cx="433388" cy="715962"/>
            <a:chOff x="4140" y="429"/>
            <a:chExt cx="1425" cy="2396"/>
          </a:xfrm>
        </p:grpSpPr>
        <p:sp>
          <p:nvSpPr>
            <p:cNvPr id="49" name="Freeform 106">
              <a:extLst>
                <a:ext uri="{FF2B5EF4-FFF2-40B4-BE49-F238E27FC236}">
                  <a16:creationId xmlns:a16="http://schemas.microsoft.com/office/drawing/2014/main" id="{F351644B-40EC-1643-B55C-BD6490B4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Rectangle 107">
              <a:extLst>
                <a:ext uri="{FF2B5EF4-FFF2-40B4-BE49-F238E27FC236}">
                  <a16:creationId xmlns:a16="http://schemas.microsoft.com/office/drawing/2014/main" id="{C431E1A6-A308-714C-9DB4-CD66A6C1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Freeform 108">
              <a:extLst>
                <a:ext uri="{FF2B5EF4-FFF2-40B4-BE49-F238E27FC236}">
                  <a16:creationId xmlns:a16="http://schemas.microsoft.com/office/drawing/2014/main" id="{31CFCE65-E538-0841-8EF3-0F63DB89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Freeform 109">
              <a:extLst>
                <a:ext uri="{FF2B5EF4-FFF2-40B4-BE49-F238E27FC236}">
                  <a16:creationId xmlns:a16="http://schemas.microsoft.com/office/drawing/2014/main" id="{ECC9C409-7630-F84A-B584-5C94715A6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Rectangle 110">
              <a:extLst>
                <a:ext uri="{FF2B5EF4-FFF2-40B4-BE49-F238E27FC236}">
                  <a16:creationId xmlns:a16="http://schemas.microsoft.com/office/drawing/2014/main" id="{F46717B0-272A-7C4F-B732-92EEC8E77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4" name="Group 111">
              <a:extLst>
                <a:ext uri="{FF2B5EF4-FFF2-40B4-BE49-F238E27FC236}">
                  <a16:creationId xmlns:a16="http://schemas.microsoft.com/office/drawing/2014/main" id="{F4ACB840-83DF-404B-A66F-DEBB071861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" name="AutoShape 112">
                <a:extLst>
                  <a:ext uri="{FF2B5EF4-FFF2-40B4-BE49-F238E27FC236}">
                    <a16:creationId xmlns:a16="http://schemas.microsoft.com/office/drawing/2014/main" id="{A911B0DC-A8C2-124C-9C82-2A735A79B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0" name="AutoShape 113">
                <a:extLst>
                  <a:ext uri="{FF2B5EF4-FFF2-40B4-BE49-F238E27FC236}">
                    <a16:creationId xmlns:a16="http://schemas.microsoft.com/office/drawing/2014/main" id="{9F0B8CE7-288A-EE43-A6E4-C3D97C626F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5" name="Rectangle 114">
              <a:extLst>
                <a:ext uri="{FF2B5EF4-FFF2-40B4-BE49-F238E27FC236}">
                  <a16:creationId xmlns:a16="http://schemas.microsoft.com/office/drawing/2014/main" id="{766D4B94-8E57-804B-B018-819DFD6CD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6" name="Group 115">
              <a:extLst>
                <a:ext uri="{FF2B5EF4-FFF2-40B4-BE49-F238E27FC236}">
                  <a16:creationId xmlns:a16="http://schemas.microsoft.com/office/drawing/2014/main" id="{D994FF4C-7626-D748-A12D-5D1C5FEE1A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7" name="AutoShape 116">
                <a:extLst>
                  <a:ext uri="{FF2B5EF4-FFF2-40B4-BE49-F238E27FC236}">
                    <a16:creationId xmlns:a16="http://schemas.microsoft.com/office/drawing/2014/main" id="{198A1BC7-4B65-BC4C-8A29-B983D8E1F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8" name="AutoShape 117">
                <a:extLst>
                  <a:ext uri="{FF2B5EF4-FFF2-40B4-BE49-F238E27FC236}">
                    <a16:creationId xmlns:a16="http://schemas.microsoft.com/office/drawing/2014/main" id="{40DD27E4-9779-CF42-BFDD-6696DFFFA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7" name="Rectangle 118">
              <a:extLst>
                <a:ext uri="{FF2B5EF4-FFF2-40B4-BE49-F238E27FC236}">
                  <a16:creationId xmlns:a16="http://schemas.microsoft.com/office/drawing/2014/main" id="{ACA44148-7C10-3C49-BB35-5101746C9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Rectangle 119">
              <a:extLst>
                <a:ext uri="{FF2B5EF4-FFF2-40B4-BE49-F238E27FC236}">
                  <a16:creationId xmlns:a16="http://schemas.microsoft.com/office/drawing/2014/main" id="{4E7711E0-C3F4-3F44-939E-C5EB99D29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9" name="Group 120">
              <a:extLst>
                <a:ext uri="{FF2B5EF4-FFF2-40B4-BE49-F238E27FC236}">
                  <a16:creationId xmlns:a16="http://schemas.microsoft.com/office/drawing/2014/main" id="{67EE5E5B-A672-4948-A190-6619EF0F40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5" name="AutoShape 121">
                <a:extLst>
                  <a:ext uri="{FF2B5EF4-FFF2-40B4-BE49-F238E27FC236}">
                    <a16:creationId xmlns:a16="http://schemas.microsoft.com/office/drawing/2014/main" id="{05F4D1D6-814A-6E46-A67F-0AB27A8D1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6" name="AutoShape 122">
                <a:extLst>
                  <a:ext uri="{FF2B5EF4-FFF2-40B4-BE49-F238E27FC236}">
                    <a16:creationId xmlns:a16="http://schemas.microsoft.com/office/drawing/2014/main" id="{B26FB4DB-5CE0-0547-A9EF-8F3F889E2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0" name="Freeform 123">
              <a:extLst>
                <a:ext uri="{FF2B5EF4-FFF2-40B4-BE49-F238E27FC236}">
                  <a16:creationId xmlns:a16="http://schemas.microsoft.com/office/drawing/2014/main" id="{06773D0F-8045-BA4B-A438-853ED5C1E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1" name="Group 124">
              <a:extLst>
                <a:ext uri="{FF2B5EF4-FFF2-40B4-BE49-F238E27FC236}">
                  <a16:creationId xmlns:a16="http://schemas.microsoft.com/office/drawing/2014/main" id="{2289418B-58E5-6F41-8BA5-C30F733D8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3" name="AutoShape 125">
                <a:extLst>
                  <a:ext uri="{FF2B5EF4-FFF2-40B4-BE49-F238E27FC236}">
                    <a16:creationId xmlns:a16="http://schemas.microsoft.com/office/drawing/2014/main" id="{38E6EBDC-7542-364B-BAB0-D30286482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4" name="AutoShape 126">
                <a:extLst>
                  <a:ext uri="{FF2B5EF4-FFF2-40B4-BE49-F238E27FC236}">
                    <a16:creationId xmlns:a16="http://schemas.microsoft.com/office/drawing/2014/main" id="{54B2EB69-B7C9-EC42-B99F-19CC17D5EA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2" name="Rectangle 127">
              <a:extLst>
                <a:ext uri="{FF2B5EF4-FFF2-40B4-BE49-F238E27FC236}">
                  <a16:creationId xmlns:a16="http://schemas.microsoft.com/office/drawing/2014/main" id="{08BCE1F3-76AF-E441-89A0-DA57E700E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Freeform 128">
              <a:extLst>
                <a:ext uri="{FF2B5EF4-FFF2-40B4-BE49-F238E27FC236}">
                  <a16:creationId xmlns:a16="http://schemas.microsoft.com/office/drawing/2014/main" id="{4B174135-D9EA-854A-9853-AC5CCDD44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Freeform 129">
              <a:extLst>
                <a:ext uri="{FF2B5EF4-FFF2-40B4-BE49-F238E27FC236}">
                  <a16:creationId xmlns:a16="http://schemas.microsoft.com/office/drawing/2014/main" id="{927D55DC-6C82-634A-B79C-B427EAAD4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val 130">
              <a:extLst>
                <a:ext uri="{FF2B5EF4-FFF2-40B4-BE49-F238E27FC236}">
                  <a16:creationId xmlns:a16="http://schemas.microsoft.com/office/drawing/2014/main" id="{3BB31101-2EB7-F44D-8AA6-0366039E9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Freeform 131">
              <a:extLst>
                <a:ext uri="{FF2B5EF4-FFF2-40B4-BE49-F238E27FC236}">
                  <a16:creationId xmlns:a16="http://schemas.microsoft.com/office/drawing/2014/main" id="{79253978-26CE-7249-A74C-F9743D4FB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AutoShape 132">
              <a:extLst>
                <a:ext uri="{FF2B5EF4-FFF2-40B4-BE49-F238E27FC236}">
                  <a16:creationId xmlns:a16="http://schemas.microsoft.com/office/drawing/2014/main" id="{D2E63390-A569-3942-9FC4-1FAF9A9C7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AutoShape 133">
              <a:extLst>
                <a:ext uri="{FF2B5EF4-FFF2-40B4-BE49-F238E27FC236}">
                  <a16:creationId xmlns:a16="http://schemas.microsoft.com/office/drawing/2014/main" id="{76E84029-5A5D-0B43-A027-68F72A0B1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Oval 134">
              <a:extLst>
                <a:ext uri="{FF2B5EF4-FFF2-40B4-BE49-F238E27FC236}">
                  <a16:creationId xmlns:a16="http://schemas.microsoft.com/office/drawing/2014/main" id="{3E213C1D-2C02-AD4C-9E3D-D83B7E9B8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Oval 135">
              <a:extLst>
                <a:ext uri="{FF2B5EF4-FFF2-40B4-BE49-F238E27FC236}">
                  <a16:creationId xmlns:a16="http://schemas.microsoft.com/office/drawing/2014/main" id="{8AAFA532-A081-384C-AB75-218BDC209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71" name="Oval 136">
              <a:extLst>
                <a:ext uri="{FF2B5EF4-FFF2-40B4-BE49-F238E27FC236}">
                  <a16:creationId xmlns:a16="http://schemas.microsoft.com/office/drawing/2014/main" id="{56B5635A-EB88-0440-8FBB-410A578DE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2" name="Rectangle 137">
              <a:extLst>
                <a:ext uri="{FF2B5EF4-FFF2-40B4-BE49-F238E27FC236}">
                  <a16:creationId xmlns:a16="http://schemas.microsoft.com/office/drawing/2014/main" id="{DB35C1A6-F8F8-A34C-83A8-1C5F2BC02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1" name="Rectangle 3">
            <a:extLst>
              <a:ext uri="{FF2B5EF4-FFF2-40B4-BE49-F238E27FC236}">
                <a16:creationId xmlns:a16="http://schemas.microsoft.com/office/drawing/2014/main" id="{0E93D937-D6CD-8B48-B770-F30B1D0D993E}"/>
              </a:ext>
            </a:extLst>
          </p:cNvPr>
          <p:cNvSpPr txBox="1">
            <a:spLocks noChangeArrowheads="1"/>
          </p:cNvSpPr>
          <p:nvPr/>
        </p:nvSpPr>
        <p:spPr>
          <a:xfrm>
            <a:off x="794606" y="2233994"/>
            <a:ext cx="4908362" cy="37623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configures browser to point to a (local)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cache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browser sends all HTTP requests to cache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object in cache: cache returns object to client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else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cache requests object from origin server, caches received object, then returns object to client</a:t>
            </a:r>
          </a:p>
        </p:txBody>
      </p:sp>
      <p:sp>
        <p:nvSpPr>
          <p:cNvPr id="82" name="Rectangle 4">
            <a:extLst>
              <a:ext uri="{FF2B5EF4-FFF2-40B4-BE49-F238E27FC236}">
                <a16:creationId xmlns:a16="http://schemas.microsoft.com/office/drawing/2014/main" id="{333F1EEA-A155-1C41-80CD-10E94B830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380" y="1333500"/>
            <a:ext cx="10292615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satisfy client requests without involving origin server</a:t>
            </a:r>
          </a:p>
        </p:txBody>
      </p:sp>
      <p:sp>
        <p:nvSpPr>
          <p:cNvPr id="83" name="Text Box 6">
            <a:extLst>
              <a:ext uri="{FF2B5EF4-FFF2-40B4-BE49-F238E27FC236}">
                <a16:creationId xmlns:a16="http://schemas.microsoft.com/office/drawing/2014/main" id="{70E92C74-86C4-E048-AD53-D4201EAFC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675" y="3118188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568D9C3-D40D-D946-AB3E-DA830336DA5D}"/>
              </a:ext>
            </a:extLst>
          </p:cNvPr>
          <p:cNvGrpSpPr/>
          <p:nvPr/>
        </p:nvGrpSpPr>
        <p:grpSpPr>
          <a:xfrm>
            <a:off x="8270000" y="2687749"/>
            <a:ext cx="786882" cy="1235302"/>
            <a:chOff x="8270000" y="2687749"/>
            <a:chExt cx="786882" cy="1235302"/>
          </a:xfrm>
        </p:grpSpPr>
        <p:grpSp>
          <p:nvGrpSpPr>
            <p:cNvPr id="15" name="Group 138">
              <a:extLst>
                <a:ext uri="{FF2B5EF4-FFF2-40B4-BE49-F238E27FC236}">
                  <a16:creationId xmlns:a16="http://schemas.microsoft.com/office/drawing/2014/main" id="{BCAE7764-70F3-6C4D-BAB2-DE0B7C89D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75663" y="3207088"/>
              <a:ext cx="400050" cy="715963"/>
              <a:chOff x="4140" y="429"/>
              <a:chExt cx="1425" cy="2396"/>
            </a:xfrm>
          </p:grpSpPr>
          <p:sp>
            <p:nvSpPr>
              <p:cNvPr id="16" name="Freeform 139">
                <a:extLst>
                  <a:ext uri="{FF2B5EF4-FFF2-40B4-BE49-F238E27FC236}">
                    <a16:creationId xmlns:a16="http://schemas.microsoft.com/office/drawing/2014/main" id="{F1B2DFA0-F79D-7B41-AEB4-30CE9076E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Rectangle 140">
                <a:extLst>
                  <a:ext uri="{FF2B5EF4-FFF2-40B4-BE49-F238E27FC236}">
                    <a16:creationId xmlns:a16="http://schemas.microsoft.com/office/drawing/2014/main" id="{C5E2EFBB-BBC5-9A42-BB0E-E6D6D2C22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" name="Freeform 141">
                <a:extLst>
                  <a:ext uri="{FF2B5EF4-FFF2-40B4-BE49-F238E27FC236}">
                    <a16:creationId xmlns:a16="http://schemas.microsoft.com/office/drawing/2014/main" id="{55529617-AF40-4A4A-B8BE-0A1D9AFF9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Freeform 142">
                <a:extLst>
                  <a:ext uri="{FF2B5EF4-FFF2-40B4-BE49-F238E27FC236}">
                    <a16:creationId xmlns:a16="http://schemas.microsoft.com/office/drawing/2014/main" id="{CD96A818-3AB4-9749-B364-C94B61E39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Rectangle 143">
                <a:extLst>
                  <a:ext uri="{FF2B5EF4-FFF2-40B4-BE49-F238E27FC236}">
                    <a16:creationId xmlns:a16="http://schemas.microsoft.com/office/drawing/2014/main" id="{6CB7A8CB-28B7-454A-B6FA-0B497C6EA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" name="Group 144">
                <a:extLst>
                  <a:ext uri="{FF2B5EF4-FFF2-40B4-BE49-F238E27FC236}">
                    <a16:creationId xmlns:a16="http://schemas.microsoft.com/office/drawing/2014/main" id="{B151228D-C4D6-FC47-B4C4-E4FEAAC8EB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6" name="AutoShape 145">
                  <a:extLst>
                    <a:ext uri="{FF2B5EF4-FFF2-40B4-BE49-F238E27FC236}">
                      <a16:creationId xmlns:a16="http://schemas.microsoft.com/office/drawing/2014/main" id="{581E8E47-6DB1-F54B-9476-01B6F2E300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" name="AutoShape 146">
                  <a:extLst>
                    <a:ext uri="{FF2B5EF4-FFF2-40B4-BE49-F238E27FC236}">
                      <a16:creationId xmlns:a16="http://schemas.microsoft.com/office/drawing/2014/main" id="{7F2D9B2C-626D-344A-83E2-C990F84150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70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2" name="Rectangle 147">
                <a:extLst>
                  <a:ext uri="{FF2B5EF4-FFF2-40B4-BE49-F238E27FC236}">
                    <a16:creationId xmlns:a16="http://schemas.microsoft.com/office/drawing/2014/main" id="{06A6E158-AA9B-7643-9927-3F063660D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3" name="Group 148">
                <a:extLst>
                  <a:ext uri="{FF2B5EF4-FFF2-40B4-BE49-F238E27FC236}">
                    <a16:creationId xmlns:a16="http://schemas.microsoft.com/office/drawing/2014/main" id="{24564C8A-097F-5447-B760-9CD6285FD6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4" name="AutoShape 149">
                  <a:extLst>
                    <a:ext uri="{FF2B5EF4-FFF2-40B4-BE49-F238E27FC236}">
                      <a16:creationId xmlns:a16="http://schemas.microsoft.com/office/drawing/2014/main" id="{04C4FA5A-4748-2D42-BA0D-06AFE4DAEE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5" name="AutoShape 150">
                  <a:extLst>
                    <a:ext uri="{FF2B5EF4-FFF2-40B4-BE49-F238E27FC236}">
                      <a16:creationId xmlns:a16="http://schemas.microsoft.com/office/drawing/2014/main" id="{84E1D8C6-7DEE-484B-99EE-B608D1AEB0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3"/>
                  <a:ext cx="692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4" name="Rectangle 151">
                <a:extLst>
                  <a:ext uri="{FF2B5EF4-FFF2-40B4-BE49-F238E27FC236}">
                    <a16:creationId xmlns:a16="http://schemas.microsoft.com/office/drawing/2014/main" id="{454AD9D8-054B-E244-8A65-C00DC300D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9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" name="Rectangle 152">
                <a:extLst>
                  <a:ext uri="{FF2B5EF4-FFF2-40B4-BE49-F238E27FC236}">
                    <a16:creationId xmlns:a16="http://schemas.microsoft.com/office/drawing/2014/main" id="{40C54BAB-9592-ED4B-80E1-874156D7B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6" name="Group 153">
                <a:extLst>
                  <a:ext uri="{FF2B5EF4-FFF2-40B4-BE49-F238E27FC236}">
                    <a16:creationId xmlns:a16="http://schemas.microsoft.com/office/drawing/2014/main" id="{64CB2613-6494-6C4A-AC96-EDE0548984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2" name="AutoShape 154">
                  <a:extLst>
                    <a:ext uri="{FF2B5EF4-FFF2-40B4-BE49-F238E27FC236}">
                      <a16:creationId xmlns:a16="http://schemas.microsoft.com/office/drawing/2014/main" id="{A27D1399-0ADF-5D43-8B09-BCD5BD0CD0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6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" name="AutoShape 155">
                  <a:extLst>
                    <a:ext uri="{FF2B5EF4-FFF2-40B4-BE49-F238E27FC236}">
                      <a16:creationId xmlns:a16="http://schemas.microsoft.com/office/drawing/2014/main" id="{20A4C850-89B5-6B44-820C-B66073B752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7" name="Freeform 156">
                <a:extLst>
                  <a:ext uri="{FF2B5EF4-FFF2-40B4-BE49-F238E27FC236}">
                    <a16:creationId xmlns:a16="http://schemas.microsoft.com/office/drawing/2014/main" id="{69CA70FC-8D55-3C40-9230-BB1B319F0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8" name="Group 157">
                <a:extLst>
                  <a:ext uri="{FF2B5EF4-FFF2-40B4-BE49-F238E27FC236}">
                    <a16:creationId xmlns:a16="http://schemas.microsoft.com/office/drawing/2014/main" id="{592B4F87-8FD7-004F-9CBD-2E07936D76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0" name="AutoShape 158">
                  <a:extLst>
                    <a:ext uri="{FF2B5EF4-FFF2-40B4-BE49-F238E27FC236}">
                      <a16:creationId xmlns:a16="http://schemas.microsoft.com/office/drawing/2014/main" id="{52452D42-BA3E-B548-9F26-4F10DEBFFC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6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1" name="AutoShape 159">
                  <a:extLst>
                    <a:ext uri="{FF2B5EF4-FFF2-40B4-BE49-F238E27FC236}">
                      <a16:creationId xmlns:a16="http://schemas.microsoft.com/office/drawing/2014/main" id="{2E496C07-9C8C-B34F-8201-DBF2AB09E8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4"/>
                  <a:ext cx="69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9" name="Rectangle 160">
                <a:extLst>
                  <a:ext uri="{FF2B5EF4-FFF2-40B4-BE49-F238E27FC236}">
                    <a16:creationId xmlns:a16="http://schemas.microsoft.com/office/drawing/2014/main" id="{507783BC-460D-F943-9047-6C6F897FE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68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" name="Freeform 161">
                <a:extLst>
                  <a:ext uri="{FF2B5EF4-FFF2-40B4-BE49-F238E27FC236}">
                    <a16:creationId xmlns:a16="http://schemas.microsoft.com/office/drawing/2014/main" id="{88257E4A-4830-E644-BAF7-847C2053B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1" name="Freeform 162">
                <a:extLst>
                  <a:ext uri="{FF2B5EF4-FFF2-40B4-BE49-F238E27FC236}">
                    <a16:creationId xmlns:a16="http://schemas.microsoft.com/office/drawing/2014/main" id="{24A3F621-17CD-4645-A51D-7042FE22E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2" name="Oval 163">
                <a:extLst>
                  <a:ext uri="{FF2B5EF4-FFF2-40B4-BE49-F238E27FC236}">
                    <a16:creationId xmlns:a16="http://schemas.microsoft.com/office/drawing/2014/main" id="{EA7A271B-C672-7748-BB6C-4320F9AE9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" name="Freeform 164">
                <a:extLst>
                  <a:ext uri="{FF2B5EF4-FFF2-40B4-BE49-F238E27FC236}">
                    <a16:creationId xmlns:a16="http://schemas.microsoft.com/office/drawing/2014/main" id="{BF246A84-BFE7-3049-922B-DD8B6EA2E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4" name="AutoShape 165">
                <a:extLst>
                  <a:ext uri="{FF2B5EF4-FFF2-40B4-BE49-F238E27FC236}">
                    <a16:creationId xmlns:a16="http://schemas.microsoft.com/office/drawing/2014/main" id="{A85BFA7C-936F-3A41-9B80-F269D0D81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9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" name="AutoShape 166">
                <a:extLst>
                  <a:ext uri="{FF2B5EF4-FFF2-40B4-BE49-F238E27FC236}">
                    <a16:creationId xmlns:a16="http://schemas.microsoft.com/office/drawing/2014/main" id="{143F5A2C-3FCC-214E-B1DD-37354850C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9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" name="Oval 167">
                <a:extLst>
                  <a:ext uri="{FF2B5EF4-FFF2-40B4-BE49-F238E27FC236}">
                    <a16:creationId xmlns:a16="http://schemas.microsoft.com/office/drawing/2014/main" id="{9F154E92-095E-194F-B02E-9A00467A0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" name="Oval 168">
                <a:extLst>
                  <a:ext uri="{FF2B5EF4-FFF2-40B4-BE49-F238E27FC236}">
                    <a16:creationId xmlns:a16="http://schemas.microsoft.com/office/drawing/2014/main" id="{9D1FEADC-3D9C-A84B-8B87-2D971178E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4"/>
                <a:ext cx="158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8" name="Oval 169">
                <a:extLst>
                  <a:ext uri="{FF2B5EF4-FFF2-40B4-BE49-F238E27FC236}">
                    <a16:creationId xmlns:a16="http://schemas.microsoft.com/office/drawing/2014/main" id="{4E9E3512-C0DF-9C4B-84D2-8F5465E6D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79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" name="Rectangle 170">
                <a:extLst>
                  <a:ext uri="{FF2B5EF4-FFF2-40B4-BE49-F238E27FC236}">
                    <a16:creationId xmlns:a16="http://schemas.microsoft.com/office/drawing/2014/main" id="{4D132F38-B955-6A4E-A501-5DB6D9BF92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84" name="Text Box 8">
              <a:extLst>
                <a:ext uri="{FF2B5EF4-FFF2-40B4-BE49-F238E27FC236}">
                  <a16:creationId xmlns:a16="http://schemas.microsoft.com/office/drawing/2014/main" id="{5DE1E660-E2FD-8848-B0BB-84A037DCC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0000" y="2687749"/>
              <a:ext cx="786882" cy="590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Web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cache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5" name="Text Box 21">
            <a:extLst>
              <a:ext uri="{FF2B5EF4-FFF2-40B4-BE49-F238E27FC236}">
                <a16:creationId xmlns:a16="http://schemas.microsoft.com/office/drawing/2014/main" id="{E15405A8-0743-624D-A374-AA89B476D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5089863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86" name="Group 53">
            <a:extLst>
              <a:ext uri="{FF2B5EF4-FFF2-40B4-BE49-F238E27FC236}">
                <a16:creationId xmlns:a16="http://schemas.microsoft.com/office/drawing/2014/main" id="{006A4F95-0B3D-AC43-A627-71A7FD2195DC}"/>
              </a:ext>
            </a:extLst>
          </p:cNvPr>
          <p:cNvGrpSpPr>
            <a:grpSpLocks/>
          </p:cNvGrpSpPr>
          <p:nvPr/>
        </p:nvGrpSpPr>
        <p:grpSpPr bwMode="auto">
          <a:xfrm>
            <a:off x="6915150" y="3845263"/>
            <a:ext cx="1490663" cy="760413"/>
            <a:chOff x="2942" y="2580"/>
            <a:chExt cx="939" cy="479"/>
          </a:xfrm>
        </p:grpSpPr>
        <p:sp>
          <p:nvSpPr>
            <p:cNvPr id="87" name="Line 19">
              <a:extLst>
                <a:ext uri="{FF2B5EF4-FFF2-40B4-BE49-F238E27FC236}">
                  <a16:creationId xmlns:a16="http://schemas.microsoft.com/office/drawing/2014/main" id="{C4FCDE12-2844-E249-88D6-1248CC2CE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8" y="2580"/>
              <a:ext cx="883" cy="47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2" name="Text Box 23">
              <a:extLst>
                <a:ext uri="{FF2B5EF4-FFF2-40B4-BE49-F238E27FC236}">
                  <a16:creationId xmlns:a16="http://schemas.microsoft.com/office/drawing/2014/main" id="{BDF0B946-2F1F-B54D-8334-894004430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907361">
              <a:off x="2942" y="264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3" name="Group 54">
            <a:extLst>
              <a:ext uri="{FF2B5EF4-FFF2-40B4-BE49-F238E27FC236}">
                <a16:creationId xmlns:a16="http://schemas.microsoft.com/office/drawing/2014/main" id="{0430DB37-F13E-FB4C-8461-73427AD15541}"/>
              </a:ext>
            </a:extLst>
          </p:cNvPr>
          <p:cNvGrpSpPr>
            <a:grpSpLocks/>
          </p:cNvGrpSpPr>
          <p:nvPr/>
        </p:nvGrpSpPr>
        <p:grpSpPr bwMode="auto">
          <a:xfrm>
            <a:off x="7054850" y="3932576"/>
            <a:ext cx="1487488" cy="785812"/>
            <a:chOff x="3030" y="2635"/>
            <a:chExt cx="937" cy="495"/>
          </a:xfrm>
        </p:grpSpPr>
        <p:sp>
          <p:nvSpPr>
            <p:cNvPr id="94" name="Line 20">
              <a:extLst>
                <a:ext uri="{FF2B5EF4-FFF2-40B4-BE49-F238E27FC236}">
                  <a16:creationId xmlns:a16="http://schemas.microsoft.com/office/drawing/2014/main" id="{68522646-1C6E-6141-85AF-6F21328BDB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0" y="2635"/>
              <a:ext cx="884" cy="49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Text Box 25">
              <a:extLst>
                <a:ext uri="{FF2B5EF4-FFF2-40B4-BE49-F238E27FC236}">
                  <a16:creationId xmlns:a16="http://schemas.microsoft.com/office/drawing/2014/main" id="{497C49B3-B78E-EF40-9F30-9D168B831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862217">
              <a:off x="3069" y="2846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6" name="Group 49">
            <a:extLst>
              <a:ext uri="{FF2B5EF4-FFF2-40B4-BE49-F238E27FC236}">
                <a16:creationId xmlns:a16="http://schemas.microsoft.com/office/drawing/2014/main" id="{8EC23EE2-3572-4749-B83B-56A3E22AF760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873713"/>
            <a:ext cx="3251200" cy="730250"/>
            <a:chOff x="3002" y="1979"/>
            <a:chExt cx="2048" cy="460"/>
          </a:xfrm>
        </p:grpSpPr>
        <p:sp>
          <p:nvSpPr>
            <p:cNvPr id="97" name="Freeform 18">
              <a:extLst>
                <a:ext uri="{FF2B5EF4-FFF2-40B4-BE49-F238E27FC236}">
                  <a16:creationId xmlns:a16="http://schemas.microsoft.com/office/drawing/2014/main" id="{B3BFA12B-AF52-444A-9C8D-FD235EBCD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979"/>
              <a:ext cx="2048" cy="460"/>
            </a:xfrm>
            <a:custGeom>
              <a:avLst/>
              <a:gdLst>
                <a:gd name="T0" fmla="*/ 0 w 2048"/>
                <a:gd name="T1" fmla="*/ 2 h 460"/>
                <a:gd name="T2" fmla="*/ 1011 w 2048"/>
                <a:gd name="T3" fmla="*/ 460 h 460"/>
                <a:gd name="T4" fmla="*/ 2048 w 2048"/>
                <a:gd name="T5" fmla="*/ 0 h 460"/>
                <a:gd name="T6" fmla="*/ 0 60000 65536"/>
                <a:gd name="T7" fmla="*/ 0 60000 65536"/>
                <a:gd name="T8" fmla="*/ 0 60000 65536"/>
                <a:gd name="T9" fmla="*/ 0 w 2048"/>
                <a:gd name="T10" fmla="*/ 0 h 460"/>
                <a:gd name="T11" fmla="*/ 2048 w 2048"/>
                <a:gd name="T12" fmla="*/ 460 h 4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8" h="460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8" name="Text Box 22">
              <a:extLst>
                <a:ext uri="{FF2B5EF4-FFF2-40B4-BE49-F238E27FC236}">
                  <a16:creationId xmlns:a16="http://schemas.microsoft.com/office/drawing/2014/main" id="{5DC9736F-EB13-904A-A584-847C86859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129" y="200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Text Box 45">
              <a:extLst>
                <a:ext uri="{FF2B5EF4-FFF2-40B4-BE49-F238E27FC236}">
                  <a16:creationId xmlns:a16="http://schemas.microsoft.com/office/drawing/2014/main" id="{5F201396-3496-B54A-87C0-83E69A7B8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0032">
              <a:off x="4160" y="201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1" name="Text Box 48">
            <a:extLst>
              <a:ext uri="{FF2B5EF4-FFF2-40B4-BE49-F238E27FC236}">
                <a16:creationId xmlns:a16="http://schemas.microsoft.com/office/drawing/2014/main" id="{53C0E2C7-E328-094F-86C2-7FF28BDF9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1826" y="3292132"/>
            <a:ext cx="70884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origin 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03" name="Picture 56">
            <a:extLst>
              <a:ext uri="{FF2B5EF4-FFF2-40B4-BE49-F238E27FC236}">
                <a16:creationId xmlns:a16="http://schemas.microsoft.com/office/drawing/2014/main" id="{D1860A46-FB8D-2145-A291-FDFCD300B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2588" y="2381588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4" name="Group 60">
            <a:extLst>
              <a:ext uri="{FF2B5EF4-FFF2-40B4-BE49-F238E27FC236}">
                <a16:creationId xmlns:a16="http://schemas.microsoft.com/office/drawing/2014/main" id="{1E55489F-3411-D147-A30E-37C79E67D16D}"/>
              </a:ext>
            </a:extLst>
          </p:cNvPr>
          <p:cNvGrpSpPr>
            <a:grpSpLocks/>
          </p:cNvGrpSpPr>
          <p:nvPr/>
        </p:nvGrpSpPr>
        <p:grpSpPr bwMode="auto">
          <a:xfrm>
            <a:off x="6237288" y="2421276"/>
            <a:ext cx="4110038" cy="1814512"/>
            <a:chOff x="2515" y="1687"/>
            <a:chExt cx="2589" cy="1143"/>
          </a:xfrm>
        </p:grpSpPr>
        <p:sp>
          <p:nvSpPr>
            <p:cNvPr id="105" name="Freeform 44">
              <a:extLst>
                <a:ext uri="{FF2B5EF4-FFF2-40B4-BE49-F238E27FC236}">
                  <a16:creationId xmlns:a16="http://schemas.microsoft.com/office/drawing/2014/main" id="{AD023CD7-2DF4-0047-A0A8-EE7C8FDF2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2026"/>
              <a:ext cx="2119" cy="476"/>
            </a:xfrm>
            <a:custGeom>
              <a:avLst/>
              <a:gdLst>
                <a:gd name="T0" fmla="*/ 2119 w 2119"/>
                <a:gd name="T1" fmla="*/ 0 h 476"/>
                <a:gd name="T2" fmla="*/ 1020 w 2119"/>
                <a:gd name="T3" fmla="*/ 476 h 476"/>
                <a:gd name="T4" fmla="*/ 0 w 2119"/>
                <a:gd name="T5" fmla="*/ 8 h 476"/>
                <a:gd name="T6" fmla="*/ 0 60000 65536"/>
                <a:gd name="T7" fmla="*/ 0 60000 65536"/>
                <a:gd name="T8" fmla="*/ 0 60000 65536"/>
                <a:gd name="T9" fmla="*/ 0 w 2119"/>
                <a:gd name="T10" fmla="*/ 0 h 476"/>
                <a:gd name="T11" fmla="*/ 2119 w 2119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9" h="476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" name="Text Box 24">
              <a:extLst>
                <a:ext uri="{FF2B5EF4-FFF2-40B4-BE49-F238E27FC236}">
                  <a16:creationId xmlns:a16="http://schemas.microsoft.com/office/drawing/2014/main" id="{3A73F75B-5403-E34F-8197-7456A76E7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2963" y="2243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Text Box 46">
              <a:extLst>
                <a:ext uri="{FF2B5EF4-FFF2-40B4-BE49-F238E27FC236}">
                  <a16:creationId xmlns:a16="http://schemas.microsoft.com/office/drawing/2014/main" id="{84D34D31-F002-7644-A66C-387CC45D7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4211">
              <a:off x="4193" y="2231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108" name="Picture 57">
              <a:extLst>
                <a:ext uri="{FF2B5EF4-FFF2-40B4-BE49-F238E27FC236}">
                  <a16:creationId xmlns:a16="http://schemas.microsoft.com/office/drawing/2014/main" id="{AAE983CF-984C-9D4D-815F-5073893D27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" name="Picture 59">
              <a:extLst>
                <a:ext uri="{FF2B5EF4-FFF2-40B4-BE49-F238E27FC236}">
                  <a16:creationId xmlns:a16="http://schemas.microsoft.com/office/drawing/2014/main" id="{24961BA7-6903-124E-955A-AEDC5B6FB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0" name="Picture 61">
            <a:extLst>
              <a:ext uri="{FF2B5EF4-FFF2-40B4-BE49-F238E27FC236}">
                <a16:creationId xmlns:a16="http://schemas.microsoft.com/office/drawing/2014/main" id="{DB808EFC-F790-0C46-B5F2-BCC2B49C4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913" y="4362788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Slide Number Placeholder 2">
            <a:extLst>
              <a:ext uri="{FF2B5EF4-FFF2-40B4-BE49-F238E27FC236}">
                <a16:creationId xmlns:a16="http://schemas.microsoft.com/office/drawing/2014/main" id="{AAEEF6BD-F1CB-4A4C-82D3-5C6EE9E6D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62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Web caches (aka proxy servers)</a:t>
            </a:r>
            <a:endParaRPr lang="en-US" sz="4400" dirty="0"/>
          </a:p>
        </p:txBody>
      </p:sp>
      <p:sp>
        <p:nvSpPr>
          <p:cNvPr id="144" name="Rectangle 3">
            <a:extLst>
              <a:ext uri="{FF2B5EF4-FFF2-40B4-BE49-F238E27FC236}">
                <a16:creationId xmlns:a16="http://schemas.microsoft.com/office/drawing/2014/main" id="{7B8521C1-7DCD-9344-8BCE-E617E0E93A48}"/>
              </a:ext>
            </a:extLst>
          </p:cNvPr>
          <p:cNvSpPr txBox="1">
            <a:spLocks noChangeArrowheads="1"/>
          </p:cNvSpPr>
          <p:nvPr/>
        </p:nvSpPr>
        <p:spPr>
          <a:xfrm>
            <a:off x="600308" y="1534695"/>
            <a:ext cx="4752277" cy="213493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988" marR="0" lvl="0" indent="-2778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cache acts as both client and server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 for original requesting client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 to origin server</a:t>
            </a:r>
          </a:p>
        </p:txBody>
      </p:sp>
      <p:sp>
        <p:nvSpPr>
          <p:cNvPr id="145" name="Rectangle 4">
            <a:extLst>
              <a:ext uri="{FF2B5EF4-FFF2-40B4-BE49-F238E27FC236}">
                <a16:creationId xmlns:a16="http://schemas.microsoft.com/office/drawing/2014/main" id="{F6AE5A0B-A69D-B948-BD0F-B69E446252C4}"/>
              </a:ext>
            </a:extLst>
          </p:cNvPr>
          <p:cNvSpPr txBox="1">
            <a:spLocks noChangeArrowheads="1"/>
          </p:cNvSpPr>
          <p:nvPr/>
        </p:nvSpPr>
        <p:spPr>
          <a:xfrm>
            <a:off x="5544015" y="1534695"/>
            <a:ext cx="6047678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Why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caching?</a:t>
            </a:r>
          </a:p>
          <a:p>
            <a:pPr marL="40798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reduce response time for client request </a:t>
            </a:r>
          </a:p>
          <a:p>
            <a:pPr marL="750888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cache is closer to client</a:t>
            </a:r>
          </a:p>
          <a:p>
            <a:pPr marL="40798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reduce traffic on an institution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’s access link</a:t>
            </a:r>
          </a:p>
          <a:p>
            <a:pPr marL="40798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Internet is dense with caches </a:t>
            </a:r>
          </a:p>
          <a:p>
            <a:pPr marL="750888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enables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poor” content providers to more effectively deliver content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078A0BA-EA92-E84B-9D25-74AB5B584F39}"/>
              </a:ext>
            </a:extLst>
          </p:cNvPr>
          <p:cNvGrpSpPr/>
          <p:nvPr/>
        </p:nvGrpSpPr>
        <p:grpSpPr>
          <a:xfrm>
            <a:off x="632391" y="3810000"/>
            <a:ext cx="4798594" cy="2217821"/>
            <a:chOff x="632391" y="3810000"/>
            <a:chExt cx="4798594" cy="221782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367C1AB-A47E-5446-99C0-0905B5F05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5462" y="5015497"/>
              <a:ext cx="4324685" cy="45212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CCF5707-C36A-2B44-B3DE-6F31EEC70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6130" y="5587331"/>
              <a:ext cx="4364855" cy="440490"/>
            </a:xfrm>
            <a:prstGeom prst="rect">
              <a:avLst/>
            </a:prstGeom>
          </p:spPr>
        </p:pic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9E701FCD-5285-BE4B-BD4D-92A5F9D53E0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32391" y="3810000"/>
              <a:ext cx="4757756" cy="1327484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7988" marR="0" lvl="0" indent="-277813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 tells cache about object’s allowable caching in response header:</a:t>
              </a:r>
            </a:p>
          </p:txBody>
        </p:sp>
      </p:grp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293899FF-7A74-EF40-AE83-53C006278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10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C654B-9169-D541-9386-ACBC44AC0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455" y="186973"/>
            <a:ext cx="10515600" cy="858136"/>
          </a:xfrm>
        </p:spPr>
        <p:txBody>
          <a:bodyPr/>
          <a:lstStyle/>
          <a:p>
            <a:r>
              <a:rPr lang="en-US" dirty="0"/>
              <a:t>Drawbacks of no CACHE</a:t>
            </a:r>
          </a:p>
        </p:txBody>
      </p:sp>
      <p:pic>
        <p:nvPicPr>
          <p:cNvPr id="3" name="Picture 2" descr="Image result for hot icon">
            <a:extLst>
              <a:ext uri="{FF2B5EF4-FFF2-40B4-BE49-F238E27FC236}">
                <a16:creationId xmlns:a16="http://schemas.microsoft.com/office/drawing/2014/main" id="{2F009546-E019-234F-BF77-F7EF98813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660" y="3598333"/>
            <a:ext cx="721782" cy="72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Line 2">
            <a:extLst>
              <a:ext uri="{FF2B5EF4-FFF2-40B4-BE49-F238E27FC236}">
                <a16:creationId xmlns:a16="http://schemas.microsoft.com/office/drawing/2014/main" id="{2E501821-636E-3D40-A693-981C9E166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Text Box 50">
            <a:extLst>
              <a:ext uri="{FF2B5EF4-FFF2-40B4-BE49-F238E27FC236}">
                <a16:creationId xmlns:a16="http://schemas.microsoft.com/office/drawing/2014/main" id="{D7F235F7-F934-E642-BAE8-DFB4C60CB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6" name="Line 51">
            <a:extLst>
              <a:ext uri="{FF2B5EF4-FFF2-40B4-BE49-F238E27FC236}">
                <a16:creationId xmlns:a16="http://schemas.microsoft.com/office/drawing/2014/main" id="{1C49438E-7F30-9A44-8E56-EDBF2689E08E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Line 52">
            <a:extLst>
              <a:ext uri="{FF2B5EF4-FFF2-40B4-BE49-F238E27FC236}">
                <a16:creationId xmlns:a16="http://schemas.microsoft.com/office/drawing/2014/main" id="{30264B55-47C8-F74E-A3E5-897F0347DB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Line 53">
            <a:extLst>
              <a:ext uri="{FF2B5EF4-FFF2-40B4-BE49-F238E27FC236}">
                <a16:creationId xmlns:a16="http://schemas.microsoft.com/office/drawing/2014/main" id="{79329B1F-5AB2-F14F-B7B5-14BB8724A0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" name="Line 54">
            <a:extLst>
              <a:ext uri="{FF2B5EF4-FFF2-40B4-BE49-F238E27FC236}">
                <a16:creationId xmlns:a16="http://schemas.microsoft.com/office/drawing/2014/main" id="{6B891CFC-93EE-1F4A-ACEB-EFD4FD844D7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Freeform 55">
            <a:extLst>
              <a:ext uri="{FF2B5EF4-FFF2-40B4-BE49-F238E27FC236}">
                <a16:creationId xmlns:a16="http://schemas.microsoft.com/office/drawing/2014/main" id="{7F1B7DAE-4740-7847-8F46-AECBC25D32BF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Text Box 70">
            <a:extLst>
              <a:ext uri="{FF2B5EF4-FFF2-40B4-BE49-F238E27FC236}">
                <a16:creationId xmlns:a16="http://schemas.microsoft.com/office/drawing/2014/main" id="{5B6D7524-99F0-864A-808B-52075B03F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" name="Freeform 71">
            <a:extLst>
              <a:ext uri="{FF2B5EF4-FFF2-40B4-BE49-F238E27FC236}">
                <a16:creationId xmlns:a16="http://schemas.microsoft.com/office/drawing/2014/main" id="{8225F5B0-FF30-3C48-9094-4CAC2693B414}"/>
              </a:ext>
            </a:extLst>
          </p:cNvPr>
          <p:cNvSpPr>
            <a:spLocks/>
          </p:cNvSpPr>
          <p:nvPr/>
        </p:nvSpPr>
        <p:spPr bwMode="auto">
          <a:xfrm>
            <a:off x="7762780" y="4516708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Line 77">
            <a:extLst>
              <a:ext uri="{FF2B5EF4-FFF2-40B4-BE49-F238E27FC236}">
                <a16:creationId xmlns:a16="http://schemas.microsoft.com/office/drawing/2014/main" id="{FA6A8226-F44C-0149-B629-F54FD927A2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Line 78">
            <a:extLst>
              <a:ext uri="{FF2B5EF4-FFF2-40B4-BE49-F238E27FC236}">
                <a16:creationId xmlns:a16="http://schemas.microsoft.com/office/drawing/2014/main" id="{4FD21E69-72FC-FC48-9AB7-6F7E32020C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Line 79">
            <a:extLst>
              <a:ext uri="{FF2B5EF4-FFF2-40B4-BE49-F238E27FC236}">
                <a16:creationId xmlns:a16="http://schemas.microsoft.com/office/drawing/2014/main" id="{5604645C-EA2C-064B-8646-6A9ADB789D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Line 95">
            <a:extLst>
              <a:ext uri="{FF2B5EF4-FFF2-40B4-BE49-F238E27FC236}">
                <a16:creationId xmlns:a16="http://schemas.microsoft.com/office/drawing/2014/main" id="{5A83F0B9-CCD7-3F44-845C-E1119B763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" name="Text Box 97">
            <a:extLst>
              <a:ext uri="{FF2B5EF4-FFF2-40B4-BE49-F238E27FC236}">
                <a16:creationId xmlns:a16="http://schemas.microsoft.com/office/drawing/2014/main" id="{27876668-75A2-9547-A2EE-68062D714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Text Box 98">
            <a:extLst>
              <a:ext uri="{FF2B5EF4-FFF2-40B4-BE49-F238E27FC236}">
                <a16:creationId xmlns:a16="http://schemas.microsoft.com/office/drawing/2014/main" id="{A876870C-E623-4C47-9B07-2F709C669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" name="Text Box 99">
            <a:extLst>
              <a:ext uri="{FF2B5EF4-FFF2-40B4-BE49-F238E27FC236}">
                <a16:creationId xmlns:a16="http://schemas.microsoft.com/office/drawing/2014/main" id="{98E8F642-FEF7-BE40-AFDE-293155BAE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15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0" name="Group 139">
            <a:extLst>
              <a:ext uri="{FF2B5EF4-FFF2-40B4-BE49-F238E27FC236}">
                <a16:creationId xmlns:a16="http://schemas.microsoft.com/office/drawing/2014/main" id="{102ABBA7-05CC-0542-AD39-7F2F2B1C66F7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1" name="Freeform 140">
              <a:extLst>
                <a:ext uri="{FF2B5EF4-FFF2-40B4-BE49-F238E27FC236}">
                  <a16:creationId xmlns:a16="http://schemas.microsoft.com/office/drawing/2014/main" id="{420FA2E8-F8CB-2F47-BF88-D9F57604D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Rectangle 141">
              <a:extLst>
                <a:ext uri="{FF2B5EF4-FFF2-40B4-BE49-F238E27FC236}">
                  <a16:creationId xmlns:a16="http://schemas.microsoft.com/office/drawing/2014/main" id="{8934E6CB-E023-0A40-88CD-AB95CB332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Freeform 142">
              <a:extLst>
                <a:ext uri="{FF2B5EF4-FFF2-40B4-BE49-F238E27FC236}">
                  <a16:creationId xmlns:a16="http://schemas.microsoft.com/office/drawing/2014/main" id="{5E87B7DF-3863-9145-8382-233DB55BC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" name="Freeform 143">
              <a:extLst>
                <a:ext uri="{FF2B5EF4-FFF2-40B4-BE49-F238E27FC236}">
                  <a16:creationId xmlns:a16="http://schemas.microsoft.com/office/drawing/2014/main" id="{8FAB2D2E-7721-8A44-87CD-701415A56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" name="Rectangle 144">
              <a:extLst>
                <a:ext uri="{FF2B5EF4-FFF2-40B4-BE49-F238E27FC236}">
                  <a16:creationId xmlns:a16="http://schemas.microsoft.com/office/drawing/2014/main" id="{D76C0165-4389-6E4E-B84B-E01272467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" name="Group 145">
              <a:extLst>
                <a:ext uri="{FF2B5EF4-FFF2-40B4-BE49-F238E27FC236}">
                  <a16:creationId xmlns:a16="http://schemas.microsoft.com/office/drawing/2014/main" id="{03C3BB01-EF8B-6D4A-908A-BF473F03BA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1" name="AutoShape 146">
                <a:extLst>
                  <a:ext uri="{FF2B5EF4-FFF2-40B4-BE49-F238E27FC236}">
                    <a16:creationId xmlns:a16="http://schemas.microsoft.com/office/drawing/2014/main" id="{E9D39834-1535-BC49-AC4A-A95D6ED73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AutoShape 147">
                <a:extLst>
                  <a:ext uri="{FF2B5EF4-FFF2-40B4-BE49-F238E27FC236}">
                    <a16:creationId xmlns:a16="http://schemas.microsoft.com/office/drawing/2014/main" id="{17AC6EB7-01D6-C24A-A1A0-789E8E05B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" name="Rectangle 148">
              <a:extLst>
                <a:ext uri="{FF2B5EF4-FFF2-40B4-BE49-F238E27FC236}">
                  <a16:creationId xmlns:a16="http://schemas.microsoft.com/office/drawing/2014/main" id="{C24023B1-A34B-DD41-854B-2E9D2C33D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8" name="Group 149">
              <a:extLst>
                <a:ext uri="{FF2B5EF4-FFF2-40B4-BE49-F238E27FC236}">
                  <a16:creationId xmlns:a16="http://schemas.microsoft.com/office/drawing/2014/main" id="{54340E44-7FA6-944E-A36D-A2A28E767D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9" name="AutoShape 150">
                <a:extLst>
                  <a:ext uri="{FF2B5EF4-FFF2-40B4-BE49-F238E27FC236}">
                    <a16:creationId xmlns:a16="http://schemas.microsoft.com/office/drawing/2014/main" id="{F27B3B24-BF22-5E48-85A1-85FDCD7385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" name="AutoShape 151">
                <a:extLst>
                  <a:ext uri="{FF2B5EF4-FFF2-40B4-BE49-F238E27FC236}">
                    <a16:creationId xmlns:a16="http://schemas.microsoft.com/office/drawing/2014/main" id="{153ECFAF-A41C-CE40-ACD4-3796EEB38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" name="Rectangle 152">
              <a:extLst>
                <a:ext uri="{FF2B5EF4-FFF2-40B4-BE49-F238E27FC236}">
                  <a16:creationId xmlns:a16="http://schemas.microsoft.com/office/drawing/2014/main" id="{08A4DA09-3D3D-C643-A16F-2ED67D2D4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Rectangle 153">
              <a:extLst>
                <a:ext uri="{FF2B5EF4-FFF2-40B4-BE49-F238E27FC236}">
                  <a16:creationId xmlns:a16="http://schemas.microsoft.com/office/drawing/2014/main" id="{E0622ADC-E2A1-4240-886E-0E3262FD2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" name="Group 154">
              <a:extLst>
                <a:ext uri="{FF2B5EF4-FFF2-40B4-BE49-F238E27FC236}">
                  <a16:creationId xmlns:a16="http://schemas.microsoft.com/office/drawing/2014/main" id="{F8FCD132-0D6A-294B-B2FA-10DA81B1B4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7" name="AutoShape 155">
                <a:extLst>
                  <a:ext uri="{FF2B5EF4-FFF2-40B4-BE49-F238E27FC236}">
                    <a16:creationId xmlns:a16="http://schemas.microsoft.com/office/drawing/2014/main" id="{47A9147E-2C5B-6349-9E1C-0962A5CEA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AutoShape 156">
                <a:extLst>
                  <a:ext uri="{FF2B5EF4-FFF2-40B4-BE49-F238E27FC236}">
                    <a16:creationId xmlns:a16="http://schemas.microsoft.com/office/drawing/2014/main" id="{6A89B04A-A7C2-6540-8827-D9A8E34D0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2" name="Freeform 157">
              <a:extLst>
                <a:ext uri="{FF2B5EF4-FFF2-40B4-BE49-F238E27FC236}">
                  <a16:creationId xmlns:a16="http://schemas.microsoft.com/office/drawing/2014/main" id="{08EDBC41-DBAF-894A-909E-F8D106B80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" name="Group 158">
              <a:extLst>
                <a:ext uri="{FF2B5EF4-FFF2-40B4-BE49-F238E27FC236}">
                  <a16:creationId xmlns:a16="http://schemas.microsoft.com/office/drawing/2014/main" id="{B28E7A6A-BBFB-8041-9A5F-846AEEE266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" name="AutoShape 159">
                <a:extLst>
                  <a:ext uri="{FF2B5EF4-FFF2-40B4-BE49-F238E27FC236}">
                    <a16:creationId xmlns:a16="http://schemas.microsoft.com/office/drawing/2014/main" id="{CE74FE1E-9D3E-4240-A141-A2A0C3558C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" name="AutoShape 160">
                <a:extLst>
                  <a:ext uri="{FF2B5EF4-FFF2-40B4-BE49-F238E27FC236}">
                    <a16:creationId xmlns:a16="http://schemas.microsoft.com/office/drawing/2014/main" id="{DD9AB31D-EE37-0D43-8D17-53A13598C7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" name="Rectangle 161">
              <a:extLst>
                <a:ext uri="{FF2B5EF4-FFF2-40B4-BE49-F238E27FC236}">
                  <a16:creationId xmlns:a16="http://schemas.microsoft.com/office/drawing/2014/main" id="{C85EF8C8-8D30-2842-BF78-75C70DD1A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Freeform 162">
              <a:extLst>
                <a:ext uri="{FF2B5EF4-FFF2-40B4-BE49-F238E27FC236}">
                  <a16:creationId xmlns:a16="http://schemas.microsoft.com/office/drawing/2014/main" id="{7E9DFCF9-9F87-1E4A-A8B2-80A294B87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" name="Freeform 163">
              <a:extLst>
                <a:ext uri="{FF2B5EF4-FFF2-40B4-BE49-F238E27FC236}">
                  <a16:creationId xmlns:a16="http://schemas.microsoft.com/office/drawing/2014/main" id="{D93A217B-F506-B649-8A9E-F97B7AA82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Oval 164">
              <a:extLst>
                <a:ext uri="{FF2B5EF4-FFF2-40B4-BE49-F238E27FC236}">
                  <a16:creationId xmlns:a16="http://schemas.microsoft.com/office/drawing/2014/main" id="{505FFD32-A95B-9649-9CC9-84F7A295F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" name="Freeform 165">
              <a:extLst>
                <a:ext uri="{FF2B5EF4-FFF2-40B4-BE49-F238E27FC236}">
                  <a16:creationId xmlns:a16="http://schemas.microsoft.com/office/drawing/2014/main" id="{3586FB0C-A249-4A47-9151-F9492AE84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" name="AutoShape 166">
              <a:extLst>
                <a:ext uri="{FF2B5EF4-FFF2-40B4-BE49-F238E27FC236}">
                  <a16:creationId xmlns:a16="http://schemas.microsoft.com/office/drawing/2014/main" id="{B93456F5-708F-1240-90F6-6E9D0696E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" name="AutoShape 167">
              <a:extLst>
                <a:ext uri="{FF2B5EF4-FFF2-40B4-BE49-F238E27FC236}">
                  <a16:creationId xmlns:a16="http://schemas.microsoft.com/office/drawing/2014/main" id="{A888B1A6-C822-FE4F-B2D2-D1BCF7053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" name="Oval 168">
              <a:extLst>
                <a:ext uri="{FF2B5EF4-FFF2-40B4-BE49-F238E27FC236}">
                  <a16:creationId xmlns:a16="http://schemas.microsoft.com/office/drawing/2014/main" id="{D3DBAC27-E9B0-D54F-88CA-92FAEF490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Oval 169">
              <a:extLst>
                <a:ext uri="{FF2B5EF4-FFF2-40B4-BE49-F238E27FC236}">
                  <a16:creationId xmlns:a16="http://schemas.microsoft.com/office/drawing/2014/main" id="{245A68AF-737E-4C46-9E4B-CE36D0B38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" name="Oval 170">
              <a:extLst>
                <a:ext uri="{FF2B5EF4-FFF2-40B4-BE49-F238E27FC236}">
                  <a16:creationId xmlns:a16="http://schemas.microsoft.com/office/drawing/2014/main" id="{D7D21529-3100-6B4F-A4FF-5925B4CA2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Rectangle 171">
              <a:extLst>
                <a:ext uri="{FF2B5EF4-FFF2-40B4-BE49-F238E27FC236}">
                  <a16:creationId xmlns:a16="http://schemas.microsoft.com/office/drawing/2014/main" id="{B27B1B82-19D8-9341-965D-6A11CFFF2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3" name="Group 172">
            <a:extLst>
              <a:ext uri="{FF2B5EF4-FFF2-40B4-BE49-F238E27FC236}">
                <a16:creationId xmlns:a16="http://schemas.microsoft.com/office/drawing/2014/main" id="{BB402D22-D1E8-B148-84C5-EFB32A567892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54" name="Picture 173" descr="desktop_computer_stylized_medium">
              <a:extLst>
                <a:ext uri="{FF2B5EF4-FFF2-40B4-BE49-F238E27FC236}">
                  <a16:creationId xmlns:a16="http://schemas.microsoft.com/office/drawing/2014/main" id="{14B1173D-5344-B74D-B7C8-4260CED0F9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Freeform 174">
              <a:extLst>
                <a:ext uri="{FF2B5EF4-FFF2-40B4-BE49-F238E27FC236}">
                  <a16:creationId xmlns:a16="http://schemas.microsoft.com/office/drawing/2014/main" id="{EB475F94-AC0C-384E-AEC1-CCD8D0317AB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6" name="Group 175">
            <a:extLst>
              <a:ext uri="{FF2B5EF4-FFF2-40B4-BE49-F238E27FC236}">
                <a16:creationId xmlns:a16="http://schemas.microsoft.com/office/drawing/2014/main" id="{5A7AA3A3-98E6-854E-8B37-627258BC1A0A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57" name="Freeform 176">
              <a:extLst>
                <a:ext uri="{FF2B5EF4-FFF2-40B4-BE49-F238E27FC236}">
                  <a16:creationId xmlns:a16="http://schemas.microsoft.com/office/drawing/2014/main" id="{C96090A5-C74D-6540-A827-6BA50EA9B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Rectangle 177">
              <a:extLst>
                <a:ext uri="{FF2B5EF4-FFF2-40B4-BE49-F238E27FC236}">
                  <a16:creationId xmlns:a16="http://schemas.microsoft.com/office/drawing/2014/main" id="{0057CD47-9476-5D44-886B-048078EC4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Freeform 178">
              <a:extLst>
                <a:ext uri="{FF2B5EF4-FFF2-40B4-BE49-F238E27FC236}">
                  <a16:creationId xmlns:a16="http://schemas.microsoft.com/office/drawing/2014/main" id="{A528DA2A-58F2-F44B-804D-87EEDCBDA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" name="Freeform 179">
              <a:extLst>
                <a:ext uri="{FF2B5EF4-FFF2-40B4-BE49-F238E27FC236}">
                  <a16:creationId xmlns:a16="http://schemas.microsoft.com/office/drawing/2014/main" id="{A9279750-796A-AA4D-B453-351798D09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" name="Rectangle 180">
              <a:extLst>
                <a:ext uri="{FF2B5EF4-FFF2-40B4-BE49-F238E27FC236}">
                  <a16:creationId xmlns:a16="http://schemas.microsoft.com/office/drawing/2014/main" id="{72535ECE-70D3-7C42-A9D4-758120074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62" name="Group 181">
              <a:extLst>
                <a:ext uri="{FF2B5EF4-FFF2-40B4-BE49-F238E27FC236}">
                  <a16:creationId xmlns:a16="http://schemas.microsoft.com/office/drawing/2014/main" id="{B5DC4DE9-C653-6A47-B237-FDA724605E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7" name="AutoShape 182">
                <a:extLst>
                  <a:ext uri="{FF2B5EF4-FFF2-40B4-BE49-F238E27FC236}">
                    <a16:creationId xmlns:a16="http://schemas.microsoft.com/office/drawing/2014/main" id="{9ABAF878-0251-A743-B648-63ED6BDDC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8" name="AutoShape 183">
                <a:extLst>
                  <a:ext uri="{FF2B5EF4-FFF2-40B4-BE49-F238E27FC236}">
                    <a16:creationId xmlns:a16="http://schemas.microsoft.com/office/drawing/2014/main" id="{FDA089C6-99EB-8747-B1A2-6AB396551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3" name="Rectangle 184">
              <a:extLst>
                <a:ext uri="{FF2B5EF4-FFF2-40B4-BE49-F238E27FC236}">
                  <a16:creationId xmlns:a16="http://schemas.microsoft.com/office/drawing/2014/main" id="{EA5C2C7E-BAB7-BD41-AB40-F08F2E70F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64" name="Group 185">
              <a:extLst>
                <a:ext uri="{FF2B5EF4-FFF2-40B4-BE49-F238E27FC236}">
                  <a16:creationId xmlns:a16="http://schemas.microsoft.com/office/drawing/2014/main" id="{35D08E0A-8523-4A47-AA69-8B66F12C20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5" name="AutoShape 186">
                <a:extLst>
                  <a:ext uri="{FF2B5EF4-FFF2-40B4-BE49-F238E27FC236}">
                    <a16:creationId xmlns:a16="http://schemas.microsoft.com/office/drawing/2014/main" id="{AB0006F7-1557-FB48-A22A-A5A19198F7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" name="AutoShape 187">
                <a:extLst>
                  <a:ext uri="{FF2B5EF4-FFF2-40B4-BE49-F238E27FC236}">
                    <a16:creationId xmlns:a16="http://schemas.microsoft.com/office/drawing/2014/main" id="{411F28CD-E647-2B40-83FE-5C0CC5237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5" name="Rectangle 188">
              <a:extLst>
                <a:ext uri="{FF2B5EF4-FFF2-40B4-BE49-F238E27FC236}">
                  <a16:creationId xmlns:a16="http://schemas.microsoft.com/office/drawing/2014/main" id="{F5C4C81C-17E5-AE46-BF44-E3419F723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Rectangle 189">
              <a:extLst>
                <a:ext uri="{FF2B5EF4-FFF2-40B4-BE49-F238E27FC236}">
                  <a16:creationId xmlns:a16="http://schemas.microsoft.com/office/drawing/2014/main" id="{8F46529C-53A5-174A-8359-AA97C3C6D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67" name="Group 190">
              <a:extLst>
                <a:ext uri="{FF2B5EF4-FFF2-40B4-BE49-F238E27FC236}">
                  <a16:creationId xmlns:a16="http://schemas.microsoft.com/office/drawing/2014/main" id="{4E250772-6E7A-1D42-ABBC-4DB25885C1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3" name="AutoShape 191">
                <a:extLst>
                  <a:ext uri="{FF2B5EF4-FFF2-40B4-BE49-F238E27FC236}">
                    <a16:creationId xmlns:a16="http://schemas.microsoft.com/office/drawing/2014/main" id="{4F0FCB42-4308-F54E-BDFC-C5F5AEE2E6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" name="AutoShape 192">
                <a:extLst>
                  <a:ext uri="{FF2B5EF4-FFF2-40B4-BE49-F238E27FC236}">
                    <a16:creationId xmlns:a16="http://schemas.microsoft.com/office/drawing/2014/main" id="{2E8BAF8F-EC3C-6C4C-BD31-2DC206D95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8" name="Freeform 193">
              <a:extLst>
                <a:ext uri="{FF2B5EF4-FFF2-40B4-BE49-F238E27FC236}">
                  <a16:creationId xmlns:a16="http://schemas.microsoft.com/office/drawing/2014/main" id="{69A1F98B-DB7A-3B41-B277-1D8B479CA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69" name="Group 194">
              <a:extLst>
                <a:ext uri="{FF2B5EF4-FFF2-40B4-BE49-F238E27FC236}">
                  <a16:creationId xmlns:a16="http://schemas.microsoft.com/office/drawing/2014/main" id="{573C52EB-7F11-1745-8C3D-A018BBCDA8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1" name="AutoShape 195">
                <a:extLst>
                  <a:ext uri="{FF2B5EF4-FFF2-40B4-BE49-F238E27FC236}">
                    <a16:creationId xmlns:a16="http://schemas.microsoft.com/office/drawing/2014/main" id="{C7F9A43C-01AC-7E45-970F-B45B8AD32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" name="AutoShape 196">
                <a:extLst>
                  <a:ext uri="{FF2B5EF4-FFF2-40B4-BE49-F238E27FC236}">
                    <a16:creationId xmlns:a16="http://schemas.microsoft.com/office/drawing/2014/main" id="{530B11E6-497E-2347-A178-FE62D3AA7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0" name="Rectangle 197">
              <a:extLst>
                <a:ext uri="{FF2B5EF4-FFF2-40B4-BE49-F238E27FC236}">
                  <a16:creationId xmlns:a16="http://schemas.microsoft.com/office/drawing/2014/main" id="{E41D54B0-6948-9447-AFCE-67F86EF3E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1" name="Freeform 198">
              <a:extLst>
                <a:ext uri="{FF2B5EF4-FFF2-40B4-BE49-F238E27FC236}">
                  <a16:creationId xmlns:a16="http://schemas.microsoft.com/office/drawing/2014/main" id="{9DAFFF3A-3F2C-A84E-BE7C-1B1698D50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2" name="Freeform 199">
              <a:extLst>
                <a:ext uri="{FF2B5EF4-FFF2-40B4-BE49-F238E27FC236}">
                  <a16:creationId xmlns:a16="http://schemas.microsoft.com/office/drawing/2014/main" id="{3734FFAC-87A1-6B40-A7A6-56E006271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Oval 200">
              <a:extLst>
                <a:ext uri="{FF2B5EF4-FFF2-40B4-BE49-F238E27FC236}">
                  <a16:creationId xmlns:a16="http://schemas.microsoft.com/office/drawing/2014/main" id="{5DB9BC9B-0D1F-F94D-9AC8-D9528DEE9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Freeform 201">
              <a:extLst>
                <a:ext uri="{FF2B5EF4-FFF2-40B4-BE49-F238E27FC236}">
                  <a16:creationId xmlns:a16="http://schemas.microsoft.com/office/drawing/2014/main" id="{630EDA06-D2F5-564B-995C-AF974261A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AutoShape 202">
              <a:extLst>
                <a:ext uri="{FF2B5EF4-FFF2-40B4-BE49-F238E27FC236}">
                  <a16:creationId xmlns:a16="http://schemas.microsoft.com/office/drawing/2014/main" id="{FA403850-9BF4-6F49-BD6C-19B88B65C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6" name="AutoShape 203">
              <a:extLst>
                <a:ext uri="{FF2B5EF4-FFF2-40B4-BE49-F238E27FC236}">
                  <a16:creationId xmlns:a16="http://schemas.microsoft.com/office/drawing/2014/main" id="{2918F5C8-56E6-AE4F-99BD-A971F94F8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7" name="Oval 204">
              <a:extLst>
                <a:ext uri="{FF2B5EF4-FFF2-40B4-BE49-F238E27FC236}">
                  <a16:creationId xmlns:a16="http://schemas.microsoft.com/office/drawing/2014/main" id="{AB505C08-5C97-0E41-B7AF-A6B20430E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Oval 205">
              <a:extLst>
                <a:ext uri="{FF2B5EF4-FFF2-40B4-BE49-F238E27FC236}">
                  <a16:creationId xmlns:a16="http://schemas.microsoft.com/office/drawing/2014/main" id="{2D6B829D-8D67-9E4B-9186-436B27B7C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79" name="Oval 206">
              <a:extLst>
                <a:ext uri="{FF2B5EF4-FFF2-40B4-BE49-F238E27FC236}">
                  <a16:creationId xmlns:a16="http://schemas.microsoft.com/office/drawing/2014/main" id="{DE7C47FD-9D1E-874A-A485-206776EF6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Rectangle 207">
              <a:extLst>
                <a:ext uri="{FF2B5EF4-FFF2-40B4-BE49-F238E27FC236}">
                  <a16:creationId xmlns:a16="http://schemas.microsoft.com/office/drawing/2014/main" id="{24CA8A4D-E6C8-1A46-A4B8-E55AFD986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9" name="Group 208">
            <a:extLst>
              <a:ext uri="{FF2B5EF4-FFF2-40B4-BE49-F238E27FC236}">
                <a16:creationId xmlns:a16="http://schemas.microsoft.com/office/drawing/2014/main" id="{D2635C1C-2A59-B440-B815-A61ED54BEA20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90" name="Freeform 209">
              <a:extLst>
                <a:ext uri="{FF2B5EF4-FFF2-40B4-BE49-F238E27FC236}">
                  <a16:creationId xmlns:a16="http://schemas.microsoft.com/office/drawing/2014/main" id="{7A84AA94-11F2-3C4B-887E-39FDA3115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210">
              <a:extLst>
                <a:ext uri="{FF2B5EF4-FFF2-40B4-BE49-F238E27FC236}">
                  <a16:creationId xmlns:a16="http://schemas.microsoft.com/office/drawing/2014/main" id="{6940B391-010E-0A4B-A3F4-E523F6B30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Freeform 211">
              <a:extLst>
                <a:ext uri="{FF2B5EF4-FFF2-40B4-BE49-F238E27FC236}">
                  <a16:creationId xmlns:a16="http://schemas.microsoft.com/office/drawing/2014/main" id="{158F4A8D-F883-E342-BB29-FC547536A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3" name="Freeform 212">
              <a:extLst>
                <a:ext uri="{FF2B5EF4-FFF2-40B4-BE49-F238E27FC236}">
                  <a16:creationId xmlns:a16="http://schemas.microsoft.com/office/drawing/2014/main" id="{5F9D6C32-4239-B442-8F91-66C5BA13D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" name="Rectangle 213">
              <a:extLst>
                <a:ext uri="{FF2B5EF4-FFF2-40B4-BE49-F238E27FC236}">
                  <a16:creationId xmlns:a16="http://schemas.microsoft.com/office/drawing/2014/main" id="{C8826A7A-17A1-6C48-B8B4-4104B2C33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5" name="Group 214">
              <a:extLst>
                <a:ext uri="{FF2B5EF4-FFF2-40B4-BE49-F238E27FC236}">
                  <a16:creationId xmlns:a16="http://schemas.microsoft.com/office/drawing/2014/main" id="{C4A0CF65-147C-C840-A0E4-1E3DF7661F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0" name="AutoShape 215">
                <a:extLst>
                  <a:ext uri="{FF2B5EF4-FFF2-40B4-BE49-F238E27FC236}">
                    <a16:creationId xmlns:a16="http://schemas.microsoft.com/office/drawing/2014/main" id="{1373C8B8-52C2-1743-9A35-BBB3DCFC25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1" name="AutoShape 216">
                <a:extLst>
                  <a:ext uri="{FF2B5EF4-FFF2-40B4-BE49-F238E27FC236}">
                    <a16:creationId xmlns:a16="http://schemas.microsoft.com/office/drawing/2014/main" id="{763DE0B0-C736-5641-B5F1-13843D949E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6" name="Rectangle 217">
              <a:extLst>
                <a:ext uri="{FF2B5EF4-FFF2-40B4-BE49-F238E27FC236}">
                  <a16:creationId xmlns:a16="http://schemas.microsoft.com/office/drawing/2014/main" id="{6582C8A0-7B02-A54A-8E25-13E29CC01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7" name="Group 218">
              <a:extLst>
                <a:ext uri="{FF2B5EF4-FFF2-40B4-BE49-F238E27FC236}">
                  <a16:creationId xmlns:a16="http://schemas.microsoft.com/office/drawing/2014/main" id="{EB60FC02-3085-E241-A0E4-A90D2E48C3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8" name="AutoShape 219">
                <a:extLst>
                  <a:ext uri="{FF2B5EF4-FFF2-40B4-BE49-F238E27FC236}">
                    <a16:creationId xmlns:a16="http://schemas.microsoft.com/office/drawing/2014/main" id="{AC8B338C-5889-CD4D-9438-A022691BB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9" name="AutoShape 220">
                <a:extLst>
                  <a:ext uri="{FF2B5EF4-FFF2-40B4-BE49-F238E27FC236}">
                    <a16:creationId xmlns:a16="http://schemas.microsoft.com/office/drawing/2014/main" id="{6762319E-7908-A540-8175-104437FDD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8" name="Rectangle 221">
              <a:extLst>
                <a:ext uri="{FF2B5EF4-FFF2-40B4-BE49-F238E27FC236}">
                  <a16:creationId xmlns:a16="http://schemas.microsoft.com/office/drawing/2014/main" id="{0B953FF0-3620-1E46-B740-A9F95F860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Rectangle 222">
              <a:extLst>
                <a:ext uri="{FF2B5EF4-FFF2-40B4-BE49-F238E27FC236}">
                  <a16:creationId xmlns:a16="http://schemas.microsoft.com/office/drawing/2014/main" id="{CB48A34A-8C70-F74C-86BD-647EC5617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0" name="Group 223">
              <a:extLst>
                <a:ext uri="{FF2B5EF4-FFF2-40B4-BE49-F238E27FC236}">
                  <a16:creationId xmlns:a16="http://schemas.microsoft.com/office/drawing/2014/main" id="{9CBAC5D4-3523-DC4C-BFBC-A25ADC629F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6" name="AutoShape 224">
                <a:extLst>
                  <a:ext uri="{FF2B5EF4-FFF2-40B4-BE49-F238E27FC236}">
                    <a16:creationId xmlns:a16="http://schemas.microsoft.com/office/drawing/2014/main" id="{05678986-AF75-6848-9623-BA6612E733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7" name="AutoShape 225">
                <a:extLst>
                  <a:ext uri="{FF2B5EF4-FFF2-40B4-BE49-F238E27FC236}">
                    <a16:creationId xmlns:a16="http://schemas.microsoft.com/office/drawing/2014/main" id="{14E6F7AA-7523-904E-ABE1-9328BCC61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01" name="Freeform 226">
              <a:extLst>
                <a:ext uri="{FF2B5EF4-FFF2-40B4-BE49-F238E27FC236}">
                  <a16:creationId xmlns:a16="http://schemas.microsoft.com/office/drawing/2014/main" id="{B301CB2C-270E-5846-8C4D-2562A43C0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2" name="Group 227">
              <a:extLst>
                <a:ext uri="{FF2B5EF4-FFF2-40B4-BE49-F238E27FC236}">
                  <a16:creationId xmlns:a16="http://schemas.microsoft.com/office/drawing/2014/main" id="{5D8181CD-46E9-3247-973B-8909A2D947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4" name="AutoShape 228">
                <a:extLst>
                  <a:ext uri="{FF2B5EF4-FFF2-40B4-BE49-F238E27FC236}">
                    <a16:creationId xmlns:a16="http://schemas.microsoft.com/office/drawing/2014/main" id="{52840951-617E-FD47-89DD-F1950E3B9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AutoShape 229">
                <a:extLst>
                  <a:ext uri="{FF2B5EF4-FFF2-40B4-BE49-F238E27FC236}">
                    <a16:creationId xmlns:a16="http://schemas.microsoft.com/office/drawing/2014/main" id="{A43DCF23-BD20-CD45-AC67-E18A79C2A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03" name="Rectangle 230">
              <a:extLst>
                <a:ext uri="{FF2B5EF4-FFF2-40B4-BE49-F238E27FC236}">
                  <a16:creationId xmlns:a16="http://schemas.microsoft.com/office/drawing/2014/main" id="{23CB40EC-F8D8-564C-9C04-9118EAA50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" name="Freeform 231">
              <a:extLst>
                <a:ext uri="{FF2B5EF4-FFF2-40B4-BE49-F238E27FC236}">
                  <a16:creationId xmlns:a16="http://schemas.microsoft.com/office/drawing/2014/main" id="{08236440-9C46-8347-AF87-E3B47C0DD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" name="Freeform 232">
              <a:extLst>
                <a:ext uri="{FF2B5EF4-FFF2-40B4-BE49-F238E27FC236}">
                  <a16:creationId xmlns:a16="http://schemas.microsoft.com/office/drawing/2014/main" id="{44704F4D-1F2C-8E47-A764-62C3A10A2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6" name="Oval 233">
              <a:extLst>
                <a:ext uri="{FF2B5EF4-FFF2-40B4-BE49-F238E27FC236}">
                  <a16:creationId xmlns:a16="http://schemas.microsoft.com/office/drawing/2014/main" id="{CA3F86F2-CD8E-E748-B80C-D552EB1A6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Freeform 234">
              <a:extLst>
                <a:ext uri="{FF2B5EF4-FFF2-40B4-BE49-F238E27FC236}">
                  <a16:creationId xmlns:a16="http://schemas.microsoft.com/office/drawing/2014/main" id="{CD389EAE-76FE-CC47-8508-8AAB7905F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" name="AutoShape 235">
              <a:extLst>
                <a:ext uri="{FF2B5EF4-FFF2-40B4-BE49-F238E27FC236}">
                  <a16:creationId xmlns:a16="http://schemas.microsoft.com/office/drawing/2014/main" id="{616635F4-4322-2A4A-A013-3DF80E724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" name="AutoShape 236">
              <a:extLst>
                <a:ext uri="{FF2B5EF4-FFF2-40B4-BE49-F238E27FC236}">
                  <a16:creationId xmlns:a16="http://schemas.microsoft.com/office/drawing/2014/main" id="{D1A657CD-8D0B-574A-AA9C-63B743409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" name="Oval 237">
              <a:extLst>
                <a:ext uri="{FF2B5EF4-FFF2-40B4-BE49-F238E27FC236}">
                  <a16:creationId xmlns:a16="http://schemas.microsoft.com/office/drawing/2014/main" id="{2A001C8D-5556-2745-9781-EF5719791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1" name="Oval 238">
              <a:extLst>
                <a:ext uri="{FF2B5EF4-FFF2-40B4-BE49-F238E27FC236}">
                  <a16:creationId xmlns:a16="http://schemas.microsoft.com/office/drawing/2014/main" id="{70A97A51-F553-C741-9D77-BBAE96B42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2" name="Oval 239">
              <a:extLst>
                <a:ext uri="{FF2B5EF4-FFF2-40B4-BE49-F238E27FC236}">
                  <a16:creationId xmlns:a16="http://schemas.microsoft.com/office/drawing/2014/main" id="{7BDE6464-0D3C-7E4A-BD3A-86B54BB60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3" name="Rectangle 240">
              <a:extLst>
                <a:ext uri="{FF2B5EF4-FFF2-40B4-BE49-F238E27FC236}">
                  <a16:creationId xmlns:a16="http://schemas.microsoft.com/office/drawing/2014/main" id="{F8D2FC2B-3F92-D54A-AF58-F38F267FC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2" name="Group 241">
            <a:extLst>
              <a:ext uri="{FF2B5EF4-FFF2-40B4-BE49-F238E27FC236}">
                <a16:creationId xmlns:a16="http://schemas.microsoft.com/office/drawing/2014/main" id="{58FF55B2-8450-FE43-B4F1-A3AF236AEBC0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123" name="Freeform 242">
              <a:extLst>
                <a:ext uri="{FF2B5EF4-FFF2-40B4-BE49-F238E27FC236}">
                  <a16:creationId xmlns:a16="http://schemas.microsoft.com/office/drawing/2014/main" id="{533EA92F-D16E-E24C-9F2A-F2E692DC4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" name="Rectangle 243">
              <a:extLst>
                <a:ext uri="{FF2B5EF4-FFF2-40B4-BE49-F238E27FC236}">
                  <a16:creationId xmlns:a16="http://schemas.microsoft.com/office/drawing/2014/main" id="{0AB80F78-2E65-8246-8A96-4F3C6B806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5" name="Freeform 244">
              <a:extLst>
                <a:ext uri="{FF2B5EF4-FFF2-40B4-BE49-F238E27FC236}">
                  <a16:creationId xmlns:a16="http://schemas.microsoft.com/office/drawing/2014/main" id="{36684C96-E00B-2844-8561-451525DE7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6" name="Freeform 245">
              <a:extLst>
                <a:ext uri="{FF2B5EF4-FFF2-40B4-BE49-F238E27FC236}">
                  <a16:creationId xmlns:a16="http://schemas.microsoft.com/office/drawing/2014/main" id="{29013A18-D870-C74F-9234-7FAA98904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7" name="Rectangle 246">
              <a:extLst>
                <a:ext uri="{FF2B5EF4-FFF2-40B4-BE49-F238E27FC236}">
                  <a16:creationId xmlns:a16="http://schemas.microsoft.com/office/drawing/2014/main" id="{703682FF-E0A0-0642-B4D7-B88E01AAF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8" name="Group 247">
              <a:extLst>
                <a:ext uri="{FF2B5EF4-FFF2-40B4-BE49-F238E27FC236}">
                  <a16:creationId xmlns:a16="http://schemas.microsoft.com/office/drawing/2014/main" id="{1DE7331F-B947-D240-96C6-55814EB474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3" name="AutoShape 248">
                <a:extLst>
                  <a:ext uri="{FF2B5EF4-FFF2-40B4-BE49-F238E27FC236}">
                    <a16:creationId xmlns:a16="http://schemas.microsoft.com/office/drawing/2014/main" id="{AB597F6B-A068-AC4F-96DC-E538F426B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4" name="AutoShape 249">
                <a:extLst>
                  <a:ext uri="{FF2B5EF4-FFF2-40B4-BE49-F238E27FC236}">
                    <a16:creationId xmlns:a16="http://schemas.microsoft.com/office/drawing/2014/main" id="{3BF0B371-04C1-BB49-9A5A-E56097160F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29" name="Rectangle 250">
              <a:extLst>
                <a:ext uri="{FF2B5EF4-FFF2-40B4-BE49-F238E27FC236}">
                  <a16:creationId xmlns:a16="http://schemas.microsoft.com/office/drawing/2014/main" id="{D9422C3F-BD91-344A-AF25-41CCACF2D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0" name="Group 251">
              <a:extLst>
                <a:ext uri="{FF2B5EF4-FFF2-40B4-BE49-F238E27FC236}">
                  <a16:creationId xmlns:a16="http://schemas.microsoft.com/office/drawing/2014/main" id="{6CEE9F72-A63E-0F45-9226-1E2142F822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1" name="AutoShape 252">
                <a:extLst>
                  <a:ext uri="{FF2B5EF4-FFF2-40B4-BE49-F238E27FC236}">
                    <a16:creationId xmlns:a16="http://schemas.microsoft.com/office/drawing/2014/main" id="{FBC89FC1-B46C-254C-97A7-AB30482F4A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2" name="AutoShape 253">
                <a:extLst>
                  <a:ext uri="{FF2B5EF4-FFF2-40B4-BE49-F238E27FC236}">
                    <a16:creationId xmlns:a16="http://schemas.microsoft.com/office/drawing/2014/main" id="{35BA8CA2-6DDF-F04D-84C6-F17E973ED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1" name="Rectangle 254">
              <a:extLst>
                <a:ext uri="{FF2B5EF4-FFF2-40B4-BE49-F238E27FC236}">
                  <a16:creationId xmlns:a16="http://schemas.microsoft.com/office/drawing/2014/main" id="{C7858846-5C9A-5D4F-9FBD-3FC4DC68F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" name="Rectangle 255">
              <a:extLst>
                <a:ext uri="{FF2B5EF4-FFF2-40B4-BE49-F238E27FC236}">
                  <a16:creationId xmlns:a16="http://schemas.microsoft.com/office/drawing/2014/main" id="{3B3CDACC-6265-3F4D-9989-652C48160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3" name="Group 256">
              <a:extLst>
                <a:ext uri="{FF2B5EF4-FFF2-40B4-BE49-F238E27FC236}">
                  <a16:creationId xmlns:a16="http://schemas.microsoft.com/office/drawing/2014/main" id="{EC0547D3-5FC9-3B4E-ADE2-756B2E922B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9" name="AutoShape 257">
                <a:extLst>
                  <a:ext uri="{FF2B5EF4-FFF2-40B4-BE49-F238E27FC236}">
                    <a16:creationId xmlns:a16="http://schemas.microsoft.com/office/drawing/2014/main" id="{22772699-8840-EE4A-A7DF-ECCEC19D1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0" name="AutoShape 258">
                <a:extLst>
                  <a:ext uri="{FF2B5EF4-FFF2-40B4-BE49-F238E27FC236}">
                    <a16:creationId xmlns:a16="http://schemas.microsoft.com/office/drawing/2014/main" id="{7B6FFF7F-AFD9-D048-8A6B-C2AF48F58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4" name="Freeform 259">
              <a:extLst>
                <a:ext uri="{FF2B5EF4-FFF2-40B4-BE49-F238E27FC236}">
                  <a16:creationId xmlns:a16="http://schemas.microsoft.com/office/drawing/2014/main" id="{498AE874-87D1-E64C-B5A7-7190C22CA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5" name="Group 260">
              <a:extLst>
                <a:ext uri="{FF2B5EF4-FFF2-40B4-BE49-F238E27FC236}">
                  <a16:creationId xmlns:a16="http://schemas.microsoft.com/office/drawing/2014/main" id="{F84F864D-4D8E-054F-81C8-FA42B230FA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7" name="AutoShape 261">
                <a:extLst>
                  <a:ext uri="{FF2B5EF4-FFF2-40B4-BE49-F238E27FC236}">
                    <a16:creationId xmlns:a16="http://schemas.microsoft.com/office/drawing/2014/main" id="{1336E1E1-6F49-6E4B-80E5-60BAA1BC46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8" name="AutoShape 262">
                <a:extLst>
                  <a:ext uri="{FF2B5EF4-FFF2-40B4-BE49-F238E27FC236}">
                    <a16:creationId xmlns:a16="http://schemas.microsoft.com/office/drawing/2014/main" id="{17A0A627-DFC9-CA48-85F3-DA200B53D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6" name="Rectangle 263">
              <a:extLst>
                <a:ext uri="{FF2B5EF4-FFF2-40B4-BE49-F238E27FC236}">
                  <a16:creationId xmlns:a16="http://schemas.microsoft.com/office/drawing/2014/main" id="{7FFA2F29-CA6B-3B42-8437-11511C952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7" name="Freeform 264">
              <a:extLst>
                <a:ext uri="{FF2B5EF4-FFF2-40B4-BE49-F238E27FC236}">
                  <a16:creationId xmlns:a16="http://schemas.microsoft.com/office/drawing/2014/main" id="{513CC2C5-C9FE-3F4C-8C41-7BCE6D344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8" name="Freeform 265">
              <a:extLst>
                <a:ext uri="{FF2B5EF4-FFF2-40B4-BE49-F238E27FC236}">
                  <a16:creationId xmlns:a16="http://schemas.microsoft.com/office/drawing/2014/main" id="{AE5FC7F6-9521-3748-AA67-E86D37966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9" name="Oval 266">
              <a:extLst>
                <a:ext uri="{FF2B5EF4-FFF2-40B4-BE49-F238E27FC236}">
                  <a16:creationId xmlns:a16="http://schemas.microsoft.com/office/drawing/2014/main" id="{71CB9D29-2E09-624F-B2F9-B844BEC5E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0" name="Freeform 267">
              <a:extLst>
                <a:ext uri="{FF2B5EF4-FFF2-40B4-BE49-F238E27FC236}">
                  <a16:creationId xmlns:a16="http://schemas.microsoft.com/office/drawing/2014/main" id="{D375A45C-7651-6C44-B696-255A84B98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1" name="AutoShape 268">
              <a:extLst>
                <a:ext uri="{FF2B5EF4-FFF2-40B4-BE49-F238E27FC236}">
                  <a16:creationId xmlns:a16="http://schemas.microsoft.com/office/drawing/2014/main" id="{697E0B99-CCCF-394C-9694-39C22C76D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2" name="AutoShape 269">
              <a:extLst>
                <a:ext uri="{FF2B5EF4-FFF2-40B4-BE49-F238E27FC236}">
                  <a16:creationId xmlns:a16="http://schemas.microsoft.com/office/drawing/2014/main" id="{B2801E45-8EE7-B14A-85FA-7CFF6B63B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3" name="Oval 270">
              <a:extLst>
                <a:ext uri="{FF2B5EF4-FFF2-40B4-BE49-F238E27FC236}">
                  <a16:creationId xmlns:a16="http://schemas.microsoft.com/office/drawing/2014/main" id="{8907B207-CF22-0F4E-B2AB-B2C3349B7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4" name="Oval 271">
              <a:extLst>
                <a:ext uri="{FF2B5EF4-FFF2-40B4-BE49-F238E27FC236}">
                  <a16:creationId xmlns:a16="http://schemas.microsoft.com/office/drawing/2014/main" id="{BCF03547-0C97-D64E-93F7-157B1DD46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45" name="Oval 272">
              <a:extLst>
                <a:ext uri="{FF2B5EF4-FFF2-40B4-BE49-F238E27FC236}">
                  <a16:creationId xmlns:a16="http://schemas.microsoft.com/office/drawing/2014/main" id="{E2268114-BC48-5446-8DB1-3A6EC1C86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73">
              <a:extLst>
                <a:ext uri="{FF2B5EF4-FFF2-40B4-BE49-F238E27FC236}">
                  <a16:creationId xmlns:a16="http://schemas.microsoft.com/office/drawing/2014/main" id="{AF30B5DE-1ED2-4349-905C-2CC49668C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5" name="Group 274">
            <a:extLst>
              <a:ext uri="{FF2B5EF4-FFF2-40B4-BE49-F238E27FC236}">
                <a16:creationId xmlns:a16="http://schemas.microsoft.com/office/drawing/2014/main" id="{12235EE4-24FD-B24B-81C9-CBEB350E884B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156" name="Freeform 275">
              <a:extLst>
                <a:ext uri="{FF2B5EF4-FFF2-40B4-BE49-F238E27FC236}">
                  <a16:creationId xmlns:a16="http://schemas.microsoft.com/office/drawing/2014/main" id="{742DF75D-9583-B342-937A-16B144A71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7" name="Rectangle 276">
              <a:extLst>
                <a:ext uri="{FF2B5EF4-FFF2-40B4-BE49-F238E27FC236}">
                  <a16:creationId xmlns:a16="http://schemas.microsoft.com/office/drawing/2014/main" id="{7D892DAB-6E51-DF43-B292-D8B02A07E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8" name="Freeform 277">
              <a:extLst>
                <a:ext uri="{FF2B5EF4-FFF2-40B4-BE49-F238E27FC236}">
                  <a16:creationId xmlns:a16="http://schemas.microsoft.com/office/drawing/2014/main" id="{132303B2-52AF-6A43-A679-0C979E9537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9" name="Freeform 278">
              <a:extLst>
                <a:ext uri="{FF2B5EF4-FFF2-40B4-BE49-F238E27FC236}">
                  <a16:creationId xmlns:a16="http://schemas.microsoft.com/office/drawing/2014/main" id="{C61CFBF0-D6E8-5249-A436-D71E5B956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0" name="Rectangle 279">
              <a:extLst>
                <a:ext uri="{FF2B5EF4-FFF2-40B4-BE49-F238E27FC236}">
                  <a16:creationId xmlns:a16="http://schemas.microsoft.com/office/drawing/2014/main" id="{677F4088-D26A-3E43-8ECC-8D2C075C5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61" name="Group 280">
              <a:extLst>
                <a:ext uri="{FF2B5EF4-FFF2-40B4-BE49-F238E27FC236}">
                  <a16:creationId xmlns:a16="http://schemas.microsoft.com/office/drawing/2014/main" id="{0F70884C-92DB-F74C-96C6-09573943A6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6" name="AutoShape 281">
                <a:extLst>
                  <a:ext uri="{FF2B5EF4-FFF2-40B4-BE49-F238E27FC236}">
                    <a16:creationId xmlns:a16="http://schemas.microsoft.com/office/drawing/2014/main" id="{AE0EC8B9-F5D8-9240-8B28-A1D9E9ED2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7" name="AutoShape 282">
                <a:extLst>
                  <a:ext uri="{FF2B5EF4-FFF2-40B4-BE49-F238E27FC236}">
                    <a16:creationId xmlns:a16="http://schemas.microsoft.com/office/drawing/2014/main" id="{52B4F2F7-8521-BE43-88C0-209977068C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2" name="Rectangle 283">
              <a:extLst>
                <a:ext uri="{FF2B5EF4-FFF2-40B4-BE49-F238E27FC236}">
                  <a16:creationId xmlns:a16="http://schemas.microsoft.com/office/drawing/2014/main" id="{84CA7C97-587D-5847-BE8D-B844EEFB8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63" name="Group 284">
              <a:extLst>
                <a:ext uri="{FF2B5EF4-FFF2-40B4-BE49-F238E27FC236}">
                  <a16:creationId xmlns:a16="http://schemas.microsoft.com/office/drawing/2014/main" id="{813AD89C-E17A-0949-9359-C527F15046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4" name="AutoShape 285">
                <a:extLst>
                  <a:ext uri="{FF2B5EF4-FFF2-40B4-BE49-F238E27FC236}">
                    <a16:creationId xmlns:a16="http://schemas.microsoft.com/office/drawing/2014/main" id="{9ED28FDD-F80C-1343-98DB-42DD586CA0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5" name="AutoShape 286">
                <a:extLst>
                  <a:ext uri="{FF2B5EF4-FFF2-40B4-BE49-F238E27FC236}">
                    <a16:creationId xmlns:a16="http://schemas.microsoft.com/office/drawing/2014/main" id="{CBDB3103-04C2-9A47-8C07-D29E6962A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4" name="Rectangle 287">
              <a:extLst>
                <a:ext uri="{FF2B5EF4-FFF2-40B4-BE49-F238E27FC236}">
                  <a16:creationId xmlns:a16="http://schemas.microsoft.com/office/drawing/2014/main" id="{A8952A12-1686-4B43-A22B-24F8627F1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5" name="Rectangle 288">
              <a:extLst>
                <a:ext uri="{FF2B5EF4-FFF2-40B4-BE49-F238E27FC236}">
                  <a16:creationId xmlns:a16="http://schemas.microsoft.com/office/drawing/2014/main" id="{03C22406-DA72-7941-B412-2F911281A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66" name="Group 289">
              <a:extLst>
                <a:ext uri="{FF2B5EF4-FFF2-40B4-BE49-F238E27FC236}">
                  <a16:creationId xmlns:a16="http://schemas.microsoft.com/office/drawing/2014/main" id="{4BE315EE-C225-8940-B8D5-F87854ECBD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2" name="AutoShape 290">
                <a:extLst>
                  <a:ext uri="{FF2B5EF4-FFF2-40B4-BE49-F238E27FC236}">
                    <a16:creationId xmlns:a16="http://schemas.microsoft.com/office/drawing/2014/main" id="{32091014-4244-254A-A8E1-FD4AC9919F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3" name="AutoShape 291">
                <a:extLst>
                  <a:ext uri="{FF2B5EF4-FFF2-40B4-BE49-F238E27FC236}">
                    <a16:creationId xmlns:a16="http://schemas.microsoft.com/office/drawing/2014/main" id="{54093702-00A9-1B49-907E-1A2C25F7DB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7" name="Freeform 292">
              <a:extLst>
                <a:ext uri="{FF2B5EF4-FFF2-40B4-BE49-F238E27FC236}">
                  <a16:creationId xmlns:a16="http://schemas.microsoft.com/office/drawing/2014/main" id="{125C38A5-E3AC-604C-8BE1-5E7DA577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68" name="Group 293">
              <a:extLst>
                <a:ext uri="{FF2B5EF4-FFF2-40B4-BE49-F238E27FC236}">
                  <a16:creationId xmlns:a16="http://schemas.microsoft.com/office/drawing/2014/main" id="{2448EBD5-75A5-A645-8A52-9DA18CC25E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0" name="AutoShape 294">
                <a:extLst>
                  <a:ext uri="{FF2B5EF4-FFF2-40B4-BE49-F238E27FC236}">
                    <a16:creationId xmlns:a16="http://schemas.microsoft.com/office/drawing/2014/main" id="{DE215DEE-CFAA-0144-9686-51EB777FF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1" name="AutoShape 295">
                <a:extLst>
                  <a:ext uri="{FF2B5EF4-FFF2-40B4-BE49-F238E27FC236}">
                    <a16:creationId xmlns:a16="http://schemas.microsoft.com/office/drawing/2014/main" id="{73526248-FE1A-5E43-9AE4-B9E2AF65B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9" name="Rectangle 296">
              <a:extLst>
                <a:ext uri="{FF2B5EF4-FFF2-40B4-BE49-F238E27FC236}">
                  <a16:creationId xmlns:a16="http://schemas.microsoft.com/office/drawing/2014/main" id="{A2C8ADD3-221B-8346-836F-F8D4C9512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Freeform 297">
              <a:extLst>
                <a:ext uri="{FF2B5EF4-FFF2-40B4-BE49-F238E27FC236}">
                  <a16:creationId xmlns:a16="http://schemas.microsoft.com/office/drawing/2014/main" id="{2D90F30B-8086-7644-8343-AC8F2459A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Freeform 298">
              <a:extLst>
                <a:ext uri="{FF2B5EF4-FFF2-40B4-BE49-F238E27FC236}">
                  <a16:creationId xmlns:a16="http://schemas.microsoft.com/office/drawing/2014/main" id="{B4571F37-E58C-8D40-BAD6-2828AE6E3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Oval 299">
              <a:extLst>
                <a:ext uri="{FF2B5EF4-FFF2-40B4-BE49-F238E27FC236}">
                  <a16:creationId xmlns:a16="http://schemas.microsoft.com/office/drawing/2014/main" id="{F16A6D6E-84F0-8544-ADDE-1803DF9E3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3" name="Freeform 300">
              <a:extLst>
                <a:ext uri="{FF2B5EF4-FFF2-40B4-BE49-F238E27FC236}">
                  <a16:creationId xmlns:a16="http://schemas.microsoft.com/office/drawing/2014/main" id="{893D02CE-8AEB-CF42-A5F8-AC32E8ABE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4" name="AutoShape 301">
              <a:extLst>
                <a:ext uri="{FF2B5EF4-FFF2-40B4-BE49-F238E27FC236}">
                  <a16:creationId xmlns:a16="http://schemas.microsoft.com/office/drawing/2014/main" id="{9AB89FF0-8E80-6D4D-A036-11A3B6F62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5" name="AutoShape 302">
              <a:extLst>
                <a:ext uri="{FF2B5EF4-FFF2-40B4-BE49-F238E27FC236}">
                  <a16:creationId xmlns:a16="http://schemas.microsoft.com/office/drawing/2014/main" id="{D12E5F43-0C51-0147-83AF-5212C7CAA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6" name="Oval 303">
              <a:extLst>
                <a:ext uri="{FF2B5EF4-FFF2-40B4-BE49-F238E27FC236}">
                  <a16:creationId xmlns:a16="http://schemas.microsoft.com/office/drawing/2014/main" id="{AA22A6DE-3806-D245-AF7C-86D27EE90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7" name="Oval 304">
              <a:extLst>
                <a:ext uri="{FF2B5EF4-FFF2-40B4-BE49-F238E27FC236}">
                  <a16:creationId xmlns:a16="http://schemas.microsoft.com/office/drawing/2014/main" id="{B4E0D9BD-A488-3342-A74A-1250BC1D9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78" name="Oval 305">
              <a:extLst>
                <a:ext uri="{FF2B5EF4-FFF2-40B4-BE49-F238E27FC236}">
                  <a16:creationId xmlns:a16="http://schemas.microsoft.com/office/drawing/2014/main" id="{00035711-AC8D-074C-B265-0E48B1C4E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9" name="Rectangle 306">
              <a:extLst>
                <a:ext uri="{FF2B5EF4-FFF2-40B4-BE49-F238E27FC236}">
                  <a16:creationId xmlns:a16="http://schemas.microsoft.com/office/drawing/2014/main" id="{88F21AF5-BA5C-6742-A988-B2CA1FBBD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88" name="Group 340">
            <a:extLst>
              <a:ext uri="{FF2B5EF4-FFF2-40B4-BE49-F238E27FC236}">
                <a16:creationId xmlns:a16="http://schemas.microsoft.com/office/drawing/2014/main" id="{F4A2A42A-ECA5-FD48-B1EE-0331463ED5CA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189" name="Picture 341" descr="desktop_computer_stylized_medium">
              <a:extLst>
                <a:ext uri="{FF2B5EF4-FFF2-40B4-BE49-F238E27FC236}">
                  <a16:creationId xmlns:a16="http://schemas.microsoft.com/office/drawing/2014/main" id="{275B7EB4-64DF-D640-8455-5D0EB04B6C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0" name="Freeform 342">
              <a:extLst>
                <a:ext uri="{FF2B5EF4-FFF2-40B4-BE49-F238E27FC236}">
                  <a16:creationId xmlns:a16="http://schemas.microsoft.com/office/drawing/2014/main" id="{9A4BA92A-2064-6146-9220-A17BD0F5403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1" name="Group 343">
            <a:extLst>
              <a:ext uri="{FF2B5EF4-FFF2-40B4-BE49-F238E27FC236}">
                <a16:creationId xmlns:a16="http://schemas.microsoft.com/office/drawing/2014/main" id="{5FF9A1F4-7200-ED48-BFE8-DC9BED22EBF5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192" name="Picture 344" descr="desktop_computer_stylized_medium">
              <a:extLst>
                <a:ext uri="{FF2B5EF4-FFF2-40B4-BE49-F238E27FC236}">
                  <a16:creationId xmlns:a16="http://schemas.microsoft.com/office/drawing/2014/main" id="{D3117B78-577C-B74E-A158-342AEEC4C2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3" name="Freeform 345">
              <a:extLst>
                <a:ext uri="{FF2B5EF4-FFF2-40B4-BE49-F238E27FC236}">
                  <a16:creationId xmlns:a16="http://schemas.microsoft.com/office/drawing/2014/main" id="{DA0C8CAB-8F67-B849-8C1F-12F031D1F17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2E32D44C-B750-4C44-86CF-DAA0E706A96E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C548BD32-47E4-E942-813A-3169B8440C2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5C583CD4-6623-8447-A658-29BFC0352B6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730DFA64-FA76-744E-BFF9-B60083E1E5D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B037C4D6-7765-D54A-8932-6B750DE21DC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39569C7A-7416-6740-946A-ACCBD03D979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408DE973-D3E7-AF4D-ACB4-174E41DF0A5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723EF657-754D-B240-A8B8-43E5BADEA33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0AB7E111-6670-0B4F-9787-BEF2807AF68B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8AC616A6-5527-2B4D-AA89-A09229E8F97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A56950B5-EE2F-594C-98BA-5EF66D6AD17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2BE0AE75-60AF-EF40-9190-15A9E8D576B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45BA68D5-2D62-9944-A8EF-72A8C513364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C0E1BE7E-4943-734D-A711-5CEFD23E999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4C0AD05C-97BC-3241-AA13-C6A6415B11D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F100C6E0-5135-AA4C-AAEF-B23416CA69D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210" name="Rectangle 209">
            <a:extLst>
              <a:ext uri="{FF2B5EF4-FFF2-40B4-BE49-F238E27FC236}">
                <a16:creationId xmlns:a16="http://schemas.microsoft.com/office/drawing/2014/main" id="{8C587CBB-7A3B-1248-A39F-503D450FD283}"/>
              </a:ext>
            </a:extLst>
          </p:cNvPr>
          <p:cNvSpPr/>
          <p:nvPr/>
        </p:nvSpPr>
        <p:spPr>
          <a:xfrm>
            <a:off x="509492" y="142974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latin typeface="TimesLTPro"/>
              </a:rPr>
              <a:t>The traffic intensity on the LAN is </a:t>
            </a:r>
            <a:endParaRPr lang="en-IN" dirty="0"/>
          </a:p>
          <a:p>
            <a:r>
              <a:rPr lang="en-IN" dirty="0">
                <a:latin typeface="TimesLTPro"/>
              </a:rPr>
              <a:t>(15 requests/sec)*(1 </a:t>
            </a:r>
            <a:r>
              <a:rPr lang="en-IN" dirty="0" err="1">
                <a:latin typeface="TimesLTPro"/>
              </a:rPr>
              <a:t>Mbits</a:t>
            </a:r>
            <a:r>
              <a:rPr lang="en-IN" dirty="0">
                <a:latin typeface="TimesLTPro"/>
              </a:rPr>
              <a:t>/request)/(100 </a:t>
            </a:r>
            <a:r>
              <a:rPr lang="en-IN" dirty="0" err="1">
                <a:latin typeface="TimesLTPro"/>
              </a:rPr>
              <a:t>Mbps</a:t>
            </a:r>
            <a:r>
              <a:rPr lang="en-IN" dirty="0">
                <a:latin typeface="TimesLTPro"/>
              </a:rPr>
              <a:t>) </a:t>
            </a:r>
            <a:r>
              <a:rPr lang="en-IN" dirty="0">
                <a:latin typeface="PearsonMATHPRO08"/>
              </a:rPr>
              <a:t>= </a:t>
            </a:r>
            <a:r>
              <a:rPr lang="en-IN" dirty="0">
                <a:latin typeface="TimesLTPro"/>
              </a:rPr>
              <a:t>0.15</a:t>
            </a:r>
            <a:br>
              <a:rPr lang="en-IN" dirty="0">
                <a:latin typeface="TimesLTPro"/>
              </a:rPr>
            </a:br>
            <a:endParaRPr lang="en-IN" dirty="0">
              <a:latin typeface="TimesLTPro"/>
            </a:endParaRPr>
          </a:p>
          <a:p>
            <a:r>
              <a:rPr lang="en-IN" dirty="0">
                <a:latin typeface="TimesLTPro"/>
              </a:rPr>
              <a:t>The traffic intensity on the access link (from the Internet router to institution router) is </a:t>
            </a:r>
            <a:endParaRPr lang="en-IN" dirty="0"/>
          </a:p>
          <a:p>
            <a:r>
              <a:rPr lang="en-IN" dirty="0">
                <a:latin typeface="TimesLTPro"/>
              </a:rPr>
              <a:t>(15 requests/sec)*(1 </a:t>
            </a:r>
            <a:r>
              <a:rPr lang="en-IN" dirty="0" err="1">
                <a:latin typeface="TimesLTPro"/>
              </a:rPr>
              <a:t>Mbits</a:t>
            </a:r>
            <a:r>
              <a:rPr lang="en-IN" dirty="0">
                <a:latin typeface="TimesLTPro"/>
              </a:rPr>
              <a:t>/request)/(15 </a:t>
            </a:r>
            <a:r>
              <a:rPr lang="en-IN" dirty="0" err="1">
                <a:latin typeface="TimesLTPro"/>
              </a:rPr>
              <a:t>Mbps</a:t>
            </a:r>
            <a:r>
              <a:rPr lang="en-IN" dirty="0">
                <a:latin typeface="TimesLTPro"/>
              </a:rPr>
              <a:t>) </a:t>
            </a:r>
            <a:r>
              <a:rPr lang="en-IN" dirty="0">
                <a:latin typeface="PearsonMATHPRO08"/>
              </a:rPr>
              <a:t>= </a:t>
            </a:r>
            <a:r>
              <a:rPr lang="en-IN" dirty="0">
                <a:latin typeface="TimesLTPro"/>
              </a:rPr>
              <a:t>1 </a:t>
            </a:r>
            <a:endParaRPr lang="en-IN" dirty="0">
              <a:effectLst/>
            </a:endParaRPr>
          </a:p>
        </p:txBody>
      </p:sp>
      <p:sp>
        <p:nvSpPr>
          <p:cNvPr id="211" name="Title 1">
            <a:extLst>
              <a:ext uri="{FF2B5EF4-FFF2-40B4-BE49-F238E27FC236}">
                <a16:creationId xmlns:a16="http://schemas.microsoft.com/office/drawing/2014/main" id="{DE9DFBC0-7CEA-A640-B800-4D8003B344DF}"/>
              </a:ext>
            </a:extLst>
          </p:cNvPr>
          <p:cNvSpPr txBox="1">
            <a:spLocks/>
          </p:cNvSpPr>
          <p:nvPr/>
        </p:nvSpPr>
        <p:spPr>
          <a:xfrm>
            <a:off x="463455" y="4122790"/>
            <a:ext cx="4472439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ea typeface="ＭＳ Ｐゴシック" panose="020B0600070205080204" pitchFamily="34" charset="-128"/>
              </a:rPr>
              <a:t>Option 1: buy a faster access link</a:t>
            </a:r>
            <a:endParaRPr lang="en-US" sz="1800" dirty="0"/>
          </a:p>
        </p:txBody>
      </p:sp>
      <p:sp>
        <p:nvSpPr>
          <p:cNvPr id="212" name="Title 1">
            <a:extLst>
              <a:ext uri="{FF2B5EF4-FFF2-40B4-BE49-F238E27FC236}">
                <a16:creationId xmlns:a16="http://schemas.microsoft.com/office/drawing/2014/main" id="{A13DC176-20EE-544B-9D91-C4421C78258B}"/>
              </a:ext>
            </a:extLst>
          </p:cNvPr>
          <p:cNvSpPr txBox="1">
            <a:spLocks/>
          </p:cNvSpPr>
          <p:nvPr/>
        </p:nvSpPr>
        <p:spPr>
          <a:xfrm>
            <a:off x="322830" y="4765946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ea typeface="ＭＳ Ｐゴシック" panose="020B0600070205080204" pitchFamily="34" charset="-128"/>
              </a:rPr>
              <a:t>Option 2: install a web cache</a:t>
            </a:r>
            <a:endParaRPr lang="en-US" sz="2000" dirty="0"/>
          </a:p>
        </p:txBody>
      </p:sp>
      <p:pic>
        <p:nvPicPr>
          <p:cNvPr id="213" name="Picture 212">
            <a:extLst>
              <a:ext uri="{FF2B5EF4-FFF2-40B4-BE49-F238E27FC236}">
                <a16:creationId xmlns:a16="http://schemas.microsoft.com/office/drawing/2014/main" id="{06457FCD-D999-104B-B639-52C0EEE50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746" y="3923194"/>
            <a:ext cx="2396766" cy="196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/>
      <p:bldP spid="2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C654B-9169-D541-9386-ACBC44AC0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455" y="186973"/>
            <a:ext cx="10515600" cy="85813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2" name="Title 1">
            <a:extLst>
              <a:ext uri="{FF2B5EF4-FFF2-40B4-BE49-F238E27FC236}">
                <a16:creationId xmlns:a16="http://schemas.microsoft.com/office/drawing/2014/main" id="{A13DC176-20EE-544B-9D91-C4421C78258B}"/>
              </a:ext>
            </a:extLst>
          </p:cNvPr>
          <p:cNvSpPr txBox="1">
            <a:spLocks/>
          </p:cNvSpPr>
          <p:nvPr/>
        </p:nvSpPr>
        <p:spPr>
          <a:xfrm>
            <a:off x="558705" y="1750972"/>
            <a:ext cx="5384895" cy="18893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ea typeface="ＭＳ Ｐゴシック" panose="020B0600070205080204" pitchFamily="34" charset="-128"/>
              </a:rPr>
              <a:t>Option 2: install a web cache: cheaper alternative</a:t>
            </a:r>
          </a:p>
          <a:p>
            <a:endParaRPr lang="en-US" sz="2000" dirty="0">
              <a:ea typeface="ＭＳ Ｐゴシック" panose="020B0600070205080204" pitchFamily="34" charset="-128"/>
            </a:endParaRPr>
          </a:p>
          <a:p>
            <a:endParaRPr lang="en-US" sz="2000" dirty="0">
              <a:ea typeface="ＭＳ Ｐゴシック" panose="020B0600070205080204" pitchFamily="34" charset="-128"/>
            </a:endParaRPr>
          </a:p>
          <a:p>
            <a:r>
              <a:rPr lang="en-US" sz="2000" dirty="0">
                <a:ea typeface="ＭＳ Ｐゴシック" panose="020B0600070205080204" pitchFamily="34" charset="-128"/>
              </a:rPr>
              <a:t>Typically, 40% of requests addressed by CACHE</a:t>
            </a:r>
          </a:p>
          <a:p>
            <a:r>
              <a:rPr lang="en-US" sz="2000" dirty="0">
                <a:ea typeface="ＭＳ Ｐゴシック" panose="020B0600070205080204" pitchFamily="34" charset="-128"/>
              </a:rPr>
              <a:t>Remaining 60% origin servers. </a:t>
            </a:r>
          </a:p>
          <a:p>
            <a:r>
              <a:rPr lang="en-US" sz="2000" dirty="0">
                <a:ea typeface="ＭＳ Ｐゴシック" panose="020B0600070205080204" pitchFamily="34" charset="-128"/>
              </a:rPr>
              <a:t>But traffic intensity reduced from 1 to 0.6</a:t>
            </a:r>
          </a:p>
          <a:p>
            <a:r>
              <a:rPr lang="en-US" sz="2000" dirty="0" err="1">
                <a:ea typeface="ＭＳ Ｐゴシック" panose="020B0600070205080204" pitchFamily="34" charset="-128"/>
              </a:rPr>
              <a:t>Fuurther</a:t>
            </a:r>
            <a:r>
              <a:rPr lang="en-US" sz="2000" dirty="0">
                <a:ea typeface="ＭＳ Ｐゴシック" panose="020B0600070205080204" pitchFamily="34" charset="-128"/>
              </a:rPr>
              <a:t> reduce the delay </a:t>
            </a:r>
            <a:endParaRPr lang="en-US" sz="2000" dirty="0"/>
          </a:p>
        </p:txBody>
      </p:sp>
      <p:sp>
        <p:nvSpPr>
          <p:cNvPr id="213" name="Line 2">
            <a:extLst>
              <a:ext uri="{FF2B5EF4-FFF2-40B4-BE49-F238E27FC236}">
                <a16:creationId xmlns:a16="http://schemas.microsoft.com/office/drawing/2014/main" id="{D79557A7-32E4-0C4B-A331-2C46153DD4F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4" name="Text Box 50">
            <a:extLst>
              <a:ext uri="{FF2B5EF4-FFF2-40B4-BE49-F238E27FC236}">
                <a16:creationId xmlns:a16="http://schemas.microsoft.com/office/drawing/2014/main" id="{0B767827-9752-5544-B60F-2D944C417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15" name="Line 51">
            <a:extLst>
              <a:ext uri="{FF2B5EF4-FFF2-40B4-BE49-F238E27FC236}">
                <a16:creationId xmlns:a16="http://schemas.microsoft.com/office/drawing/2014/main" id="{31C887A5-1E99-6141-BED0-4642CBC10214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6" name="Line 52">
            <a:extLst>
              <a:ext uri="{FF2B5EF4-FFF2-40B4-BE49-F238E27FC236}">
                <a16:creationId xmlns:a16="http://schemas.microsoft.com/office/drawing/2014/main" id="{77A91A13-B9D3-6846-89AB-830EC2BC38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7" name="Line 53">
            <a:extLst>
              <a:ext uri="{FF2B5EF4-FFF2-40B4-BE49-F238E27FC236}">
                <a16:creationId xmlns:a16="http://schemas.microsoft.com/office/drawing/2014/main" id="{5E1709A2-F83C-C342-A585-6E71D53E85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8" name="Line 54">
            <a:extLst>
              <a:ext uri="{FF2B5EF4-FFF2-40B4-BE49-F238E27FC236}">
                <a16:creationId xmlns:a16="http://schemas.microsoft.com/office/drawing/2014/main" id="{A0A5F7C5-318D-F24F-9A1F-CC8BAFC2713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9" name="Freeform 55">
            <a:extLst>
              <a:ext uri="{FF2B5EF4-FFF2-40B4-BE49-F238E27FC236}">
                <a16:creationId xmlns:a16="http://schemas.microsoft.com/office/drawing/2014/main" id="{1E1561C8-70F2-A14A-A4C7-392B4BEAB22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0" name="Text Box 70">
            <a:extLst>
              <a:ext uri="{FF2B5EF4-FFF2-40B4-BE49-F238E27FC236}">
                <a16:creationId xmlns:a16="http://schemas.microsoft.com/office/drawing/2014/main" id="{06DEDBCC-3BF3-8048-86FC-E681948D4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1" name="Freeform 71">
            <a:extLst>
              <a:ext uri="{FF2B5EF4-FFF2-40B4-BE49-F238E27FC236}">
                <a16:creationId xmlns:a16="http://schemas.microsoft.com/office/drawing/2014/main" id="{74402035-8BAF-B94B-9A00-CDE7AF71A505}"/>
              </a:ext>
            </a:extLst>
          </p:cNvPr>
          <p:cNvSpPr>
            <a:spLocks/>
          </p:cNvSpPr>
          <p:nvPr/>
        </p:nvSpPr>
        <p:spPr bwMode="auto">
          <a:xfrm>
            <a:off x="7763006" y="4514213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2" name="Line 77">
            <a:extLst>
              <a:ext uri="{FF2B5EF4-FFF2-40B4-BE49-F238E27FC236}">
                <a16:creationId xmlns:a16="http://schemas.microsoft.com/office/drawing/2014/main" id="{E5885376-05BE-CD44-BC1C-0C77279F1D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3" name="Line 78">
            <a:extLst>
              <a:ext uri="{FF2B5EF4-FFF2-40B4-BE49-F238E27FC236}">
                <a16:creationId xmlns:a16="http://schemas.microsoft.com/office/drawing/2014/main" id="{2067877F-81E1-204D-8B8F-9B7377E840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4" name="Line 79">
            <a:extLst>
              <a:ext uri="{FF2B5EF4-FFF2-40B4-BE49-F238E27FC236}">
                <a16:creationId xmlns:a16="http://schemas.microsoft.com/office/drawing/2014/main" id="{EA692528-EB82-D044-BC3F-0892BCD794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5" name="Line 95">
            <a:extLst>
              <a:ext uri="{FF2B5EF4-FFF2-40B4-BE49-F238E27FC236}">
                <a16:creationId xmlns:a16="http://schemas.microsoft.com/office/drawing/2014/main" id="{39D9E63A-BDDB-6A46-B90B-AD7F98DB89F7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6" name="Text Box 97">
            <a:extLst>
              <a:ext uri="{FF2B5EF4-FFF2-40B4-BE49-F238E27FC236}">
                <a16:creationId xmlns:a16="http://schemas.microsoft.com/office/drawing/2014/main" id="{1FEB759A-7D60-FB4A-923B-49986EB61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7" name="Text Box 98">
            <a:extLst>
              <a:ext uri="{FF2B5EF4-FFF2-40B4-BE49-F238E27FC236}">
                <a16:creationId xmlns:a16="http://schemas.microsoft.com/office/drawing/2014/main" id="{A5557B93-E4B2-884D-B648-FD3F4BB84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8" name="Text Box 99">
            <a:extLst>
              <a:ext uri="{FF2B5EF4-FFF2-40B4-BE49-F238E27FC236}">
                <a16:creationId xmlns:a16="http://schemas.microsoft.com/office/drawing/2014/main" id="{825D49BE-4411-0A4E-8A60-EC570758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9" name="Group 139">
            <a:extLst>
              <a:ext uri="{FF2B5EF4-FFF2-40B4-BE49-F238E27FC236}">
                <a16:creationId xmlns:a16="http://schemas.microsoft.com/office/drawing/2014/main" id="{0049B097-12D7-8C45-B674-B7173E67D06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30" name="Freeform 140">
              <a:extLst>
                <a:ext uri="{FF2B5EF4-FFF2-40B4-BE49-F238E27FC236}">
                  <a16:creationId xmlns:a16="http://schemas.microsoft.com/office/drawing/2014/main" id="{14E1B30E-33C2-B54D-A0BE-284B0EAC2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1" name="Rectangle 141">
              <a:extLst>
                <a:ext uri="{FF2B5EF4-FFF2-40B4-BE49-F238E27FC236}">
                  <a16:creationId xmlns:a16="http://schemas.microsoft.com/office/drawing/2014/main" id="{3355510C-152C-E04B-BF61-E945C6B85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2" name="Freeform 142">
              <a:extLst>
                <a:ext uri="{FF2B5EF4-FFF2-40B4-BE49-F238E27FC236}">
                  <a16:creationId xmlns:a16="http://schemas.microsoft.com/office/drawing/2014/main" id="{754FE02D-C25E-F44C-944C-FD2153114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3" name="Freeform 143">
              <a:extLst>
                <a:ext uri="{FF2B5EF4-FFF2-40B4-BE49-F238E27FC236}">
                  <a16:creationId xmlns:a16="http://schemas.microsoft.com/office/drawing/2014/main" id="{511239A2-E90C-1141-B1C6-8E64F9256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4" name="Rectangle 144">
              <a:extLst>
                <a:ext uri="{FF2B5EF4-FFF2-40B4-BE49-F238E27FC236}">
                  <a16:creationId xmlns:a16="http://schemas.microsoft.com/office/drawing/2014/main" id="{4084DED7-B868-854E-BEC5-DD2D81383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145">
              <a:extLst>
                <a:ext uri="{FF2B5EF4-FFF2-40B4-BE49-F238E27FC236}">
                  <a16:creationId xmlns:a16="http://schemas.microsoft.com/office/drawing/2014/main" id="{B74E258C-E75F-7A47-BBEC-6AA6E7D848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0" name="AutoShape 146">
                <a:extLst>
                  <a:ext uri="{FF2B5EF4-FFF2-40B4-BE49-F238E27FC236}">
                    <a16:creationId xmlns:a16="http://schemas.microsoft.com/office/drawing/2014/main" id="{789EE07C-BE99-DE4A-AA21-330BCF20E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1" name="AutoShape 147">
                <a:extLst>
                  <a:ext uri="{FF2B5EF4-FFF2-40B4-BE49-F238E27FC236}">
                    <a16:creationId xmlns:a16="http://schemas.microsoft.com/office/drawing/2014/main" id="{4D41B6B1-E0F5-3346-9AB8-B5CEDFFC68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36" name="Rectangle 148">
              <a:extLst>
                <a:ext uri="{FF2B5EF4-FFF2-40B4-BE49-F238E27FC236}">
                  <a16:creationId xmlns:a16="http://schemas.microsoft.com/office/drawing/2014/main" id="{5B28B6B8-8311-2A41-8E65-422140146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7" name="Group 149">
              <a:extLst>
                <a:ext uri="{FF2B5EF4-FFF2-40B4-BE49-F238E27FC236}">
                  <a16:creationId xmlns:a16="http://schemas.microsoft.com/office/drawing/2014/main" id="{3E7DD141-6353-DE45-B6F6-D7D40E230E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8" name="AutoShape 150">
                <a:extLst>
                  <a:ext uri="{FF2B5EF4-FFF2-40B4-BE49-F238E27FC236}">
                    <a16:creationId xmlns:a16="http://schemas.microsoft.com/office/drawing/2014/main" id="{1DD70911-421D-A446-ACD2-5254D01624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9" name="AutoShape 151">
                <a:extLst>
                  <a:ext uri="{FF2B5EF4-FFF2-40B4-BE49-F238E27FC236}">
                    <a16:creationId xmlns:a16="http://schemas.microsoft.com/office/drawing/2014/main" id="{DF2A468D-E837-C442-B57F-6D0FE21AA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38" name="Rectangle 152">
              <a:extLst>
                <a:ext uri="{FF2B5EF4-FFF2-40B4-BE49-F238E27FC236}">
                  <a16:creationId xmlns:a16="http://schemas.microsoft.com/office/drawing/2014/main" id="{B407278F-08D2-2B42-849E-4044FE9CF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Rectangle 153">
              <a:extLst>
                <a:ext uri="{FF2B5EF4-FFF2-40B4-BE49-F238E27FC236}">
                  <a16:creationId xmlns:a16="http://schemas.microsoft.com/office/drawing/2014/main" id="{299619CF-9E88-F246-AEF1-4B893A844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154">
              <a:extLst>
                <a:ext uri="{FF2B5EF4-FFF2-40B4-BE49-F238E27FC236}">
                  <a16:creationId xmlns:a16="http://schemas.microsoft.com/office/drawing/2014/main" id="{E7DD7C71-0585-E14F-A059-DC4DC4754F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6" name="AutoShape 155">
                <a:extLst>
                  <a:ext uri="{FF2B5EF4-FFF2-40B4-BE49-F238E27FC236}">
                    <a16:creationId xmlns:a16="http://schemas.microsoft.com/office/drawing/2014/main" id="{84063592-4633-A64B-91CA-DE95FB495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7" name="AutoShape 156">
                <a:extLst>
                  <a:ext uri="{FF2B5EF4-FFF2-40B4-BE49-F238E27FC236}">
                    <a16:creationId xmlns:a16="http://schemas.microsoft.com/office/drawing/2014/main" id="{65E7A409-5952-0E49-A461-ECDBBE47E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Freeform 157">
              <a:extLst>
                <a:ext uri="{FF2B5EF4-FFF2-40B4-BE49-F238E27FC236}">
                  <a16:creationId xmlns:a16="http://schemas.microsoft.com/office/drawing/2014/main" id="{D61C230F-AC43-A44D-A4F4-08445AFD4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58">
              <a:extLst>
                <a:ext uri="{FF2B5EF4-FFF2-40B4-BE49-F238E27FC236}">
                  <a16:creationId xmlns:a16="http://schemas.microsoft.com/office/drawing/2014/main" id="{FC690C9C-5D5B-564D-8264-495B986E02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4" name="AutoShape 159">
                <a:extLst>
                  <a:ext uri="{FF2B5EF4-FFF2-40B4-BE49-F238E27FC236}">
                    <a16:creationId xmlns:a16="http://schemas.microsoft.com/office/drawing/2014/main" id="{9633A968-C0DF-854B-AD7E-D266EF9728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5" name="AutoShape 160">
                <a:extLst>
                  <a:ext uri="{FF2B5EF4-FFF2-40B4-BE49-F238E27FC236}">
                    <a16:creationId xmlns:a16="http://schemas.microsoft.com/office/drawing/2014/main" id="{F0FF8AF5-1BC9-744C-AA63-0B73DE8BD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3" name="Rectangle 161">
              <a:extLst>
                <a:ext uri="{FF2B5EF4-FFF2-40B4-BE49-F238E27FC236}">
                  <a16:creationId xmlns:a16="http://schemas.microsoft.com/office/drawing/2014/main" id="{61C9BEE4-0DBF-1744-90F4-EB8BF9734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Freeform 162">
              <a:extLst>
                <a:ext uri="{FF2B5EF4-FFF2-40B4-BE49-F238E27FC236}">
                  <a16:creationId xmlns:a16="http://schemas.microsoft.com/office/drawing/2014/main" id="{B678F7D9-10AE-594E-BBEF-5CC9D3F86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5" name="Freeform 163">
              <a:extLst>
                <a:ext uri="{FF2B5EF4-FFF2-40B4-BE49-F238E27FC236}">
                  <a16:creationId xmlns:a16="http://schemas.microsoft.com/office/drawing/2014/main" id="{289BD4FB-5C56-3840-A6CB-375A32C30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6" name="Oval 164">
              <a:extLst>
                <a:ext uri="{FF2B5EF4-FFF2-40B4-BE49-F238E27FC236}">
                  <a16:creationId xmlns:a16="http://schemas.microsoft.com/office/drawing/2014/main" id="{77C43488-0B1D-6B4B-8E42-DFE3011C5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7" name="Freeform 165">
              <a:extLst>
                <a:ext uri="{FF2B5EF4-FFF2-40B4-BE49-F238E27FC236}">
                  <a16:creationId xmlns:a16="http://schemas.microsoft.com/office/drawing/2014/main" id="{8CBEBDDC-4260-8945-8254-A81B579AF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AutoShape 166">
              <a:extLst>
                <a:ext uri="{FF2B5EF4-FFF2-40B4-BE49-F238E27FC236}">
                  <a16:creationId xmlns:a16="http://schemas.microsoft.com/office/drawing/2014/main" id="{46713965-176A-C54A-B735-5CE5CB3DA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AutoShape 167">
              <a:extLst>
                <a:ext uri="{FF2B5EF4-FFF2-40B4-BE49-F238E27FC236}">
                  <a16:creationId xmlns:a16="http://schemas.microsoft.com/office/drawing/2014/main" id="{8135859A-85CF-964B-B36F-551B35A57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Oval 168">
              <a:extLst>
                <a:ext uri="{FF2B5EF4-FFF2-40B4-BE49-F238E27FC236}">
                  <a16:creationId xmlns:a16="http://schemas.microsoft.com/office/drawing/2014/main" id="{662A641C-42F6-9544-B836-DED304EEC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Oval 169">
              <a:extLst>
                <a:ext uri="{FF2B5EF4-FFF2-40B4-BE49-F238E27FC236}">
                  <a16:creationId xmlns:a16="http://schemas.microsoft.com/office/drawing/2014/main" id="{C1B694C1-DBF8-2A4B-8CA9-A75FA88CB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2" name="Oval 170">
              <a:extLst>
                <a:ext uri="{FF2B5EF4-FFF2-40B4-BE49-F238E27FC236}">
                  <a16:creationId xmlns:a16="http://schemas.microsoft.com/office/drawing/2014/main" id="{B0E4669E-0270-114E-AEDE-C29C43820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Rectangle 171">
              <a:extLst>
                <a:ext uri="{FF2B5EF4-FFF2-40B4-BE49-F238E27FC236}">
                  <a16:creationId xmlns:a16="http://schemas.microsoft.com/office/drawing/2014/main" id="{8D69DC37-B2F0-4240-BA2A-ED7E5A419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2" name="Group 172">
            <a:extLst>
              <a:ext uri="{FF2B5EF4-FFF2-40B4-BE49-F238E27FC236}">
                <a16:creationId xmlns:a16="http://schemas.microsoft.com/office/drawing/2014/main" id="{D9EF39E6-34B5-0E46-B57A-00E73C3C3FDC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263" name="Picture 173" descr="desktop_computer_stylized_medium">
              <a:extLst>
                <a:ext uri="{FF2B5EF4-FFF2-40B4-BE49-F238E27FC236}">
                  <a16:creationId xmlns:a16="http://schemas.microsoft.com/office/drawing/2014/main" id="{F2DDBD35-4B60-7A4B-93BB-4B4F1A1DF5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4" name="Freeform 174">
              <a:extLst>
                <a:ext uri="{FF2B5EF4-FFF2-40B4-BE49-F238E27FC236}">
                  <a16:creationId xmlns:a16="http://schemas.microsoft.com/office/drawing/2014/main" id="{60E26AA3-3CC8-894D-8336-77761096BEC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5" name="Group 175">
            <a:extLst>
              <a:ext uri="{FF2B5EF4-FFF2-40B4-BE49-F238E27FC236}">
                <a16:creationId xmlns:a16="http://schemas.microsoft.com/office/drawing/2014/main" id="{24C7979A-32CE-EE4A-B2C2-C2165749E0E9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266" name="Freeform 176">
              <a:extLst>
                <a:ext uri="{FF2B5EF4-FFF2-40B4-BE49-F238E27FC236}">
                  <a16:creationId xmlns:a16="http://schemas.microsoft.com/office/drawing/2014/main" id="{9188AA83-9542-304E-9FC0-F40194F3B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7" name="Rectangle 177">
              <a:extLst>
                <a:ext uri="{FF2B5EF4-FFF2-40B4-BE49-F238E27FC236}">
                  <a16:creationId xmlns:a16="http://schemas.microsoft.com/office/drawing/2014/main" id="{4F6EA1B6-A1CF-3640-874C-EDFC3A7AA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8" name="Freeform 178">
              <a:extLst>
                <a:ext uri="{FF2B5EF4-FFF2-40B4-BE49-F238E27FC236}">
                  <a16:creationId xmlns:a16="http://schemas.microsoft.com/office/drawing/2014/main" id="{7B2503C9-8112-E14C-8653-DAAD180B8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Freeform 179">
              <a:extLst>
                <a:ext uri="{FF2B5EF4-FFF2-40B4-BE49-F238E27FC236}">
                  <a16:creationId xmlns:a16="http://schemas.microsoft.com/office/drawing/2014/main" id="{A7A9E5D9-5992-6247-93BF-50E8828C5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0" name="Rectangle 180">
              <a:extLst>
                <a:ext uri="{FF2B5EF4-FFF2-40B4-BE49-F238E27FC236}">
                  <a16:creationId xmlns:a16="http://schemas.microsoft.com/office/drawing/2014/main" id="{49417B0D-31AF-9A4B-A2A8-EE3783A93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1" name="Group 181">
              <a:extLst>
                <a:ext uri="{FF2B5EF4-FFF2-40B4-BE49-F238E27FC236}">
                  <a16:creationId xmlns:a16="http://schemas.microsoft.com/office/drawing/2014/main" id="{8D9C5CBA-316C-8848-97DC-C3B66B01AB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6" name="AutoShape 182">
                <a:extLst>
                  <a:ext uri="{FF2B5EF4-FFF2-40B4-BE49-F238E27FC236}">
                    <a16:creationId xmlns:a16="http://schemas.microsoft.com/office/drawing/2014/main" id="{44B3615D-EDD4-9B4A-9E13-FF2581CE7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AutoShape 183">
                <a:extLst>
                  <a:ext uri="{FF2B5EF4-FFF2-40B4-BE49-F238E27FC236}">
                    <a16:creationId xmlns:a16="http://schemas.microsoft.com/office/drawing/2014/main" id="{BD764C1B-922A-864D-AAD2-CB8A6D0F06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2" name="Rectangle 184">
              <a:extLst>
                <a:ext uri="{FF2B5EF4-FFF2-40B4-BE49-F238E27FC236}">
                  <a16:creationId xmlns:a16="http://schemas.microsoft.com/office/drawing/2014/main" id="{8A630281-4071-8346-A26E-7B8E56592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3" name="Group 185">
              <a:extLst>
                <a:ext uri="{FF2B5EF4-FFF2-40B4-BE49-F238E27FC236}">
                  <a16:creationId xmlns:a16="http://schemas.microsoft.com/office/drawing/2014/main" id="{2723D0E7-E0A4-9944-8382-69A1E2FB9B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4" name="AutoShape 186">
                <a:extLst>
                  <a:ext uri="{FF2B5EF4-FFF2-40B4-BE49-F238E27FC236}">
                    <a16:creationId xmlns:a16="http://schemas.microsoft.com/office/drawing/2014/main" id="{A518321A-5CB2-E348-A7D4-EC79CC836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AutoShape 187">
                <a:extLst>
                  <a:ext uri="{FF2B5EF4-FFF2-40B4-BE49-F238E27FC236}">
                    <a16:creationId xmlns:a16="http://schemas.microsoft.com/office/drawing/2014/main" id="{C63D3DD3-0920-3147-840F-330448FC0E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4" name="Rectangle 188">
              <a:extLst>
                <a:ext uri="{FF2B5EF4-FFF2-40B4-BE49-F238E27FC236}">
                  <a16:creationId xmlns:a16="http://schemas.microsoft.com/office/drawing/2014/main" id="{A0BBCF03-A8F8-384B-8FE1-DA2FB15F2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Rectangle 189">
              <a:extLst>
                <a:ext uri="{FF2B5EF4-FFF2-40B4-BE49-F238E27FC236}">
                  <a16:creationId xmlns:a16="http://schemas.microsoft.com/office/drawing/2014/main" id="{26E35C86-11F2-0D47-BA36-7D9CAC4B5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6" name="Group 190">
              <a:extLst>
                <a:ext uri="{FF2B5EF4-FFF2-40B4-BE49-F238E27FC236}">
                  <a16:creationId xmlns:a16="http://schemas.microsoft.com/office/drawing/2014/main" id="{D7564011-E732-C24F-9A5F-0145490288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2" name="AutoShape 191">
                <a:extLst>
                  <a:ext uri="{FF2B5EF4-FFF2-40B4-BE49-F238E27FC236}">
                    <a16:creationId xmlns:a16="http://schemas.microsoft.com/office/drawing/2014/main" id="{CC48B6D8-F943-9B4E-8A39-8C428399F0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192">
                <a:extLst>
                  <a:ext uri="{FF2B5EF4-FFF2-40B4-BE49-F238E27FC236}">
                    <a16:creationId xmlns:a16="http://schemas.microsoft.com/office/drawing/2014/main" id="{FFBEB85F-9BED-EB46-8105-D2062E700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7" name="Freeform 193">
              <a:extLst>
                <a:ext uri="{FF2B5EF4-FFF2-40B4-BE49-F238E27FC236}">
                  <a16:creationId xmlns:a16="http://schemas.microsoft.com/office/drawing/2014/main" id="{5C2BC288-E530-F34B-B617-E19477261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8" name="Group 194">
              <a:extLst>
                <a:ext uri="{FF2B5EF4-FFF2-40B4-BE49-F238E27FC236}">
                  <a16:creationId xmlns:a16="http://schemas.microsoft.com/office/drawing/2014/main" id="{A6E215F3-B939-D84D-8C19-FE2309B2FB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0" name="AutoShape 195">
                <a:extLst>
                  <a:ext uri="{FF2B5EF4-FFF2-40B4-BE49-F238E27FC236}">
                    <a16:creationId xmlns:a16="http://schemas.microsoft.com/office/drawing/2014/main" id="{1725C29B-DE90-1C4C-8EAB-38E60958AB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1" name="AutoShape 196">
                <a:extLst>
                  <a:ext uri="{FF2B5EF4-FFF2-40B4-BE49-F238E27FC236}">
                    <a16:creationId xmlns:a16="http://schemas.microsoft.com/office/drawing/2014/main" id="{52D51E8B-6518-0F42-905F-62AB56D58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9" name="Rectangle 197">
              <a:extLst>
                <a:ext uri="{FF2B5EF4-FFF2-40B4-BE49-F238E27FC236}">
                  <a16:creationId xmlns:a16="http://schemas.microsoft.com/office/drawing/2014/main" id="{9C17FEF8-5A97-5A4B-BC62-B020AC77D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Freeform 198">
              <a:extLst>
                <a:ext uri="{FF2B5EF4-FFF2-40B4-BE49-F238E27FC236}">
                  <a16:creationId xmlns:a16="http://schemas.microsoft.com/office/drawing/2014/main" id="{DE2B18FA-7984-FF43-AA4D-C09FC5BC8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Freeform 199">
              <a:extLst>
                <a:ext uri="{FF2B5EF4-FFF2-40B4-BE49-F238E27FC236}">
                  <a16:creationId xmlns:a16="http://schemas.microsoft.com/office/drawing/2014/main" id="{FB9DB1CC-BB3B-0D41-A2AD-EA4A1ECA3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Oval 200">
              <a:extLst>
                <a:ext uri="{FF2B5EF4-FFF2-40B4-BE49-F238E27FC236}">
                  <a16:creationId xmlns:a16="http://schemas.microsoft.com/office/drawing/2014/main" id="{668F67F7-2BF6-7C48-998E-7377DD119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01">
              <a:extLst>
                <a:ext uri="{FF2B5EF4-FFF2-40B4-BE49-F238E27FC236}">
                  <a16:creationId xmlns:a16="http://schemas.microsoft.com/office/drawing/2014/main" id="{14B019EA-110E-654A-AC0B-8CD3D1EC1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AutoShape 202">
              <a:extLst>
                <a:ext uri="{FF2B5EF4-FFF2-40B4-BE49-F238E27FC236}">
                  <a16:creationId xmlns:a16="http://schemas.microsoft.com/office/drawing/2014/main" id="{2C0E81DA-58E0-0648-AB85-C72B3B890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AutoShape 203">
              <a:extLst>
                <a:ext uri="{FF2B5EF4-FFF2-40B4-BE49-F238E27FC236}">
                  <a16:creationId xmlns:a16="http://schemas.microsoft.com/office/drawing/2014/main" id="{13FFF2F6-2124-6A49-B8F8-3529F5320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Oval 204">
              <a:extLst>
                <a:ext uri="{FF2B5EF4-FFF2-40B4-BE49-F238E27FC236}">
                  <a16:creationId xmlns:a16="http://schemas.microsoft.com/office/drawing/2014/main" id="{B8F62D63-E284-4343-BDEF-A0584C31D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Oval 205">
              <a:extLst>
                <a:ext uri="{FF2B5EF4-FFF2-40B4-BE49-F238E27FC236}">
                  <a16:creationId xmlns:a16="http://schemas.microsoft.com/office/drawing/2014/main" id="{EC012845-0A7A-D54A-8222-5517E9486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88" name="Oval 206">
              <a:extLst>
                <a:ext uri="{FF2B5EF4-FFF2-40B4-BE49-F238E27FC236}">
                  <a16:creationId xmlns:a16="http://schemas.microsoft.com/office/drawing/2014/main" id="{5DF453A9-3DC4-8D45-805E-122D1CE78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Rectangle 207">
              <a:extLst>
                <a:ext uri="{FF2B5EF4-FFF2-40B4-BE49-F238E27FC236}">
                  <a16:creationId xmlns:a16="http://schemas.microsoft.com/office/drawing/2014/main" id="{92FA00FE-F2CE-FE4D-9FCD-7C81F6B94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98" name="Group 208">
            <a:extLst>
              <a:ext uri="{FF2B5EF4-FFF2-40B4-BE49-F238E27FC236}">
                <a16:creationId xmlns:a16="http://schemas.microsoft.com/office/drawing/2014/main" id="{EB651F99-36AC-0441-B156-3B3FF7685E5B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299" name="Freeform 209">
              <a:extLst>
                <a:ext uri="{FF2B5EF4-FFF2-40B4-BE49-F238E27FC236}">
                  <a16:creationId xmlns:a16="http://schemas.microsoft.com/office/drawing/2014/main" id="{D74C9B9A-9E61-874A-9378-0BB8A2DAA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Rectangle 210">
              <a:extLst>
                <a:ext uri="{FF2B5EF4-FFF2-40B4-BE49-F238E27FC236}">
                  <a16:creationId xmlns:a16="http://schemas.microsoft.com/office/drawing/2014/main" id="{5C46682C-A5F1-874D-AC7B-421F90052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Freeform 211">
              <a:extLst>
                <a:ext uri="{FF2B5EF4-FFF2-40B4-BE49-F238E27FC236}">
                  <a16:creationId xmlns:a16="http://schemas.microsoft.com/office/drawing/2014/main" id="{A2FE81EB-EC16-7640-A62A-E85D98BD3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Freeform 212">
              <a:extLst>
                <a:ext uri="{FF2B5EF4-FFF2-40B4-BE49-F238E27FC236}">
                  <a16:creationId xmlns:a16="http://schemas.microsoft.com/office/drawing/2014/main" id="{9097AA45-FB69-494A-AB12-4AE0E8D1B4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3" name="Rectangle 213">
              <a:extLst>
                <a:ext uri="{FF2B5EF4-FFF2-40B4-BE49-F238E27FC236}">
                  <a16:creationId xmlns:a16="http://schemas.microsoft.com/office/drawing/2014/main" id="{DC90A9EA-0722-E547-B262-415B416B9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4" name="Group 214">
              <a:extLst>
                <a:ext uri="{FF2B5EF4-FFF2-40B4-BE49-F238E27FC236}">
                  <a16:creationId xmlns:a16="http://schemas.microsoft.com/office/drawing/2014/main" id="{F96DF03C-59A5-5F42-8A21-4D343D3981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9" name="AutoShape 215">
                <a:extLst>
                  <a:ext uri="{FF2B5EF4-FFF2-40B4-BE49-F238E27FC236}">
                    <a16:creationId xmlns:a16="http://schemas.microsoft.com/office/drawing/2014/main" id="{0BB9E427-2740-1E49-B796-134CCA9E5D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AutoShape 216">
                <a:extLst>
                  <a:ext uri="{FF2B5EF4-FFF2-40B4-BE49-F238E27FC236}">
                    <a16:creationId xmlns:a16="http://schemas.microsoft.com/office/drawing/2014/main" id="{812EC904-789E-DC4C-A60F-AEBA93884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5" name="Rectangle 217">
              <a:extLst>
                <a:ext uri="{FF2B5EF4-FFF2-40B4-BE49-F238E27FC236}">
                  <a16:creationId xmlns:a16="http://schemas.microsoft.com/office/drawing/2014/main" id="{21CECD79-B389-DC49-BACF-A74153038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6" name="Group 218">
              <a:extLst>
                <a:ext uri="{FF2B5EF4-FFF2-40B4-BE49-F238E27FC236}">
                  <a16:creationId xmlns:a16="http://schemas.microsoft.com/office/drawing/2014/main" id="{C457AC71-1223-8745-997A-39A86904DE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7" name="AutoShape 219">
                <a:extLst>
                  <a:ext uri="{FF2B5EF4-FFF2-40B4-BE49-F238E27FC236}">
                    <a16:creationId xmlns:a16="http://schemas.microsoft.com/office/drawing/2014/main" id="{A37AC62D-1F9A-3745-A21B-2EBF15B310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AutoShape 220">
                <a:extLst>
                  <a:ext uri="{FF2B5EF4-FFF2-40B4-BE49-F238E27FC236}">
                    <a16:creationId xmlns:a16="http://schemas.microsoft.com/office/drawing/2014/main" id="{C16C5425-5BC4-4A4E-AB0B-0FF8B1B43D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7" name="Rectangle 221">
              <a:extLst>
                <a:ext uri="{FF2B5EF4-FFF2-40B4-BE49-F238E27FC236}">
                  <a16:creationId xmlns:a16="http://schemas.microsoft.com/office/drawing/2014/main" id="{669B062F-D5E2-0D49-A287-4387A0112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Rectangle 222">
              <a:extLst>
                <a:ext uri="{FF2B5EF4-FFF2-40B4-BE49-F238E27FC236}">
                  <a16:creationId xmlns:a16="http://schemas.microsoft.com/office/drawing/2014/main" id="{54968FB1-D7E5-844E-A127-4C202A38D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9" name="Group 223">
              <a:extLst>
                <a:ext uri="{FF2B5EF4-FFF2-40B4-BE49-F238E27FC236}">
                  <a16:creationId xmlns:a16="http://schemas.microsoft.com/office/drawing/2014/main" id="{3F4FC87B-F546-2D40-BC6B-7966CFA9EF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5" name="AutoShape 224">
                <a:extLst>
                  <a:ext uri="{FF2B5EF4-FFF2-40B4-BE49-F238E27FC236}">
                    <a16:creationId xmlns:a16="http://schemas.microsoft.com/office/drawing/2014/main" id="{169EDE9E-EB1B-8C41-9312-B653B89658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225">
                <a:extLst>
                  <a:ext uri="{FF2B5EF4-FFF2-40B4-BE49-F238E27FC236}">
                    <a16:creationId xmlns:a16="http://schemas.microsoft.com/office/drawing/2014/main" id="{64EFA803-2C56-6841-BBF4-C8B56115E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0" name="Freeform 226">
              <a:extLst>
                <a:ext uri="{FF2B5EF4-FFF2-40B4-BE49-F238E27FC236}">
                  <a16:creationId xmlns:a16="http://schemas.microsoft.com/office/drawing/2014/main" id="{EC3A6DD3-D41D-854C-A9AE-5C6EFC228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1" name="Group 227">
              <a:extLst>
                <a:ext uri="{FF2B5EF4-FFF2-40B4-BE49-F238E27FC236}">
                  <a16:creationId xmlns:a16="http://schemas.microsoft.com/office/drawing/2014/main" id="{B4DF28BF-276F-AD4A-B6B7-183A501B02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3" name="AutoShape 228">
                <a:extLst>
                  <a:ext uri="{FF2B5EF4-FFF2-40B4-BE49-F238E27FC236}">
                    <a16:creationId xmlns:a16="http://schemas.microsoft.com/office/drawing/2014/main" id="{3DE8BAF3-93B4-3F4B-B98D-068B63219E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229">
                <a:extLst>
                  <a:ext uri="{FF2B5EF4-FFF2-40B4-BE49-F238E27FC236}">
                    <a16:creationId xmlns:a16="http://schemas.microsoft.com/office/drawing/2014/main" id="{C4F07A6C-D535-A44F-90FD-9588B51A13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2" name="Rectangle 230">
              <a:extLst>
                <a:ext uri="{FF2B5EF4-FFF2-40B4-BE49-F238E27FC236}">
                  <a16:creationId xmlns:a16="http://schemas.microsoft.com/office/drawing/2014/main" id="{026A1E4A-11CC-3646-A847-C5FEE34DD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Freeform 231">
              <a:extLst>
                <a:ext uri="{FF2B5EF4-FFF2-40B4-BE49-F238E27FC236}">
                  <a16:creationId xmlns:a16="http://schemas.microsoft.com/office/drawing/2014/main" id="{D966204E-8DD7-CD40-8760-D1C815801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Freeform 232">
              <a:extLst>
                <a:ext uri="{FF2B5EF4-FFF2-40B4-BE49-F238E27FC236}">
                  <a16:creationId xmlns:a16="http://schemas.microsoft.com/office/drawing/2014/main" id="{389AB39B-CDAC-9B4A-891D-A95FC22C6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Oval 233">
              <a:extLst>
                <a:ext uri="{FF2B5EF4-FFF2-40B4-BE49-F238E27FC236}">
                  <a16:creationId xmlns:a16="http://schemas.microsoft.com/office/drawing/2014/main" id="{974E622A-A7C7-6F4C-AA19-F66C8E08D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Freeform 234">
              <a:extLst>
                <a:ext uri="{FF2B5EF4-FFF2-40B4-BE49-F238E27FC236}">
                  <a16:creationId xmlns:a16="http://schemas.microsoft.com/office/drawing/2014/main" id="{3E00B166-116C-084C-A31A-545896B64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AutoShape 235">
              <a:extLst>
                <a:ext uri="{FF2B5EF4-FFF2-40B4-BE49-F238E27FC236}">
                  <a16:creationId xmlns:a16="http://schemas.microsoft.com/office/drawing/2014/main" id="{0B449FC9-EE4C-A944-A95B-8E08A064F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AutoShape 236">
              <a:extLst>
                <a:ext uri="{FF2B5EF4-FFF2-40B4-BE49-F238E27FC236}">
                  <a16:creationId xmlns:a16="http://schemas.microsoft.com/office/drawing/2014/main" id="{7C20875B-3003-044E-8A1B-D0D6B3263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9" name="Oval 237">
              <a:extLst>
                <a:ext uri="{FF2B5EF4-FFF2-40B4-BE49-F238E27FC236}">
                  <a16:creationId xmlns:a16="http://schemas.microsoft.com/office/drawing/2014/main" id="{AA430366-1AD1-544B-ACC0-DD08C8ACC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Oval 238">
              <a:extLst>
                <a:ext uri="{FF2B5EF4-FFF2-40B4-BE49-F238E27FC236}">
                  <a16:creationId xmlns:a16="http://schemas.microsoft.com/office/drawing/2014/main" id="{1709122F-428B-634B-A9DA-A5EB93C54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1" name="Oval 239">
              <a:extLst>
                <a:ext uri="{FF2B5EF4-FFF2-40B4-BE49-F238E27FC236}">
                  <a16:creationId xmlns:a16="http://schemas.microsoft.com/office/drawing/2014/main" id="{FF027CE6-6642-FE4A-A721-8AE6B8EA1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Rectangle 240">
              <a:extLst>
                <a:ext uri="{FF2B5EF4-FFF2-40B4-BE49-F238E27FC236}">
                  <a16:creationId xmlns:a16="http://schemas.microsoft.com/office/drawing/2014/main" id="{9A37ED71-4B73-F14A-B53E-0730145E5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1" name="Group 241">
            <a:extLst>
              <a:ext uri="{FF2B5EF4-FFF2-40B4-BE49-F238E27FC236}">
                <a16:creationId xmlns:a16="http://schemas.microsoft.com/office/drawing/2014/main" id="{C51302B8-B508-B342-A5C9-75A84C2D6EFF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32" name="Freeform 242">
              <a:extLst>
                <a:ext uri="{FF2B5EF4-FFF2-40B4-BE49-F238E27FC236}">
                  <a16:creationId xmlns:a16="http://schemas.microsoft.com/office/drawing/2014/main" id="{FED8F13F-B6B9-9F46-ACF8-8273DC38E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243">
              <a:extLst>
                <a:ext uri="{FF2B5EF4-FFF2-40B4-BE49-F238E27FC236}">
                  <a16:creationId xmlns:a16="http://schemas.microsoft.com/office/drawing/2014/main" id="{31AFE4F0-6299-1A46-AF24-456CC6C00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4" name="Freeform 244">
              <a:extLst>
                <a:ext uri="{FF2B5EF4-FFF2-40B4-BE49-F238E27FC236}">
                  <a16:creationId xmlns:a16="http://schemas.microsoft.com/office/drawing/2014/main" id="{414F52B9-2CC2-1747-9F70-1402E50D5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5" name="Freeform 245">
              <a:extLst>
                <a:ext uri="{FF2B5EF4-FFF2-40B4-BE49-F238E27FC236}">
                  <a16:creationId xmlns:a16="http://schemas.microsoft.com/office/drawing/2014/main" id="{70FAC61D-ABE0-754D-B864-72E1D948E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46">
              <a:extLst>
                <a:ext uri="{FF2B5EF4-FFF2-40B4-BE49-F238E27FC236}">
                  <a16:creationId xmlns:a16="http://schemas.microsoft.com/office/drawing/2014/main" id="{30C28B59-F771-9642-B839-DE73174E3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7" name="Group 247">
              <a:extLst>
                <a:ext uri="{FF2B5EF4-FFF2-40B4-BE49-F238E27FC236}">
                  <a16:creationId xmlns:a16="http://schemas.microsoft.com/office/drawing/2014/main" id="{A3E26067-A997-A246-AE05-BC6B53A0B9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62" name="AutoShape 248">
                <a:extLst>
                  <a:ext uri="{FF2B5EF4-FFF2-40B4-BE49-F238E27FC236}">
                    <a16:creationId xmlns:a16="http://schemas.microsoft.com/office/drawing/2014/main" id="{2C461DC5-5005-6A45-9B1F-047D11C81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3" name="AutoShape 249">
                <a:extLst>
                  <a:ext uri="{FF2B5EF4-FFF2-40B4-BE49-F238E27FC236}">
                    <a16:creationId xmlns:a16="http://schemas.microsoft.com/office/drawing/2014/main" id="{E7227AAF-1CF2-134F-B4F4-4ADF37BE35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8" name="Rectangle 250">
              <a:extLst>
                <a:ext uri="{FF2B5EF4-FFF2-40B4-BE49-F238E27FC236}">
                  <a16:creationId xmlns:a16="http://schemas.microsoft.com/office/drawing/2014/main" id="{27EBF6C7-AFB6-7143-96AF-C2338C0D9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251">
              <a:extLst>
                <a:ext uri="{FF2B5EF4-FFF2-40B4-BE49-F238E27FC236}">
                  <a16:creationId xmlns:a16="http://schemas.microsoft.com/office/drawing/2014/main" id="{E0FEEF90-47D6-1E4F-9BAD-DD05855A80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60" name="AutoShape 252">
                <a:extLst>
                  <a:ext uri="{FF2B5EF4-FFF2-40B4-BE49-F238E27FC236}">
                    <a16:creationId xmlns:a16="http://schemas.microsoft.com/office/drawing/2014/main" id="{0C1B944A-1F73-CB42-8816-BF4F8E53E4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1" name="AutoShape 253">
                <a:extLst>
                  <a:ext uri="{FF2B5EF4-FFF2-40B4-BE49-F238E27FC236}">
                    <a16:creationId xmlns:a16="http://schemas.microsoft.com/office/drawing/2014/main" id="{087EA87B-8120-924E-B1DB-2BB67635F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Rectangle 254">
              <a:extLst>
                <a:ext uri="{FF2B5EF4-FFF2-40B4-BE49-F238E27FC236}">
                  <a16:creationId xmlns:a16="http://schemas.microsoft.com/office/drawing/2014/main" id="{7A8F1818-F935-7443-8DDA-83F665968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255">
              <a:extLst>
                <a:ext uri="{FF2B5EF4-FFF2-40B4-BE49-F238E27FC236}">
                  <a16:creationId xmlns:a16="http://schemas.microsoft.com/office/drawing/2014/main" id="{3B30AA0A-B7C7-184E-BDD8-179B6EF1F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2" name="Group 256">
              <a:extLst>
                <a:ext uri="{FF2B5EF4-FFF2-40B4-BE49-F238E27FC236}">
                  <a16:creationId xmlns:a16="http://schemas.microsoft.com/office/drawing/2014/main" id="{CA222290-2606-9B43-8AF4-C21F1A65EA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8" name="AutoShape 257">
                <a:extLst>
                  <a:ext uri="{FF2B5EF4-FFF2-40B4-BE49-F238E27FC236}">
                    <a16:creationId xmlns:a16="http://schemas.microsoft.com/office/drawing/2014/main" id="{7C837EE0-C848-8646-96AF-4A2E74872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9" name="AutoShape 258">
                <a:extLst>
                  <a:ext uri="{FF2B5EF4-FFF2-40B4-BE49-F238E27FC236}">
                    <a16:creationId xmlns:a16="http://schemas.microsoft.com/office/drawing/2014/main" id="{8A5962DC-A15D-274A-9846-839070EC6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3" name="Freeform 259">
              <a:extLst>
                <a:ext uri="{FF2B5EF4-FFF2-40B4-BE49-F238E27FC236}">
                  <a16:creationId xmlns:a16="http://schemas.microsoft.com/office/drawing/2014/main" id="{18709DA5-ED0F-C540-871D-4F00017D9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4" name="Group 260">
              <a:extLst>
                <a:ext uri="{FF2B5EF4-FFF2-40B4-BE49-F238E27FC236}">
                  <a16:creationId xmlns:a16="http://schemas.microsoft.com/office/drawing/2014/main" id="{C353B527-069B-0F4F-96FE-4161EB40D0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6" name="AutoShape 261">
                <a:extLst>
                  <a:ext uri="{FF2B5EF4-FFF2-40B4-BE49-F238E27FC236}">
                    <a16:creationId xmlns:a16="http://schemas.microsoft.com/office/drawing/2014/main" id="{402097B8-7C32-FC45-8FE3-8CA4BB1B7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7" name="AutoShape 262">
                <a:extLst>
                  <a:ext uri="{FF2B5EF4-FFF2-40B4-BE49-F238E27FC236}">
                    <a16:creationId xmlns:a16="http://schemas.microsoft.com/office/drawing/2014/main" id="{7CF99321-F9FD-844B-9332-1F9D28F9CC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5" name="Rectangle 263">
              <a:extLst>
                <a:ext uri="{FF2B5EF4-FFF2-40B4-BE49-F238E27FC236}">
                  <a16:creationId xmlns:a16="http://schemas.microsoft.com/office/drawing/2014/main" id="{A931C511-4CC1-7E4F-8ED5-E6CDEE0C5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64">
              <a:extLst>
                <a:ext uri="{FF2B5EF4-FFF2-40B4-BE49-F238E27FC236}">
                  <a16:creationId xmlns:a16="http://schemas.microsoft.com/office/drawing/2014/main" id="{1C959AED-73B8-B14A-92D3-D39AEC91F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Freeform 265">
              <a:extLst>
                <a:ext uri="{FF2B5EF4-FFF2-40B4-BE49-F238E27FC236}">
                  <a16:creationId xmlns:a16="http://schemas.microsoft.com/office/drawing/2014/main" id="{F501C244-7904-9A46-A017-528975828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Oval 266">
              <a:extLst>
                <a:ext uri="{FF2B5EF4-FFF2-40B4-BE49-F238E27FC236}">
                  <a16:creationId xmlns:a16="http://schemas.microsoft.com/office/drawing/2014/main" id="{7B817157-AB6B-3E48-B741-BFD752518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Freeform 267">
              <a:extLst>
                <a:ext uri="{FF2B5EF4-FFF2-40B4-BE49-F238E27FC236}">
                  <a16:creationId xmlns:a16="http://schemas.microsoft.com/office/drawing/2014/main" id="{F9E5A9AA-C2F2-BE47-8AC7-3AE6286D6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AutoShape 268">
              <a:extLst>
                <a:ext uri="{FF2B5EF4-FFF2-40B4-BE49-F238E27FC236}">
                  <a16:creationId xmlns:a16="http://schemas.microsoft.com/office/drawing/2014/main" id="{C3043BD7-D321-C340-BF41-2B160A697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1" name="AutoShape 269">
              <a:extLst>
                <a:ext uri="{FF2B5EF4-FFF2-40B4-BE49-F238E27FC236}">
                  <a16:creationId xmlns:a16="http://schemas.microsoft.com/office/drawing/2014/main" id="{46C0216A-83BE-C44F-B93B-AD74391B1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Oval 270">
              <a:extLst>
                <a:ext uri="{FF2B5EF4-FFF2-40B4-BE49-F238E27FC236}">
                  <a16:creationId xmlns:a16="http://schemas.microsoft.com/office/drawing/2014/main" id="{37BB3DAD-7E87-0F42-A3B9-ECBC845DE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Oval 271">
              <a:extLst>
                <a:ext uri="{FF2B5EF4-FFF2-40B4-BE49-F238E27FC236}">
                  <a16:creationId xmlns:a16="http://schemas.microsoft.com/office/drawing/2014/main" id="{24D5DD7B-9860-8E42-89AA-98500D668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4" name="Oval 272">
              <a:extLst>
                <a:ext uri="{FF2B5EF4-FFF2-40B4-BE49-F238E27FC236}">
                  <a16:creationId xmlns:a16="http://schemas.microsoft.com/office/drawing/2014/main" id="{50A4327F-6142-7242-8434-C46AB5509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273">
              <a:extLst>
                <a:ext uri="{FF2B5EF4-FFF2-40B4-BE49-F238E27FC236}">
                  <a16:creationId xmlns:a16="http://schemas.microsoft.com/office/drawing/2014/main" id="{BF201369-F690-5545-B2F2-5F883B516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4" name="Group 274">
            <a:extLst>
              <a:ext uri="{FF2B5EF4-FFF2-40B4-BE49-F238E27FC236}">
                <a16:creationId xmlns:a16="http://schemas.microsoft.com/office/drawing/2014/main" id="{2CB22774-1259-FC46-A45B-F1BAC0C96BEE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365" name="Freeform 275">
              <a:extLst>
                <a:ext uri="{FF2B5EF4-FFF2-40B4-BE49-F238E27FC236}">
                  <a16:creationId xmlns:a16="http://schemas.microsoft.com/office/drawing/2014/main" id="{30F52E89-22B5-CA4D-B2FE-84260B64F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76">
              <a:extLst>
                <a:ext uri="{FF2B5EF4-FFF2-40B4-BE49-F238E27FC236}">
                  <a16:creationId xmlns:a16="http://schemas.microsoft.com/office/drawing/2014/main" id="{A2AE04A8-D1B0-0C42-9712-05682E48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7" name="Freeform 277">
              <a:extLst>
                <a:ext uri="{FF2B5EF4-FFF2-40B4-BE49-F238E27FC236}">
                  <a16:creationId xmlns:a16="http://schemas.microsoft.com/office/drawing/2014/main" id="{A715FB01-61D0-4842-9557-A380C1CCF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8" name="Freeform 278">
              <a:extLst>
                <a:ext uri="{FF2B5EF4-FFF2-40B4-BE49-F238E27FC236}">
                  <a16:creationId xmlns:a16="http://schemas.microsoft.com/office/drawing/2014/main" id="{3FF2CEB8-78A6-6A4A-B96E-05EF8C7A2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9" name="Rectangle 279">
              <a:extLst>
                <a:ext uri="{FF2B5EF4-FFF2-40B4-BE49-F238E27FC236}">
                  <a16:creationId xmlns:a16="http://schemas.microsoft.com/office/drawing/2014/main" id="{C848A644-4A1A-3B49-A4B1-7929A37A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0" name="Group 280">
              <a:extLst>
                <a:ext uri="{FF2B5EF4-FFF2-40B4-BE49-F238E27FC236}">
                  <a16:creationId xmlns:a16="http://schemas.microsoft.com/office/drawing/2014/main" id="{C50415E3-366F-8E41-913D-9E9226CAB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5" name="AutoShape 281">
                <a:extLst>
                  <a:ext uri="{FF2B5EF4-FFF2-40B4-BE49-F238E27FC236}">
                    <a16:creationId xmlns:a16="http://schemas.microsoft.com/office/drawing/2014/main" id="{E84D9225-8104-3041-9B58-7E1FFF2D8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6" name="AutoShape 282">
                <a:extLst>
                  <a:ext uri="{FF2B5EF4-FFF2-40B4-BE49-F238E27FC236}">
                    <a16:creationId xmlns:a16="http://schemas.microsoft.com/office/drawing/2014/main" id="{FD6E89E7-AD05-AB4F-8BF6-1B9DAB1839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1" name="Rectangle 283">
              <a:extLst>
                <a:ext uri="{FF2B5EF4-FFF2-40B4-BE49-F238E27FC236}">
                  <a16:creationId xmlns:a16="http://schemas.microsoft.com/office/drawing/2014/main" id="{CEF74B6A-8977-0242-8B0B-2DCF100AD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84">
              <a:extLst>
                <a:ext uri="{FF2B5EF4-FFF2-40B4-BE49-F238E27FC236}">
                  <a16:creationId xmlns:a16="http://schemas.microsoft.com/office/drawing/2014/main" id="{106A37A2-8756-794D-BE2F-03120D23C9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3" name="AutoShape 285">
                <a:extLst>
                  <a:ext uri="{FF2B5EF4-FFF2-40B4-BE49-F238E27FC236}">
                    <a16:creationId xmlns:a16="http://schemas.microsoft.com/office/drawing/2014/main" id="{21B0DBBC-0EC4-894C-B7AC-B0279A53E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4" name="AutoShape 286">
                <a:extLst>
                  <a:ext uri="{FF2B5EF4-FFF2-40B4-BE49-F238E27FC236}">
                    <a16:creationId xmlns:a16="http://schemas.microsoft.com/office/drawing/2014/main" id="{405F6A2D-A40F-9742-BC88-8CB72B872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Rectangle 287">
              <a:extLst>
                <a:ext uri="{FF2B5EF4-FFF2-40B4-BE49-F238E27FC236}">
                  <a16:creationId xmlns:a16="http://schemas.microsoft.com/office/drawing/2014/main" id="{6594888A-3B18-1C4A-83E5-F27085930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4" name="Rectangle 288">
              <a:extLst>
                <a:ext uri="{FF2B5EF4-FFF2-40B4-BE49-F238E27FC236}">
                  <a16:creationId xmlns:a16="http://schemas.microsoft.com/office/drawing/2014/main" id="{1AD9EA19-A755-B446-8873-AE6BB536C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5" name="Group 289">
              <a:extLst>
                <a:ext uri="{FF2B5EF4-FFF2-40B4-BE49-F238E27FC236}">
                  <a16:creationId xmlns:a16="http://schemas.microsoft.com/office/drawing/2014/main" id="{7D30F0A9-CB8A-D04D-B6CC-202EB8429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1" name="AutoShape 290">
                <a:extLst>
                  <a:ext uri="{FF2B5EF4-FFF2-40B4-BE49-F238E27FC236}">
                    <a16:creationId xmlns:a16="http://schemas.microsoft.com/office/drawing/2014/main" id="{34A210E3-7B13-F342-B393-A5087322AA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2" name="AutoShape 291">
                <a:extLst>
                  <a:ext uri="{FF2B5EF4-FFF2-40B4-BE49-F238E27FC236}">
                    <a16:creationId xmlns:a16="http://schemas.microsoft.com/office/drawing/2014/main" id="{658FDD94-51DE-094A-B3B6-3C42DCF77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6" name="Freeform 292">
              <a:extLst>
                <a:ext uri="{FF2B5EF4-FFF2-40B4-BE49-F238E27FC236}">
                  <a16:creationId xmlns:a16="http://schemas.microsoft.com/office/drawing/2014/main" id="{0ABD1933-8293-A44A-A6A3-A79F7ED49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7" name="Group 293">
              <a:extLst>
                <a:ext uri="{FF2B5EF4-FFF2-40B4-BE49-F238E27FC236}">
                  <a16:creationId xmlns:a16="http://schemas.microsoft.com/office/drawing/2014/main" id="{B4ACB9ED-6867-BE4A-8546-24D9C0A90F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9" name="AutoShape 294">
                <a:extLst>
                  <a:ext uri="{FF2B5EF4-FFF2-40B4-BE49-F238E27FC236}">
                    <a16:creationId xmlns:a16="http://schemas.microsoft.com/office/drawing/2014/main" id="{FDECA9DF-8FC6-9344-B5CE-86D632309F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0" name="AutoShape 295">
                <a:extLst>
                  <a:ext uri="{FF2B5EF4-FFF2-40B4-BE49-F238E27FC236}">
                    <a16:creationId xmlns:a16="http://schemas.microsoft.com/office/drawing/2014/main" id="{15CCD71D-095F-4F48-ADB0-9574369FB2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8" name="Rectangle 296">
              <a:extLst>
                <a:ext uri="{FF2B5EF4-FFF2-40B4-BE49-F238E27FC236}">
                  <a16:creationId xmlns:a16="http://schemas.microsoft.com/office/drawing/2014/main" id="{434A3390-3A27-324C-A920-A9B840CB8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97">
              <a:extLst>
                <a:ext uri="{FF2B5EF4-FFF2-40B4-BE49-F238E27FC236}">
                  <a16:creationId xmlns:a16="http://schemas.microsoft.com/office/drawing/2014/main" id="{868C8656-6E83-1A4D-9E20-F2D660EBB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Freeform 298">
              <a:extLst>
                <a:ext uri="{FF2B5EF4-FFF2-40B4-BE49-F238E27FC236}">
                  <a16:creationId xmlns:a16="http://schemas.microsoft.com/office/drawing/2014/main" id="{128D5DC7-AA36-F049-B162-7F6B8139F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Oval 299">
              <a:extLst>
                <a:ext uri="{FF2B5EF4-FFF2-40B4-BE49-F238E27FC236}">
                  <a16:creationId xmlns:a16="http://schemas.microsoft.com/office/drawing/2014/main" id="{5BB3774D-3D33-2042-8E44-4DB2BE616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Freeform 300">
              <a:extLst>
                <a:ext uri="{FF2B5EF4-FFF2-40B4-BE49-F238E27FC236}">
                  <a16:creationId xmlns:a16="http://schemas.microsoft.com/office/drawing/2014/main" id="{0DCC8B3A-A2FD-1245-8733-5D78C7B84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AutoShape 301">
              <a:extLst>
                <a:ext uri="{FF2B5EF4-FFF2-40B4-BE49-F238E27FC236}">
                  <a16:creationId xmlns:a16="http://schemas.microsoft.com/office/drawing/2014/main" id="{CE844853-6813-C140-A970-C5906AAE0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4" name="AutoShape 302">
              <a:extLst>
                <a:ext uri="{FF2B5EF4-FFF2-40B4-BE49-F238E27FC236}">
                  <a16:creationId xmlns:a16="http://schemas.microsoft.com/office/drawing/2014/main" id="{AD77313D-4458-C649-872C-BF8165B19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Oval 303">
              <a:extLst>
                <a:ext uri="{FF2B5EF4-FFF2-40B4-BE49-F238E27FC236}">
                  <a16:creationId xmlns:a16="http://schemas.microsoft.com/office/drawing/2014/main" id="{CD7ED595-723D-744B-93EA-9A2936484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6" name="Oval 304">
              <a:extLst>
                <a:ext uri="{FF2B5EF4-FFF2-40B4-BE49-F238E27FC236}">
                  <a16:creationId xmlns:a16="http://schemas.microsoft.com/office/drawing/2014/main" id="{36A23E4B-726B-2D43-BDE8-D6D6C45CE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7" name="Oval 305">
              <a:extLst>
                <a:ext uri="{FF2B5EF4-FFF2-40B4-BE49-F238E27FC236}">
                  <a16:creationId xmlns:a16="http://schemas.microsoft.com/office/drawing/2014/main" id="{2F671B78-9045-1046-A8EC-CEB98543F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8" name="Rectangle 306">
              <a:extLst>
                <a:ext uri="{FF2B5EF4-FFF2-40B4-BE49-F238E27FC236}">
                  <a16:creationId xmlns:a16="http://schemas.microsoft.com/office/drawing/2014/main" id="{4F4CE495-167B-3549-A97D-5C0A2C3A8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7" name="Group 340">
            <a:extLst>
              <a:ext uri="{FF2B5EF4-FFF2-40B4-BE49-F238E27FC236}">
                <a16:creationId xmlns:a16="http://schemas.microsoft.com/office/drawing/2014/main" id="{F34735D2-2BBD-614E-AA1E-8C3994824E0F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398" name="Picture 341" descr="desktop_computer_stylized_medium">
              <a:extLst>
                <a:ext uri="{FF2B5EF4-FFF2-40B4-BE49-F238E27FC236}">
                  <a16:creationId xmlns:a16="http://schemas.microsoft.com/office/drawing/2014/main" id="{E4329D8F-D89C-B141-B344-F336BD6A07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" name="Freeform 342">
              <a:extLst>
                <a:ext uri="{FF2B5EF4-FFF2-40B4-BE49-F238E27FC236}">
                  <a16:creationId xmlns:a16="http://schemas.microsoft.com/office/drawing/2014/main" id="{1D44B94C-7F7D-4B4A-A67A-9291F41A6DB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0" name="Group 343">
            <a:extLst>
              <a:ext uri="{FF2B5EF4-FFF2-40B4-BE49-F238E27FC236}">
                <a16:creationId xmlns:a16="http://schemas.microsoft.com/office/drawing/2014/main" id="{8E479A0C-FD70-7444-A96D-28207CCDED13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01" name="Picture 344" descr="desktop_computer_stylized_medium">
              <a:extLst>
                <a:ext uri="{FF2B5EF4-FFF2-40B4-BE49-F238E27FC236}">
                  <a16:creationId xmlns:a16="http://schemas.microsoft.com/office/drawing/2014/main" id="{92BF0EF0-9839-DA42-887E-0259D6EDB6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2" name="Freeform 345">
              <a:extLst>
                <a:ext uri="{FF2B5EF4-FFF2-40B4-BE49-F238E27FC236}">
                  <a16:creationId xmlns:a16="http://schemas.microsoft.com/office/drawing/2014/main" id="{CC139312-EB45-CE45-8B17-9767057E599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14F176CD-96F3-744C-B349-3EDC0BFC59F9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404" name="Freeform 403">
              <a:extLst>
                <a:ext uri="{FF2B5EF4-FFF2-40B4-BE49-F238E27FC236}">
                  <a16:creationId xmlns:a16="http://schemas.microsoft.com/office/drawing/2014/main" id="{286FF48A-EE72-2648-9A08-9D3C7EB0205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826E0AD8-9B1D-654B-99F2-434292D2C00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id="{27A03DD3-C969-6B4F-9F4B-09EF2709637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7" name="Freeform 406">
                <a:extLst>
                  <a:ext uri="{FF2B5EF4-FFF2-40B4-BE49-F238E27FC236}">
                    <a16:creationId xmlns:a16="http://schemas.microsoft.com/office/drawing/2014/main" id="{53C91DF5-4BCA-DA4D-8E73-A2499F612B5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7C7CEC5D-49B3-3444-8E16-E122517AC8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9" name="Freeform 408">
                <a:extLst>
                  <a:ext uri="{FF2B5EF4-FFF2-40B4-BE49-F238E27FC236}">
                    <a16:creationId xmlns:a16="http://schemas.microsoft.com/office/drawing/2014/main" id="{637E4E82-BF36-F740-82F6-3FFBB91EA89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0" name="Freeform 409">
                <a:extLst>
                  <a:ext uri="{FF2B5EF4-FFF2-40B4-BE49-F238E27FC236}">
                    <a16:creationId xmlns:a16="http://schemas.microsoft.com/office/drawing/2014/main" id="{F0A60928-08AA-7244-81F2-08388F90FE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8D0047A0-69E5-C948-B48B-CE6DD6CF689D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412" name="Freeform 411">
              <a:extLst>
                <a:ext uri="{FF2B5EF4-FFF2-40B4-BE49-F238E27FC236}">
                  <a16:creationId xmlns:a16="http://schemas.microsoft.com/office/drawing/2014/main" id="{3718DBB6-4E64-9545-96B6-D6B626433A8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AE606FB6-9C8E-D944-A0E0-02C8A2EA8F4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942231CD-5998-BC45-B1DC-41F8B128320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5" name="Freeform 414">
                <a:extLst>
                  <a:ext uri="{FF2B5EF4-FFF2-40B4-BE49-F238E27FC236}">
                    <a16:creationId xmlns:a16="http://schemas.microsoft.com/office/drawing/2014/main" id="{E83723D8-B395-AA4D-8DA4-50409107834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E80E2A5C-A7A5-7B4A-97FD-5168EB479C7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7" name="Freeform 416">
                <a:extLst>
                  <a:ext uri="{FF2B5EF4-FFF2-40B4-BE49-F238E27FC236}">
                    <a16:creationId xmlns:a16="http://schemas.microsoft.com/office/drawing/2014/main" id="{6647DE18-B8A2-724A-9604-EC6DF41336C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8" name="Freeform 417">
                <a:extLst>
                  <a:ext uri="{FF2B5EF4-FFF2-40B4-BE49-F238E27FC236}">
                    <a16:creationId xmlns:a16="http://schemas.microsoft.com/office/drawing/2014/main" id="{CECE96C0-52AB-C34E-9010-9619C2BD004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AA80FC98-DD15-4B46-B74A-D09226E3D046}"/>
              </a:ext>
            </a:extLst>
          </p:cNvPr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628501E5-B7BB-C14A-AE88-AC8396FFFAE2}"/>
                </a:ext>
              </a:extLst>
            </p:cNvPr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421" name="Group 420">
              <a:extLst>
                <a:ext uri="{FF2B5EF4-FFF2-40B4-BE49-F238E27FC236}">
                  <a16:creationId xmlns:a16="http://schemas.microsoft.com/office/drawing/2014/main" id="{3DF198F6-982D-EB49-8D2D-6148BC750C18}"/>
                </a:ext>
              </a:extLst>
            </p:cNvPr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sp>
            <p:nvSpPr>
              <p:cNvPr id="422" name="Line 80">
                <a:extLst>
                  <a:ext uri="{FF2B5EF4-FFF2-40B4-BE49-F238E27FC236}">
                    <a16:creationId xmlns:a16="http://schemas.microsoft.com/office/drawing/2014/main" id="{FFAFCD94-ACB5-9445-A7D3-397F7C364D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66625" y="5189290"/>
                <a:ext cx="76200" cy="32226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23" name="Group 307">
                <a:extLst>
                  <a:ext uri="{FF2B5EF4-FFF2-40B4-BE49-F238E27FC236}">
                    <a16:creationId xmlns:a16="http://schemas.microsoft.com/office/drawing/2014/main" id="{28AA9BCF-FB40-3240-8DB7-953A081C5D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424" name="Freeform 308">
                  <a:extLst>
                    <a:ext uri="{FF2B5EF4-FFF2-40B4-BE49-F238E27FC236}">
                      <a16:creationId xmlns:a16="http://schemas.microsoft.com/office/drawing/2014/main" id="{610346F9-7467-A546-985D-936AE5A42D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25" name="Rectangle 309">
                  <a:extLst>
                    <a:ext uri="{FF2B5EF4-FFF2-40B4-BE49-F238E27FC236}">
                      <a16:creationId xmlns:a16="http://schemas.microsoft.com/office/drawing/2014/main" id="{08D4E020-D7C6-EC4A-9349-A097011284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26" name="Freeform 310">
                  <a:extLst>
                    <a:ext uri="{FF2B5EF4-FFF2-40B4-BE49-F238E27FC236}">
                      <a16:creationId xmlns:a16="http://schemas.microsoft.com/office/drawing/2014/main" id="{8284EC09-B72B-B540-A7A7-913FE51D41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27" name="Freeform 311">
                  <a:extLst>
                    <a:ext uri="{FF2B5EF4-FFF2-40B4-BE49-F238E27FC236}">
                      <a16:creationId xmlns:a16="http://schemas.microsoft.com/office/drawing/2014/main" id="{4CE75E1A-AAEF-7144-8ED0-0D069606FC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28" name="Rectangle 312">
                  <a:extLst>
                    <a:ext uri="{FF2B5EF4-FFF2-40B4-BE49-F238E27FC236}">
                      <a16:creationId xmlns:a16="http://schemas.microsoft.com/office/drawing/2014/main" id="{99F77FA7-926E-B64C-8260-DF276935A5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29" name="Group 313">
                  <a:extLst>
                    <a:ext uri="{FF2B5EF4-FFF2-40B4-BE49-F238E27FC236}">
                      <a16:creationId xmlns:a16="http://schemas.microsoft.com/office/drawing/2014/main" id="{BE29FA03-82A9-3446-AC4F-4A29D1CB4E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54" name="AutoShape 314">
                    <a:extLst>
                      <a:ext uri="{FF2B5EF4-FFF2-40B4-BE49-F238E27FC236}">
                        <a16:creationId xmlns:a16="http://schemas.microsoft.com/office/drawing/2014/main" id="{C9AEE9E8-890A-FD4B-B144-65737291EB1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5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55" name="AutoShape 315">
                    <a:extLst>
                      <a:ext uri="{FF2B5EF4-FFF2-40B4-BE49-F238E27FC236}">
                        <a16:creationId xmlns:a16="http://schemas.microsoft.com/office/drawing/2014/main" id="{9D37C3C3-F723-9049-9D21-2012204DCD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95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30" name="Rectangle 316">
                  <a:extLst>
                    <a:ext uri="{FF2B5EF4-FFF2-40B4-BE49-F238E27FC236}">
                      <a16:creationId xmlns:a16="http://schemas.microsoft.com/office/drawing/2014/main" id="{04022CFD-A31C-2A4D-A3DD-B193895A2B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31" name="Group 317">
                  <a:extLst>
                    <a:ext uri="{FF2B5EF4-FFF2-40B4-BE49-F238E27FC236}">
                      <a16:creationId xmlns:a16="http://schemas.microsoft.com/office/drawing/2014/main" id="{3BA0AAFB-A644-974A-9608-AE3D26A2332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52" name="AutoShape 318">
                    <a:extLst>
                      <a:ext uri="{FF2B5EF4-FFF2-40B4-BE49-F238E27FC236}">
                        <a16:creationId xmlns:a16="http://schemas.microsoft.com/office/drawing/2014/main" id="{C0AE59F6-912D-9849-A0C3-248FFE5159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53" name="AutoShape 319">
                    <a:extLst>
                      <a:ext uri="{FF2B5EF4-FFF2-40B4-BE49-F238E27FC236}">
                        <a16:creationId xmlns:a16="http://schemas.microsoft.com/office/drawing/2014/main" id="{F7E5681D-33F8-0742-A168-661E5F726F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4"/>
                    <a:ext cx="695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32" name="Rectangle 320">
                  <a:extLst>
                    <a:ext uri="{FF2B5EF4-FFF2-40B4-BE49-F238E27FC236}">
                      <a16:creationId xmlns:a16="http://schemas.microsoft.com/office/drawing/2014/main" id="{2DAA1F92-5039-B54B-8974-C0C6AFCA7E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3" name="Rectangle 321">
                  <a:extLst>
                    <a:ext uri="{FF2B5EF4-FFF2-40B4-BE49-F238E27FC236}">
                      <a16:creationId xmlns:a16="http://schemas.microsoft.com/office/drawing/2014/main" id="{46C22D34-A579-134D-84D8-816D1335A2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34" name="Group 322">
                  <a:extLst>
                    <a:ext uri="{FF2B5EF4-FFF2-40B4-BE49-F238E27FC236}">
                      <a16:creationId xmlns:a16="http://schemas.microsoft.com/office/drawing/2014/main" id="{72D01966-DE06-EA4F-90A4-46597F87514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50" name="AutoShape 323">
                    <a:extLst>
                      <a:ext uri="{FF2B5EF4-FFF2-40B4-BE49-F238E27FC236}">
                        <a16:creationId xmlns:a16="http://schemas.microsoft.com/office/drawing/2014/main" id="{2CFDBA7F-8879-9A4D-8BFB-060BE7F7E9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31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51" name="AutoShape 324">
                    <a:extLst>
                      <a:ext uri="{FF2B5EF4-FFF2-40B4-BE49-F238E27FC236}">
                        <a16:creationId xmlns:a16="http://schemas.microsoft.com/office/drawing/2014/main" id="{1225FF3C-3745-8E44-AE67-7126BA9852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9"/>
                    <a:ext cx="701" cy="9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35" name="Freeform 325">
                  <a:extLst>
                    <a:ext uri="{FF2B5EF4-FFF2-40B4-BE49-F238E27FC236}">
                      <a16:creationId xmlns:a16="http://schemas.microsoft.com/office/drawing/2014/main" id="{665B501A-1978-8B45-95D1-F0F011B859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36" name="Group 326">
                  <a:extLst>
                    <a:ext uri="{FF2B5EF4-FFF2-40B4-BE49-F238E27FC236}">
                      <a16:creationId xmlns:a16="http://schemas.microsoft.com/office/drawing/2014/main" id="{946A81F9-4B50-8B48-983E-99167D3675C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48" name="AutoShape 327">
                    <a:extLst>
                      <a:ext uri="{FF2B5EF4-FFF2-40B4-BE49-F238E27FC236}">
                        <a16:creationId xmlns:a16="http://schemas.microsoft.com/office/drawing/2014/main" id="{5656D5EB-8E4E-054F-8B03-E732CAA2BA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8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49" name="AutoShape 328">
                    <a:extLst>
                      <a:ext uri="{FF2B5EF4-FFF2-40B4-BE49-F238E27FC236}">
                        <a16:creationId xmlns:a16="http://schemas.microsoft.com/office/drawing/2014/main" id="{38611DCC-3CDF-3046-BDD6-ECBE00D7E6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1"/>
                    <a:ext cx="694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37" name="Rectangle 329">
                  <a:extLst>
                    <a:ext uri="{FF2B5EF4-FFF2-40B4-BE49-F238E27FC236}">
                      <a16:creationId xmlns:a16="http://schemas.microsoft.com/office/drawing/2014/main" id="{AE489986-62D0-8348-863C-9D8D526F8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2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8" name="Freeform 330">
                  <a:extLst>
                    <a:ext uri="{FF2B5EF4-FFF2-40B4-BE49-F238E27FC236}">
                      <a16:creationId xmlns:a16="http://schemas.microsoft.com/office/drawing/2014/main" id="{925C0BDF-BF2A-CD46-A122-5B1F944064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9" name="Freeform 331">
                  <a:extLst>
                    <a:ext uri="{FF2B5EF4-FFF2-40B4-BE49-F238E27FC236}">
                      <a16:creationId xmlns:a16="http://schemas.microsoft.com/office/drawing/2014/main" id="{CE2C9BFA-DEE0-6645-A24C-1B931C1325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40" name="Oval 332">
                  <a:extLst>
                    <a:ext uri="{FF2B5EF4-FFF2-40B4-BE49-F238E27FC236}">
                      <a16:creationId xmlns:a16="http://schemas.microsoft.com/office/drawing/2014/main" id="{C49FE03F-4F6C-B749-94DF-55E381FA68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41" name="Freeform 333">
                  <a:extLst>
                    <a:ext uri="{FF2B5EF4-FFF2-40B4-BE49-F238E27FC236}">
                      <a16:creationId xmlns:a16="http://schemas.microsoft.com/office/drawing/2014/main" id="{E105334B-220C-D940-90EE-0547A859C3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42" name="AutoShape 334">
                  <a:extLst>
                    <a:ext uri="{FF2B5EF4-FFF2-40B4-BE49-F238E27FC236}">
                      <a16:creationId xmlns:a16="http://schemas.microsoft.com/office/drawing/2014/main" id="{E2BEFCFD-9C75-C343-BF98-3EFD6A8349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197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43" name="AutoShape 335">
                  <a:extLst>
                    <a:ext uri="{FF2B5EF4-FFF2-40B4-BE49-F238E27FC236}">
                      <a16:creationId xmlns:a16="http://schemas.microsoft.com/office/drawing/2014/main" id="{5B5D76FA-5FBD-E249-B70B-6D053F014A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2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44" name="Oval 336">
                  <a:extLst>
                    <a:ext uri="{FF2B5EF4-FFF2-40B4-BE49-F238E27FC236}">
                      <a16:creationId xmlns:a16="http://schemas.microsoft.com/office/drawing/2014/main" id="{1EB86BDC-6A30-DC4C-8334-C93EECD70B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45" name="Oval 337">
                  <a:extLst>
                    <a:ext uri="{FF2B5EF4-FFF2-40B4-BE49-F238E27FC236}">
                      <a16:creationId xmlns:a16="http://schemas.microsoft.com/office/drawing/2014/main" id="{DFA8096B-7792-BD42-8D8B-5C590F41FF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6" name="Oval 338">
                  <a:extLst>
                    <a:ext uri="{FF2B5EF4-FFF2-40B4-BE49-F238E27FC236}">
                      <a16:creationId xmlns:a16="http://schemas.microsoft.com/office/drawing/2014/main" id="{4333CDE1-0AAF-F042-BE17-59C3E459A0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47" name="Rectangle 339">
                  <a:extLst>
                    <a:ext uri="{FF2B5EF4-FFF2-40B4-BE49-F238E27FC236}">
                      <a16:creationId xmlns:a16="http://schemas.microsoft.com/office/drawing/2014/main" id="{3BF39146-2A20-0B44-A156-3B5859ABCC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sp>
        <p:nvSpPr>
          <p:cNvPr id="456" name="Text Box 98">
            <a:extLst>
              <a:ext uri="{FF2B5EF4-FFF2-40B4-BE49-F238E27FC236}">
                <a16:creationId xmlns:a16="http://schemas.microsoft.com/office/drawing/2014/main" id="{2933E340-AD64-2F4D-8EA6-622C45964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local web cache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390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Browser caching: Conditional GET</a:t>
            </a:r>
            <a:endParaRPr lang="en-US" sz="4400" dirty="0"/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id="{8CBA4EFF-1AC8-A245-B998-4DDACE8C36D2}"/>
              </a:ext>
            </a:extLst>
          </p:cNvPr>
          <p:cNvSpPr txBox="1">
            <a:spLocks noChangeArrowheads="1"/>
          </p:cNvSpPr>
          <p:nvPr/>
        </p:nvSpPr>
        <p:spPr>
          <a:xfrm>
            <a:off x="714337" y="1626575"/>
            <a:ext cx="5597253" cy="513238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don’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 send object if browser has up-to-date cached version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object transmission delay (or use of network resources)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specify date of browser-cached copy in HTTP request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If-modified-since: &lt;date&gt;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 contains no object if browser-cached copy is up-to-date: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HTTP/1.0 304 Not Modified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3" name="Line 4">
            <a:extLst>
              <a:ext uri="{FF2B5EF4-FFF2-40B4-BE49-F238E27FC236}">
                <a16:creationId xmlns:a16="http://schemas.microsoft.com/office/drawing/2014/main" id="{F2F5CF00-0B08-CD49-8216-B019F02D6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5490" y="2068251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4" name="Text Box 8">
            <a:extLst>
              <a:ext uri="{FF2B5EF4-FFF2-40B4-BE49-F238E27FC236}">
                <a16:creationId xmlns:a16="http://schemas.microsoft.com/office/drawing/2014/main" id="{906861D1-0EDE-1E49-A686-C17A98961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1878" y="1952364"/>
            <a:ext cx="2681287" cy="6207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request msg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If-modified-since: &lt;date&gt;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5" name="Line 9">
            <a:extLst>
              <a:ext uri="{FF2B5EF4-FFF2-40B4-BE49-F238E27FC236}">
                <a16:creationId xmlns:a16="http://schemas.microsoft.com/office/drawing/2014/main" id="{ED4D0E55-FFE9-4141-9763-499742C88E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54540" y="2814376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76" name="Group 30">
            <a:extLst>
              <a:ext uri="{FF2B5EF4-FFF2-40B4-BE49-F238E27FC236}">
                <a16:creationId xmlns:a16="http://schemas.microsoft.com/office/drawing/2014/main" id="{F2D4CC5D-48B8-6642-A163-00E2785A7CB2}"/>
              </a:ext>
            </a:extLst>
          </p:cNvPr>
          <p:cNvGrpSpPr>
            <a:grpSpLocks/>
          </p:cNvGrpSpPr>
          <p:nvPr/>
        </p:nvGrpSpPr>
        <p:grpSpPr bwMode="auto">
          <a:xfrm>
            <a:off x="7322828" y="2808026"/>
            <a:ext cx="2643187" cy="865188"/>
            <a:chOff x="2698" y="2036"/>
            <a:chExt cx="1665" cy="545"/>
          </a:xfrm>
        </p:grpSpPr>
        <p:sp>
          <p:nvSpPr>
            <p:cNvPr id="277" name="Rectangle 10">
              <a:extLst>
                <a:ext uri="{FF2B5EF4-FFF2-40B4-BE49-F238E27FC236}">
                  <a16:creationId xmlns:a16="http://schemas.microsoft.com/office/drawing/2014/main" id="{B8FAE946-FF4C-5F4E-8634-A0F622EB3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" y="2071"/>
              <a:ext cx="1578" cy="4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Text Box 11">
              <a:extLst>
                <a:ext uri="{FF2B5EF4-FFF2-40B4-BE49-F238E27FC236}">
                  <a16:creationId xmlns:a16="http://schemas.microsoft.com/office/drawing/2014/main" id="{D0F47DD5-D98D-8947-AE9C-C9BE59718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8" y="2036"/>
              <a:ext cx="1665" cy="54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HTTP/1.0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304 Not Modified</a:t>
              </a:r>
              <a:endPara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79" name="Text Box 28">
            <a:extLst>
              <a:ext uri="{FF2B5EF4-FFF2-40B4-BE49-F238E27FC236}">
                <a16:creationId xmlns:a16="http://schemas.microsoft.com/office/drawing/2014/main" id="{FD73E46B-3F04-E648-BC54-671B5D578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0040" y="2103176"/>
            <a:ext cx="1047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modified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before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&lt;date&gt;</a:t>
            </a:r>
          </a:p>
        </p:txBody>
      </p:sp>
      <p:sp>
        <p:nvSpPr>
          <p:cNvPr id="280" name="Line 31">
            <a:extLst>
              <a:ext uri="{FF2B5EF4-FFF2-40B4-BE49-F238E27FC236}">
                <a16:creationId xmlns:a16="http://schemas.microsoft.com/office/drawing/2014/main" id="{C63FE7CD-8932-5842-A550-AB95E976B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2603" y="4033576"/>
            <a:ext cx="3905250" cy="0"/>
          </a:xfrm>
          <a:prstGeom prst="line">
            <a:avLst/>
          </a:prstGeom>
          <a:noFill/>
          <a:ln w="28575">
            <a:solidFill>
              <a:srgbClr val="00009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1" name="Line 32">
            <a:extLst>
              <a:ext uri="{FF2B5EF4-FFF2-40B4-BE49-F238E27FC236}">
                <a16:creationId xmlns:a16="http://schemas.microsoft.com/office/drawing/2014/main" id="{FB4BB9E8-5BA3-1A4B-A22B-B43D879791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2165" y="4632064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2" name="Text Box 34">
            <a:extLst>
              <a:ext uri="{FF2B5EF4-FFF2-40B4-BE49-F238E27FC236}">
                <a16:creationId xmlns:a16="http://schemas.microsoft.com/office/drawing/2014/main" id="{EEDA71D6-F453-1A4D-98C9-B23EA89D5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640" y="4516176"/>
            <a:ext cx="2681288" cy="6207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request msg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If-modified-since: &lt;date&gt;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83" name="Line 35">
            <a:extLst>
              <a:ext uri="{FF2B5EF4-FFF2-40B4-BE49-F238E27FC236}">
                <a16:creationId xmlns:a16="http://schemas.microsoft.com/office/drawing/2014/main" id="{8CE24BAA-3E73-704D-A359-BE2DD47924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21215" y="5411526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4" name="Text Box 38">
            <a:extLst>
              <a:ext uri="{FF2B5EF4-FFF2-40B4-BE49-F238E27FC236}">
                <a16:creationId xmlns:a16="http://schemas.microsoft.com/office/drawing/2014/main" id="{6B6CFEBF-546C-2C4A-A9DA-A2BC6976D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5690" y="5355964"/>
            <a:ext cx="2643188" cy="123110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response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HTTP/1.0 200 OK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&lt;data&gt;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85" name="Text Box 39">
            <a:extLst>
              <a:ext uri="{FF2B5EF4-FFF2-40B4-BE49-F238E27FC236}">
                <a16:creationId xmlns:a16="http://schemas.microsoft.com/office/drawing/2014/main" id="{F31EAC50-5999-F949-836E-741F26435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9415" y="4762239"/>
            <a:ext cx="10477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modified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after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&lt;date&gt;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DA0E8B-38E2-9342-A1EB-20A2D702A664}"/>
              </a:ext>
            </a:extLst>
          </p:cNvPr>
          <p:cNvGrpSpPr/>
          <p:nvPr/>
        </p:nvGrpSpPr>
        <p:grpSpPr>
          <a:xfrm>
            <a:off x="6311590" y="1146753"/>
            <a:ext cx="4549154" cy="787400"/>
            <a:chOff x="6311590" y="931601"/>
            <a:chExt cx="4549154" cy="787400"/>
          </a:xfrm>
        </p:grpSpPr>
        <p:sp>
          <p:nvSpPr>
            <p:cNvPr id="286" name="Text Box 5">
              <a:extLst>
                <a:ext uri="{FF2B5EF4-FFF2-40B4-BE49-F238E27FC236}">
                  <a16:creationId xmlns:a16="http://schemas.microsoft.com/office/drawing/2014/main" id="{E637D672-7B6C-1647-8EEE-A788FA28F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1590" y="1015739"/>
              <a:ext cx="7778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client</a:t>
              </a:r>
            </a:p>
          </p:txBody>
        </p:sp>
        <p:sp>
          <p:nvSpPr>
            <p:cNvPr id="287" name="Text Box 6">
              <a:extLst>
                <a:ext uri="{FF2B5EF4-FFF2-40B4-BE49-F238E27FC236}">
                  <a16:creationId xmlns:a16="http://schemas.microsoft.com/office/drawing/2014/main" id="{5AC69B11-5115-184E-9F7C-26E36EF6D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23785" y="1010976"/>
              <a:ext cx="83695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</a:t>
              </a:r>
            </a:p>
          </p:txBody>
        </p:sp>
        <p:grpSp>
          <p:nvGrpSpPr>
            <p:cNvPr id="288" name="Group 34">
              <a:extLst>
                <a:ext uri="{FF2B5EF4-FFF2-40B4-BE49-F238E27FC236}">
                  <a16:creationId xmlns:a16="http://schemas.microsoft.com/office/drawing/2014/main" id="{966CD3F7-7AB2-924F-823A-58555F3217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88190" y="931601"/>
              <a:ext cx="422275" cy="685800"/>
              <a:chOff x="4140" y="429"/>
              <a:chExt cx="1425" cy="2396"/>
            </a:xfrm>
          </p:grpSpPr>
          <p:sp>
            <p:nvSpPr>
              <p:cNvPr id="289" name="Freeform 35">
                <a:extLst>
                  <a:ext uri="{FF2B5EF4-FFF2-40B4-BE49-F238E27FC236}">
                    <a16:creationId xmlns:a16="http://schemas.microsoft.com/office/drawing/2014/main" id="{8CE7E2BE-E936-F147-8C06-143889566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0" name="Rectangle 36">
                <a:extLst>
                  <a:ext uri="{FF2B5EF4-FFF2-40B4-BE49-F238E27FC236}">
                    <a16:creationId xmlns:a16="http://schemas.microsoft.com/office/drawing/2014/main" id="{A6315B9D-328B-4B4A-938A-EEDFB67D3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50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1" name="Freeform 37">
                <a:extLst>
                  <a:ext uri="{FF2B5EF4-FFF2-40B4-BE49-F238E27FC236}">
                    <a16:creationId xmlns:a16="http://schemas.microsoft.com/office/drawing/2014/main" id="{D6D629FF-99A4-C445-814B-73349ADDC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99" name="Freeform 38">
                <a:extLst>
                  <a:ext uri="{FF2B5EF4-FFF2-40B4-BE49-F238E27FC236}">
                    <a16:creationId xmlns:a16="http://schemas.microsoft.com/office/drawing/2014/main" id="{99A64A90-EA88-094D-B5BA-9DEE55C335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0" name="Rectangle 39">
                <a:extLst>
                  <a:ext uri="{FF2B5EF4-FFF2-40B4-BE49-F238E27FC236}">
                    <a16:creationId xmlns:a16="http://schemas.microsoft.com/office/drawing/2014/main" id="{4F858703-B37B-004C-96CE-22FC3EB7F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5"/>
                <a:ext cx="600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501" name="Group 40">
                <a:extLst>
                  <a:ext uri="{FF2B5EF4-FFF2-40B4-BE49-F238E27FC236}">
                    <a16:creationId xmlns:a16="http://schemas.microsoft.com/office/drawing/2014/main" id="{94FE2F64-7E16-FF44-B770-1FF34858DF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42" name="AutoShape 41">
                  <a:extLst>
                    <a:ext uri="{FF2B5EF4-FFF2-40B4-BE49-F238E27FC236}">
                      <a16:creationId xmlns:a16="http://schemas.microsoft.com/office/drawing/2014/main" id="{FFB919DB-3DB6-2E47-9682-893EFF4503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3" name="AutoShape 42">
                  <a:extLst>
                    <a:ext uri="{FF2B5EF4-FFF2-40B4-BE49-F238E27FC236}">
                      <a16:creationId xmlns:a16="http://schemas.microsoft.com/office/drawing/2014/main" id="{4E207D69-67B1-E24E-86A3-1CFB9A8ED6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89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03" name="Rectangle 43">
                <a:extLst>
                  <a:ext uri="{FF2B5EF4-FFF2-40B4-BE49-F238E27FC236}">
                    <a16:creationId xmlns:a16="http://schemas.microsoft.com/office/drawing/2014/main" id="{B50DC330-10D1-2A4E-ACAC-FF9B40FF0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017"/>
                <a:ext cx="595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504" name="Group 44">
                <a:extLst>
                  <a:ext uri="{FF2B5EF4-FFF2-40B4-BE49-F238E27FC236}">
                    <a16:creationId xmlns:a16="http://schemas.microsoft.com/office/drawing/2014/main" id="{2E12D255-3950-B547-9406-602D45CB34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40" name="AutoShape 45">
                  <a:extLst>
                    <a:ext uri="{FF2B5EF4-FFF2-40B4-BE49-F238E27FC236}">
                      <a16:creationId xmlns:a16="http://schemas.microsoft.com/office/drawing/2014/main" id="{BE313EB5-0E75-D64F-9B58-846AEC112D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9"/>
                  <a:ext cx="72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1" name="AutoShape 46">
                  <a:extLst>
                    <a:ext uri="{FF2B5EF4-FFF2-40B4-BE49-F238E27FC236}">
                      <a16:creationId xmlns:a16="http://schemas.microsoft.com/office/drawing/2014/main" id="{7CDD2F87-9EE6-9841-BDE1-56E95B3F00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6"/>
                  <a:ext cx="695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05" name="Rectangle 47">
                <a:extLst>
                  <a:ext uri="{FF2B5EF4-FFF2-40B4-BE49-F238E27FC236}">
                    <a16:creationId xmlns:a16="http://schemas.microsoft.com/office/drawing/2014/main" id="{A3C6AC3E-B182-224E-ABE3-984D17D8A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355"/>
                <a:ext cx="600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6" name="Rectangle 48">
                <a:extLst>
                  <a:ext uri="{FF2B5EF4-FFF2-40B4-BE49-F238E27FC236}">
                    <a16:creationId xmlns:a16="http://schemas.microsoft.com/office/drawing/2014/main" id="{D49F39F4-203C-5E48-875C-EE137013C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655"/>
                <a:ext cx="600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507" name="Group 49">
                <a:extLst>
                  <a:ext uri="{FF2B5EF4-FFF2-40B4-BE49-F238E27FC236}">
                    <a16:creationId xmlns:a16="http://schemas.microsoft.com/office/drawing/2014/main" id="{CBB7495C-CDDF-B74E-AC55-41F4E153E9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38" name="AutoShape 50">
                  <a:extLst>
                    <a:ext uri="{FF2B5EF4-FFF2-40B4-BE49-F238E27FC236}">
                      <a16:creationId xmlns:a16="http://schemas.microsoft.com/office/drawing/2014/main" id="{DBD04B1C-004E-494D-9602-0F1310B0C3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7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9" name="AutoShape 51">
                  <a:extLst>
                    <a:ext uri="{FF2B5EF4-FFF2-40B4-BE49-F238E27FC236}">
                      <a16:creationId xmlns:a16="http://schemas.microsoft.com/office/drawing/2014/main" id="{3D0C8D43-BC47-E747-9FD0-5C502E897C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08" name="Freeform 52">
                <a:extLst>
                  <a:ext uri="{FF2B5EF4-FFF2-40B4-BE49-F238E27FC236}">
                    <a16:creationId xmlns:a16="http://schemas.microsoft.com/office/drawing/2014/main" id="{00C2FD89-F255-5B44-B5A0-4E02CB37B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09" name="Group 53">
                <a:extLst>
                  <a:ext uri="{FF2B5EF4-FFF2-40B4-BE49-F238E27FC236}">
                    <a16:creationId xmlns:a16="http://schemas.microsoft.com/office/drawing/2014/main" id="{C35E79E1-71FE-4E4A-83A2-F8C0643953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36" name="AutoShape 54">
                  <a:extLst>
                    <a:ext uri="{FF2B5EF4-FFF2-40B4-BE49-F238E27FC236}">
                      <a16:creationId xmlns:a16="http://schemas.microsoft.com/office/drawing/2014/main" id="{95A667E4-D78B-7A4C-A440-4917259D7A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7" name="AutoShape 55">
                  <a:extLst>
                    <a:ext uri="{FF2B5EF4-FFF2-40B4-BE49-F238E27FC236}">
                      <a16:creationId xmlns:a16="http://schemas.microsoft.com/office/drawing/2014/main" id="{ED50BD44-2B1A-A041-ACD3-EEFDC83411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5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10" name="Rectangle 56">
                <a:extLst>
                  <a:ext uri="{FF2B5EF4-FFF2-40B4-BE49-F238E27FC236}">
                    <a16:creationId xmlns:a16="http://schemas.microsoft.com/office/drawing/2014/main" id="{5DA6EF43-A6D1-5A48-BBCA-48444D1A9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70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8" name="Freeform 57">
                <a:extLst>
                  <a:ext uri="{FF2B5EF4-FFF2-40B4-BE49-F238E27FC236}">
                    <a16:creationId xmlns:a16="http://schemas.microsoft.com/office/drawing/2014/main" id="{3C6C8679-5D2D-A24A-B371-C4C1F50D1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9" name="Freeform 58">
                <a:extLst>
                  <a:ext uri="{FF2B5EF4-FFF2-40B4-BE49-F238E27FC236}">
                    <a16:creationId xmlns:a16="http://schemas.microsoft.com/office/drawing/2014/main" id="{84C1EB21-DBAC-5D42-A7C0-5F245901D0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0" name="Oval 59">
                <a:extLst>
                  <a:ext uri="{FF2B5EF4-FFF2-40B4-BE49-F238E27FC236}">
                    <a16:creationId xmlns:a16="http://schemas.microsoft.com/office/drawing/2014/main" id="{D88785FB-A16E-B34D-8961-EB75C81E8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09"/>
                <a:ext cx="48" cy="1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9" name="Freeform 60">
                <a:extLst>
                  <a:ext uri="{FF2B5EF4-FFF2-40B4-BE49-F238E27FC236}">
                    <a16:creationId xmlns:a16="http://schemas.microsoft.com/office/drawing/2014/main" id="{137D376C-6C12-0648-BCAA-30DCACD94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0" name="AutoShape 61">
                <a:extLst>
                  <a:ext uri="{FF2B5EF4-FFF2-40B4-BE49-F238E27FC236}">
                    <a16:creationId xmlns:a16="http://schemas.microsoft.com/office/drawing/2014/main" id="{3524D490-AC16-CF4B-AAFE-EF4C666B3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200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1" name="AutoShape 62">
                <a:extLst>
                  <a:ext uri="{FF2B5EF4-FFF2-40B4-BE49-F238E27FC236}">
                    <a16:creationId xmlns:a16="http://schemas.microsoft.com/office/drawing/2014/main" id="{B279651A-6EBD-F542-B219-9B4C83AF4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1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2" name="Oval 63">
                <a:extLst>
                  <a:ext uri="{FF2B5EF4-FFF2-40B4-BE49-F238E27FC236}">
                    <a16:creationId xmlns:a16="http://schemas.microsoft.com/office/drawing/2014/main" id="{15D5DA26-8982-F44B-A3F7-03FEC745AB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1"/>
                <a:ext cx="161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3" name="Oval 64">
                <a:extLst>
                  <a:ext uri="{FF2B5EF4-FFF2-40B4-BE49-F238E27FC236}">
                    <a16:creationId xmlns:a16="http://schemas.microsoft.com/office/drawing/2014/main" id="{25B61B78-2AA0-A245-9C22-EC0A104A49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1"/>
                <a:ext cx="155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34" name="Oval 65">
                <a:extLst>
                  <a:ext uri="{FF2B5EF4-FFF2-40B4-BE49-F238E27FC236}">
                    <a16:creationId xmlns:a16="http://schemas.microsoft.com/office/drawing/2014/main" id="{78934A6A-6F9D-5541-8897-F81821D1A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1"/>
                <a:ext cx="161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5" name="Rectangle 66">
                <a:extLst>
                  <a:ext uri="{FF2B5EF4-FFF2-40B4-BE49-F238E27FC236}">
                    <a16:creationId xmlns:a16="http://schemas.microsoft.com/office/drawing/2014/main" id="{4994117A-432E-094B-BF94-5385D43F9B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6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544" name="Group 67">
              <a:extLst>
                <a:ext uri="{FF2B5EF4-FFF2-40B4-BE49-F238E27FC236}">
                  <a16:creationId xmlns:a16="http://schemas.microsoft.com/office/drawing/2014/main" id="{A6DA78F5-835E-D242-9B19-A42AE8C147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87853" y="976051"/>
              <a:ext cx="742950" cy="742950"/>
              <a:chOff x="-44" y="1473"/>
              <a:chExt cx="981" cy="1105"/>
            </a:xfrm>
          </p:grpSpPr>
          <p:pic>
            <p:nvPicPr>
              <p:cNvPr id="545" name="Picture 68" descr="desktop_computer_stylized_medium">
                <a:extLst>
                  <a:ext uri="{FF2B5EF4-FFF2-40B4-BE49-F238E27FC236}">
                    <a16:creationId xmlns:a16="http://schemas.microsoft.com/office/drawing/2014/main" id="{AF3FF2A0-2B19-2846-B88C-3A51C71882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6" name="Freeform 69">
                <a:extLst>
                  <a:ext uri="{FF2B5EF4-FFF2-40B4-BE49-F238E27FC236}">
                    <a16:creationId xmlns:a16="http://schemas.microsoft.com/office/drawing/2014/main" id="{77A4C668-554A-6C44-A4D3-0F6A27C1F48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6" name="Slide Number Placeholder 2">
            <a:extLst>
              <a:ext uri="{FF2B5EF4-FFF2-40B4-BE49-F238E27FC236}">
                <a16:creationId xmlns:a16="http://schemas.microsoft.com/office/drawing/2014/main" id="{8064881B-A35A-8B40-BFE6-0E4FAAB88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135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" grpId="0" animBg="1"/>
      <p:bldP spid="279" grpId="0"/>
      <p:bldP spid="282" grpId="0" animBg="1"/>
      <p:bldP spid="284" grpId="0" animBg="1"/>
      <p:bldP spid="28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23956-71C0-0748-A976-36148150F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Conditional GET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165EED-DEDC-7A4A-B5CE-DAE82EB51512}"/>
              </a:ext>
            </a:extLst>
          </p:cNvPr>
          <p:cNvSpPr/>
          <p:nvPr/>
        </p:nvSpPr>
        <p:spPr>
          <a:xfrm>
            <a:off x="583061" y="1814063"/>
            <a:ext cx="5374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LTPro"/>
              </a:rPr>
              <a:t>a proxy cache sends a request message to a Web server: </a:t>
            </a:r>
            <a:endParaRPr lang="en-IN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D9411E-65EF-FF4D-8763-51AEADFF8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61" y="2328720"/>
            <a:ext cx="4050449" cy="671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9AF3ED-8121-FD40-A1B2-707C99B6C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88" y="4154872"/>
            <a:ext cx="3886994" cy="13061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C09924-1FE3-1C41-B13D-8153E0216C98}"/>
              </a:ext>
            </a:extLst>
          </p:cNvPr>
          <p:cNvSpPr/>
          <p:nvPr/>
        </p:nvSpPr>
        <p:spPr>
          <a:xfrm>
            <a:off x="512008" y="3337970"/>
            <a:ext cx="47837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LTPro"/>
              </a:rPr>
              <a:t>the Web server sends a response message with the requested object to the cache: </a:t>
            </a:r>
            <a:endParaRPr lang="en-IN" dirty="0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CF5FCC-D9DF-BB48-AF7C-F18B54F848F6}"/>
              </a:ext>
            </a:extLst>
          </p:cNvPr>
          <p:cNvSpPr/>
          <p:nvPr/>
        </p:nvSpPr>
        <p:spPr>
          <a:xfrm>
            <a:off x="5958059" y="212655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LTPro"/>
              </a:rPr>
              <a:t>A week later, another browser requests the same object via the cache, and the object is still in the cache.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LTPro"/>
              </a:rPr>
              <a:t>The cache performs an up-to-date check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LTPro"/>
              </a:rPr>
              <a:t>issuing a conditional GET.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LTPro"/>
              </a:rPr>
              <a:t>Specifically, the cache sends: </a:t>
            </a:r>
            <a:endParaRPr lang="en-IN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7277BA-AFA5-8244-AF27-0E60B80DE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478" y="3749265"/>
            <a:ext cx="4809037" cy="7468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EED9ED-91D8-094A-97BE-1F3C5C958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840" y="5542279"/>
            <a:ext cx="3082198" cy="9842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6BEF0E-B2B3-6C49-8D49-DC60BAE5B454}"/>
              </a:ext>
            </a:extLst>
          </p:cNvPr>
          <p:cNvSpPr/>
          <p:nvPr/>
        </p:nvSpPr>
        <p:spPr>
          <a:xfrm>
            <a:off x="6205478" y="4935763"/>
            <a:ext cx="4943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LTPro"/>
              </a:rPr>
              <a:t>Web server sends a response message to the cache: 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6210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1385</Words>
  <Application>Microsoft Macintosh PowerPoint</Application>
  <PresentationFormat>Widescreen</PresentationFormat>
  <Paragraphs>316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ＭＳ Ｐゴシック</vt:lpstr>
      <vt:lpstr>Arial</vt:lpstr>
      <vt:lpstr>Calibri</vt:lpstr>
      <vt:lpstr>Calibri Light</vt:lpstr>
      <vt:lpstr>PearsonMATHPRO08</vt:lpstr>
      <vt:lpstr>Times New Roman</vt:lpstr>
      <vt:lpstr>TimesLTPro</vt:lpstr>
      <vt:lpstr>Wingdings</vt:lpstr>
      <vt:lpstr>ZapfDingbats</vt:lpstr>
      <vt:lpstr>Office Theme</vt:lpstr>
      <vt:lpstr>PowerPoint Presentation</vt:lpstr>
      <vt:lpstr>Maintaining user/server state: cookies</vt:lpstr>
      <vt:lpstr>Maintaining user/server state: cookies</vt:lpstr>
      <vt:lpstr>Maintaining user/server state: cookies</vt:lpstr>
      <vt:lpstr>HTTP cookies: comments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Web caches</vt:lpstr>
      <vt:lpstr>Web caches (aka proxy servers)</vt:lpstr>
      <vt:lpstr>Drawbacks of no CACHE</vt:lpstr>
      <vt:lpstr>PowerPoint Presentation</vt:lpstr>
      <vt:lpstr>Browser caching: Conditional GET</vt:lpstr>
      <vt:lpstr>Example of Conditional GET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</cp:revision>
  <dcterms:created xsi:type="dcterms:W3CDTF">2025-01-22T03:58:15Z</dcterms:created>
  <dcterms:modified xsi:type="dcterms:W3CDTF">2025-01-22T04:23:34Z</dcterms:modified>
</cp:coreProperties>
</file>